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0" r:id="rId2"/>
    <p:sldMasterId id="2147483672" r:id="rId3"/>
    <p:sldMasterId id="2147483674" r:id="rId4"/>
    <p:sldMasterId id="2147483676" r:id="rId5"/>
    <p:sldMasterId id="2147483678" r:id="rId6"/>
    <p:sldMasterId id="2147483686" r:id="rId7"/>
    <p:sldMasterId id="2147483688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24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600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91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076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660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234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757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41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394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911051"/>
            <a:ext cx="348175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2477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3376246" y="911051"/>
            <a:ext cx="348175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7838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911051"/>
            <a:ext cx="6858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1639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6858000" cy="144696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6032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107188"/>
            <a:ext cx="6858000" cy="8440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964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80390"/>
            <a:ext cx="6858000" cy="6095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0909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1725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220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4406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1488" y="1605957"/>
            <a:ext cx="5915025" cy="1767417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632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6858000" cy="16059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 </a:t>
            </a:r>
            <a:endParaRPr lang="en-ID" sz="1125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9" y="51899"/>
            <a:ext cx="629596" cy="14486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685645" y="222227"/>
            <a:ext cx="33109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350" dirty="0"/>
              <a:t>PROGRAM STUDI S1 TEKNIK INFORMATIKA</a:t>
            </a:r>
            <a:br>
              <a:rPr lang="en-US" sz="1350" dirty="0"/>
            </a:br>
            <a:r>
              <a:rPr lang="en-US" sz="1350" dirty="0"/>
              <a:t>UNIVERSITAS PAMULANG</a:t>
            </a:r>
            <a:endParaRPr lang="en-ID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98" y="0"/>
            <a:ext cx="1205802" cy="1607736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1605957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8480810"/>
            <a:ext cx="6858000" cy="663191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581" y="8563920"/>
            <a:ext cx="254823" cy="585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9" y="8558744"/>
            <a:ext cx="214026" cy="5073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270075" y="8549369"/>
            <a:ext cx="100891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 err="1"/>
              <a:t>InfoTI_unpam</a:t>
            </a:r>
            <a:endParaRPr lang="en-ID" sz="1013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421656" y="8549369"/>
            <a:ext cx="151748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informatika.unpam.ac.id</a:t>
            </a:r>
            <a:endParaRPr lang="en-ID" sz="1013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248" y="8549369"/>
            <a:ext cx="364704" cy="61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5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1605957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8480810"/>
            <a:ext cx="6858000" cy="663191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581" y="8563920"/>
            <a:ext cx="254823" cy="585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9" y="8558744"/>
            <a:ext cx="214026" cy="5073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270075" y="8549369"/>
            <a:ext cx="100891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 err="1"/>
              <a:t>InfoTI_unpam</a:t>
            </a:r>
            <a:endParaRPr lang="en-ID" sz="1013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421656" y="8549369"/>
            <a:ext cx="151748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informatika.unpam.ac.id</a:t>
            </a:r>
            <a:endParaRPr lang="en-ID" sz="1013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248" y="8549369"/>
            <a:ext cx="364704" cy="6116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020" y="8489315"/>
            <a:ext cx="288228" cy="66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3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5016955" y="7302950"/>
            <a:ext cx="2512087" cy="1170006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8282153"/>
            <a:ext cx="6858000" cy="8618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Program </a:t>
            </a:r>
            <a:r>
              <a:rPr lang="en-US" sz="1125" dirty="0" err="1">
                <a:solidFill>
                  <a:schemeClr val="tx1"/>
                </a:solidFill>
              </a:rPr>
              <a:t>Studi</a:t>
            </a:r>
            <a:r>
              <a:rPr lang="en-US" sz="1125" dirty="0">
                <a:solidFill>
                  <a:schemeClr val="tx1"/>
                </a:solidFill>
              </a:rPr>
              <a:t> Teknik </a:t>
            </a:r>
            <a:r>
              <a:rPr lang="en-US" sz="1125" dirty="0" err="1">
                <a:solidFill>
                  <a:schemeClr val="tx1"/>
                </a:solidFill>
              </a:rPr>
              <a:t>Informatika</a:t>
            </a:r>
            <a:r>
              <a:rPr lang="en-US" sz="1125" dirty="0">
                <a:solidFill>
                  <a:schemeClr val="tx1"/>
                </a:solidFill>
              </a:rPr>
              <a:t>, Universitas </a:t>
            </a:r>
            <a:r>
              <a:rPr lang="en-US" sz="1125" dirty="0" err="1">
                <a:solidFill>
                  <a:schemeClr val="tx1"/>
                </a:solidFill>
              </a:rPr>
              <a:t>Pamulang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 </a:t>
            </a:r>
            <a:endParaRPr lang="en-ID" sz="1125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6765888"/>
            <a:ext cx="898700" cy="2378112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284" y="7633719"/>
            <a:ext cx="586456" cy="13493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827" y="7819992"/>
            <a:ext cx="789462" cy="1324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/>
        </p:nvSpPr>
        <p:spPr>
          <a:xfrm>
            <a:off x="2193053" y="3496826"/>
            <a:ext cx="2922187" cy="55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38" dirty="0"/>
              <a:t>TERIMA KASIH</a:t>
            </a:r>
            <a:endParaRPr lang="en-ID" sz="3038" dirty="0"/>
          </a:p>
        </p:txBody>
      </p:sp>
    </p:spTree>
    <p:extLst>
      <p:ext uri="{BB962C8B-B14F-4D97-AF65-F5344CB8AC3E}">
        <p14:creationId xmlns:p14="http://schemas.microsoft.com/office/powerpoint/2010/main" val="79704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5016955" y="7302950"/>
            <a:ext cx="2512087" cy="1170006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8282153"/>
            <a:ext cx="6858000" cy="8618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Program </a:t>
            </a:r>
            <a:r>
              <a:rPr lang="en-US" sz="1125" dirty="0" err="1">
                <a:solidFill>
                  <a:schemeClr val="tx1"/>
                </a:solidFill>
              </a:rPr>
              <a:t>Studi</a:t>
            </a:r>
            <a:r>
              <a:rPr lang="en-US" sz="1125" dirty="0">
                <a:solidFill>
                  <a:schemeClr val="tx1"/>
                </a:solidFill>
              </a:rPr>
              <a:t> Teknik </a:t>
            </a:r>
            <a:r>
              <a:rPr lang="en-US" sz="1125" dirty="0" err="1">
                <a:solidFill>
                  <a:schemeClr val="tx1"/>
                </a:solidFill>
              </a:rPr>
              <a:t>Informatika</a:t>
            </a:r>
            <a:r>
              <a:rPr lang="en-US" sz="1125" dirty="0">
                <a:solidFill>
                  <a:schemeClr val="tx1"/>
                </a:solidFill>
              </a:rPr>
              <a:t>, Universitas </a:t>
            </a:r>
            <a:r>
              <a:rPr lang="en-US" sz="1125" dirty="0" err="1">
                <a:solidFill>
                  <a:schemeClr val="tx1"/>
                </a:solidFill>
              </a:rPr>
              <a:t>Pamulang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 </a:t>
            </a:r>
            <a:endParaRPr lang="en-ID" sz="1125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6765888"/>
            <a:ext cx="898700" cy="2378112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284" y="7633719"/>
            <a:ext cx="586456" cy="13493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827" y="7819992"/>
            <a:ext cx="789462" cy="1324005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3443235"/>
            <a:ext cx="6858000" cy="861847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TERIMA KASIH, MAHASISWA TEKNIK INFORMATIKA UNGGUL, ANDA SUDAH BELAJAR DENGAN LUAR BIASA</a:t>
            </a:r>
            <a:endParaRPr lang="en-ID" sz="1013" dirty="0"/>
          </a:p>
        </p:txBody>
      </p:sp>
    </p:spTree>
    <p:extLst>
      <p:ext uri="{BB962C8B-B14F-4D97-AF65-F5344CB8AC3E}">
        <p14:creationId xmlns:p14="http://schemas.microsoft.com/office/powerpoint/2010/main" val="75919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743200"/>
            <a:ext cx="2743200" cy="36576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5016955" y="7302950"/>
            <a:ext cx="2512087" cy="1170006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8282153"/>
            <a:ext cx="6858000" cy="8618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Program </a:t>
            </a:r>
            <a:r>
              <a:rPr lang="en-US" sz="1125" dirty="0" err="1">
                <a:solidFill>
                  <a:schemeClr val="tx1"/>
                </a:solidFill>
              </a:rPr>
              <a:t>Studi</a:t>
            </a:r>
            <a:r>
              <a:rPr lang="en-US" sz="1125" dirty="0">
                <a:solidFill>
                  <a:schemeClr val="tx1"/>
                </a:solidFill>
              </a:rPr>
              <a:t> Teknik </a:t>
            </a:r>
            <a:r>
              <a:rPr lang="en-US" sz="1125" dirty="0" err="1">
                <a:solidFill>
                  <a:schemeClr val="tx1"/>
                </a:solidFill>
              </a:rPr>
              <a:t>Informatika</a:t>
            </a:r>
            <a:r>
              <a:rPr lang="en-US" sz="1125" dirty="0">
                <a:solidFill>
                  <a:schemeClr val="tx1"/>
                </a:solidFill>
              </a:rPr>
              <a:t>, Universitas </a:t>
            </a:r>
            <a:r>
              <a:rPr lang="en-US" sz="1125" dirty="0" err="1">
                <a:solidFill>
                  <a:schemeClr val="tx1"/>
                </a:solidFill>
              </a:rPr>
              <a:t>Pamulang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 </a:t>
            </a:r>
            <a:endParaRPr lang="en-ID" sz="1125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6765888"/>
            <a:ext cx="898700" cy="2378112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284" y="7633719"/>
            <a:ext cx="586456" cy="13493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827" y="7819992"/>
            <a:ext cx="789462" cy="1324005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1"/>
            <a:ext cx="6858000" cy="861847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TERIMA KASIH, MAHASISWA TEKNIK INFORMATIKA UNGGUL, ANDA SUDAH BELAJAR DENGAN LUAR BIASA</a:t>
            </a:r>
            <a:endParaRPr lang="en-ID" sz="1013" dirty="0"/>
          </a:p>
        </p:txBody>
      </p:sp>
    </p:spTree>
    <p:extLst>
      <p:ext uri="{BB962C8B-B14F-4D97-AF65-F5344CB8AC3E}">
        <p14:creationId xmlns:p14="http://schemas.microsoft.com/office/powerpoint/2010/main" val="7302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5016955" y="7302950"/>
            <a:ext cx="2512087" cy="1170006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8282153"/>
            <a:ext cx="6858000" cy="8618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Program </a:t>
            </a:r>
            <a:r>
              <a:rPr lang="en-US" sz="1125" dirty="0" err="1">
                <a:solidFill>
                  <a:schemeClr val="tx1"/>
                </a:solidFill>
              </a:rPr>
              <a:t>Studi</a:t>
            </a:r>
            <a:r>
              <a:rPr lang="en-US" sz="1125" dirty="0">
                <a:solidFill>
                  <a:schemeClr val="tx1"/>
                </a:solidFill>
              </a:rPr>
              <a:t> Teknik </a:t>
            </a:r>
            <a:r>
              <a:rPr lang="en-US" sz="1125" dirty="0" err="1">
                <a:solidFill>
                  <a:schemeClr val="tx1"/>
                </a:solidFill>
              </a:rPr>
              <a:t>Informatika</a:t>
            </a:r>
            <a:r>
              <a:rPr lang="en-US" sz="1125" dirty="0">
                <a:solidFill>
                  <a:schemeClr val="tx1"/>
                </a:solidFill>
              </a:rPr>
              <a:t>, Universitas </a:t>
            </a:r>
            <a:r>
              <a:rPr lang="en-US" sz="1125" dirty="0" err="1">
                <a:solidFill>
                  <a:schemeClr val="tx1"/>
                </a:solidFill>
              </a:rPr>
              <a:t>Pamulang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 </a:t>
            </a:r>
            <a:endParaRPr lang="en-ID" sz="1125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6765888"/>
            <a:ext cx="898700" cy="2378112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284" y="7633719"/>
            <a:ext cx="586456" cy="13493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827" y="7819992"/>
            <a:ext cx="789462" cy="1324005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404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6858000" cy="16059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 </a:t>
            </a:r>
            <a:endParaRPr lang="en-ID" sz="1125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9" y="51899"/>
            <a:ext cx="629596" cy="14486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685645" y="222227"/>
            <a:ext cx="33109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350" dirty="0"/>
              <a:t>PROGRAM STUDI S1 TEKNIK INFORMATIKA</a:t>
            </a:r>
            <a:br>
              <a:rPr lang="en-US" sz="1350" dirty="0"/>
            </a:br>
            <a:r>
              <a:rPr lang="en-US" sz="1350" dirty="0"/>
              <a:t>UNIVERSITAS PAMULANG</a:t>
            </a:r>
            <a:endParaRPr lang="en-ID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98" y="0"/>
            <a:ext cx="1205802" cy="1607736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1605957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106508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78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5016955" y="7302950"/>
            <a:ext cx="2512087" cy="1170006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8282153"/>
            <a:ext cx="6858000" cy="8618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Program </a:t>
            </a:r>
            <a:r>
              <a:rPr lang="en-US" sz="1125" dirty="0" err="1">
                <a:solidFill>
                  <a:schemeClr val="tx1"/>
                </a:solidFill>
              </a:rPr>
              <a:t>Studi</a:t>
            </a:r>
            <a:r>
              <a:rPr lang="en-US" sz="1125" dirty="0">
                <a:solidFill>
                  <a:schemeClr val="tx1"/>
                </a:solidFill>
              </a:rPr>
              <a:t> Teknik </a:t>
            </a:r>
            <a:r>
              <a:rPr lang="en-US" sz="1125" dirty="0" err="1">
                <a:solidFill>
                  <a:schemeClr val="tx1"/>
                </a:solidFill>
              </a:rPr>
              <a:t>Informatika</a:t>
            </a:r>
            <a:r>
              <a:rPr lang="en-US" sz="1125" dirty="0">
                <a:solidFill>
                  <a:schemeClr val="tx1"/>
                </a:solidFill>
              </a:rPr>
              <a:t>, Universitas </a:t>
            </a:r>
            <a:r>
              <a:rPr lang="en-US" sz="1125" dirty="0" err="1">
                <a:solidFill>
                  <a:schemeClr val="tx1"/>
                </a:solidFill>
              </a:rPr>
              <a:t>Pamulang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 </a:t>
            </a:r>
            <a:endParaRPr lang="en-ID" sz="1125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6765888"/>
            <a:ext cx="898700" cy="2378112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13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284" y="7633719"/>
            <a:ext cx="586456" cy="13493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827" y="7819992"/>
            <a:ext cx="789462" cy="132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1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0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9" Type="http://schemas.openxmlformats.org/officeDocument/2006/relationships/image" Target="../media/image75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42" Type="http://schemas.openxmlformats.org/officeDocument/2006/relationships/image" Target="../media/image78.png"/><Relationship Id="rId47" Type="http://schemas.openxmlformats.org/officeDocument/2006/relationships/image" Target="../media/image83.png"/><Relationship Id="rId50" Type="http://schemas.openxmlformats.org/officeDocument/2006/relationships/image" Target="../media/image86.png"/><Relationship Id="rId55" Type="http://schemas.openxmlformats.org/officeDocument/2006/relationships/image" Target="../media/image91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38" Type="http://schemas.openxmlformats.org/officeDocument/2006/relationships/image" Target="../media/image74.png"/><Relationship Id="rId46" Type="http://schemas.openxmlformats.org/officeDocument/2006/relationships/image" Target="../media/image82.png"/><Relationship Id="rId59" Type="http://schemas.openxmlformats.org/officeDocument/2006/relationships/image" Target="../media/image10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41" Type="http://schemas.openxmlformats.org/officeDocument/2006/relationships/image" Target="../media/image77.png"/><Relationship Id="rId54" Type="http://schemas.openxmlformats.org/officeDocument/2006/relationships/image" Target="../media/image9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37" Type="http://schemas.openxmlformats.org/officeDocument/2006/relationships/image" Target="../media/image73.png"/><Relationship Id="rId40" Type="http://schemas.openxmlformats.org/officeDocument/2006/relationships/image" Target="../media/image76.png"/><Relationship Id="rId45" Type="http://schemas.openxmlformats.org/officeDocument/2006/relationships/image" Target="../media/image81.png"/><Relationship Id="rId53" Type="http://schemas.openxmlformats.org/officeDocument/2006/relationships/image" Target="../media/image89.png"/><Relationship Id="rId58" Type="http://schemas.openxmlformats.org/officeDocument/2006/relationships/image" Target="../media/image94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image" Target="../media/image72.png"/><Relationship Id="rId49" Type="http://schemas.openxmlformats.org/officeDocument/2006/relationships/image" Target="../media/image85.png"/><Relationship Id="rId57" Type="http://schemas.openxmlformats.org/officeDocument/2006/relationships/image" Target="../media/image93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31" Type="http://schemas.openxmlformats.org/officeDocument/2006/relationships/image" Target="../media/image67.png"/><Relationship Id="rId44" Type="http://schemas.openxmlformats.org/officeDocument/2006/relationships/image" Target="../media/image80.png"/><Relationship Id="rId52" Type="http://schemas.openxmlformats.org/officeDocument/2006/relationships/image" Target="../media/image88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43" Type="http://schemas.openxmlformats.org/officeDocument/2006/relationships/image" Target="../media/image79.png"/><Relationship Id="rId48" Type="http://schemas.openxmlformats.org/officeDocument/2006/relationships/image" Target="../media/image84.png"/><Relationship Id="rId56" Type="http://schemas.openxmlformats.org/officeDocument/2006/relationships/image" Target="../media/image92.png"/><Relationship Id="rId8" Type="http://schemas.openxmlformats.org/officeDocument/2006/relationships/image" Target="../media/image44.png"/><Relationship Id="rId51" Type="http://schemas.openxmlformats.org/officeDocument/2006/relationships/image" Target="../media/image87.png"/><Relationship Id="rId3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74930" algn="ctr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MODUL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5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 marL="648335" marR="638810" indent="263525">
              <a:lnSpc>
                <a:spcPct val="100000"/>
              </a:lnSpc>
              <a:spcBef>
                <a:spcPts val="1325"/>
              </a:spcBef>
            </a:pPr>
            <a:r>
              <a:rPr sz="2200" spc="-5" dirty="0">
                <a:latin typeface="Arial MT"/>
                <a:cs typeface="Arial MT"/>
              </a:rPr>
              <a:t>PROFESI DI BIDANG </a:t>
            </a:r>
            <a:r>
              <a:rPr sz="2200" dirty="0">
                <a:latin typeface="Arial MT"/>
                <a:cs typeface="Arial MT"/>
              </a:rPr>
              <a:t> TEKNOLOGI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INFORMASI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241935" rIns="0" bIns="0" rtlCol="0">
            <a:spAutoFit/>
          </a:bodyPr>
          <a:lstStyle/>
          <a:p>
            <a:pPr marL="415290">
              <a:lnSpc>
                <a:spcPct val="100000"/>
              </a:lnSpc>
              <a:spcBef>
                <a:spcPts val="1905"/>
              </a:spcBef>
            </a:pPr>
            <a:r>
              <a:rPr sz="2200" spc="-5" dirty="0">
                <a:latin typeface="Arial MT"/>
                <a:cs typeface="Arial MT"/>
              </a:rPr>
              <a:t>APA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YANG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KETAHUI?</a:t>
            </a:r>
            <a:endParaRPr sz="2200">
              <a:latin typeface="Arial MT"/>
              <a:cs typeface="Arial MT"/>
            </a:endParaRPr>
          </a:p>
          <a:p>
            <a:pPr marL="782320" indent="-172085">
              <a:lnSpc>
                <a:spcPct val="100000"/>
              </a:lnSpc>
              <a:spcBef>
                <a:spcPts val="1830"/>
              </a:spcBef>
              <a:buFont typeface="Arial MT"/>
              <a:buChar char="•"/>
              <a:tabLst>
                <a:tab pos="782955" algn="l"/>
              </a:tabLst>
            </a:pPr>
            <a:r>
              <a:rPr sz="2000" b="1" spc="-10" dirty="0">
                <a:latin typeface="Arial"/>
                <a:cs typeface="Arial"/>
              </a:rPr>
              <a:t>PEKERJAAN?</a:t>
            </a:r>
            <a:endParaRPr sz="2000">
              <a:latin typeface="Arial"/>
              <a:cs typeface="Arial"/>
            </a:endParaRPr>
          </a:p>
          <a:p>
            <a:pPr marL="782320" indent="-17208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782955" algn="l"/>
              </a:tabLst>
            </a:pPr>
            <a:r>
              <a:rPr sz="2000" b="1" spc="-5" dirty="0">
                <a:latin typeface="Arial"/>
                <a:cs typeface="Arial"/>
              </a:rPr>
              <a:t>PROFESI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  <a:p>
            <a:pPr marL="782320" indent="-17208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782955" algn="l"/>
              </a:tabLst>
            </a:pPr>
            <a:r>
              <a:rPr sz="2000" b="1" spc="-10" dirty="0">
                <a:latin typeface="Arial"/>
                <a:cs typeface="Arial"/>
              </a:rPr>
              <a:t>PROFESIONAL?</a:t>
            </a:r>
            <a:endParaRPr sz="2000">
              <a:latin typeface="Arial"/>
              <a:cs typeface="Arial"/>
            </a:endParaRPr>
          </a:p>
          <a:p>
            <a:pPr marL="782320" indent="-17208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782955" algn="l"/>
              </a:tabLst>
            </a:pPr>
            <a:r>
              <a:rPr sz="2000" b="1" spc="-5" dirty="0">
                <a:latin typeface="Arial"/>
                <a:cs typeface="Arial"/>
              </a:rPr>
              <a:t>PROFESIONALISME?</a:t>
            </a:r>
            <a:endParaRPr sz="2000">
              <a:latin typeface="Arial"/>
              <a:cs typeface="Arial"/>
            </a:endParaRPr>
          </a:p>
          <a:p>
            <a:pPr marL="782320" indent="-17208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782955" algn="l"/>
              </a:tabLst>
            </a:pPr>
            <a:r>
              <a:rPr sz="2000" b="1" spc="-5" dirty="0">
                <a:latin typeface="Arial"/>
                <a:cs typeface="Arial"/>
              </a:rPr>
              <a:t>ETIKA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PROFESI?</a:t>
            </a:r>
            <a:endParaRPr sz="2000">
              <a:latin typeface="Arial"/>
              <a:cs typeface="Arial"/>
            </a:endParaRPr>
          </a:p>
          <a:p>
            <a:pPr marL="782320" indent="-17208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782955" algn="l"/>
              </a:tabLst>
            </a:pPr>
            <a:r>
              <a:rPr sz="2000" b="1" spc="-10" dirty="0">
                <a:latin typeface="Arial"/>
                <a:cs typeface="Arial"/>
              </a:rPr>
              <a:t>KODE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ETIK?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2733960" y="3615594"/>
            <a:ext cx="1529080" cy="561340"/>
            <a:chOff x="2733960" y="3615594"/>
            <a:chExt cx="1529080" cy="561340"/>
          </a:xfrm>
        </p:grpSpPr>
        <p:sp>
          <p:nvSpPr>
            <p:cNvPr id="3" name="object 3"/>
            <p:cNvSpPr/>
            <p:nvPr/>
          </p:nvSpPr>
          <p:spPr>
            <a:xfrm>
              <a:off x="2736342" y="3617976"/>
              <a:ext cx="1524000" cy="556260"/>
            </a:xfrm>
            <a:custGeom>
              <a:avLst/>
              <a:gdLst/>
              <a:ahLst/>
              <a:cxnLst/>
              <a:rect l="l" t="t" r="r" b="b"/>
              <a:pathLst>
                <a:path w="1524000" h="556260">
                  <a:moveTo>
                    <a:pt x="761999" y="0"/>
                  </a:moveTo>
                  <a:lnTo>
                    <a:pt x="692561" y="1133"/>
                  </a:lnTo>
                  <a:lnTo>
                    <a:pt x="624885" y="4470"/>
                  </a:lnTo>
                  <a:lnTo>
                    <a:pt x="559240" y="9913"/>
                  </a:lnTo>
                  <a:lnTo>
                    <a:pt x="495893" y="17363"/>
                  </a:lnTo>
                  <a:lnTo>
                    <a:pt x="435111" y="26726"/>
                  </a:lnTo>
                  <a:lnTo>
                    <a:pt x="377161" y="37902"/>
                  </a:lnTo>
                  <a:lnTo>
                    <a:pt x="322311" y="50795"/>
                  </a:lnTo>
                  <a:lnTo>
                    <a:pt x="270828" y="65308"/>
                  </a:lnTo>
                  <a:lnTo>
                    <a:pt x="222980" y="81343"/>
                  </a:lnTo>
                  <a:lnTo>
                    <a:pt x="179033" y="98803"/>
                  </a:lnTo>
                  <a:lnTo>
                    <a:pt x="139255" y="117592"/>
                  </a:lnTo>
                  <a:lnTo>
                    <a:pt x="103914" y="137611"/>
                  </a:lnTo>
                  <a:lnTo>
                    <a:pt x="47609" y="180953"/>
                  </a:lnTo>
                  <a:lnTo>
                    <a:pt x="12258" y="228052"/>
                  </a:lnTo>
                  <a:lnTo>
                    <a:pt x="0" y="278129"/>
                  </a:lnTo>
                  <a:lnTo>
                    <a:pt x="3109" y="303379"/>
                  </a:lnTo>
                  <a:lnTo>
                    <a:pt x="27181" y="351913"/>
                  </a:lnTo>
                  <a:lnTo>
                    <a:pt x="73276" y="397164"/>
                  </a:lnTo>
                  <a:lnTo>
                    <a:pt x="139255" y="438335"/>
                  </a:lnTo>
                  <a:lnTo>
                    <a:pt x="179033" y="457142"/>
                  </a:lnTo>
                  <a:lnTo>
                    <a:pt x="222980" y="474630"/>
                  </a:lnTo>
                  <a:lnTo>
                    <a:pt x="270828" y="490700"/>
                  </a:lnTo>
                  <a:lnTo>
                    <a:pt x="322311" y="505253"/>
                  </a:lnTo>
                  <a:lnTo>
                    <a:pt x="377161" y="518188"/>
                  </a:lnTo>
                  <a:lnTo>
                    <a:pt x="435111" y="529406"/>
                  </a:lnTo>
                  <a:lnTo>
                    <a:pt x="495893" y="538808"/>
                  </a:lnTo>
                  <a:lnTo>
                    <a:pt x="559240" y="546294"/>
                  </a:lnTo>
                  <a:lnTo>
                    <a:pt x="624885" y="551764"/>
                  </a:lnTo>
                  <a:lnTo>
                    <a:pt x="692561" y="555119"/>
                  </a:lnTo>
                  <a:lnTo>
                    <a:pt x="761999" y="556260"/>
                  </a:lnTo>
                  <a:lnTo>
                    <a:pt x="831325" y="555119"/>
                  </a:lnTo>
                  <a:lnTo>
                    <a:pt x="898913" y="551764"/>
                  </a:lnTo>
                  <a:lnTo>
                    <a:pt x="964494" y="546294"/>
                  </a:lnTo>
                  <a:lnTo>
                    <a:pt x="1027798" y="538808"/>
                  </a:lnTo>
                  <a:lnTo>
                    <a:pt x="1088557" y="529406"/>
                  </a:lnTo>
                  <a:lnTo>
                    <a:pt x="1146499" y="518188"/>
                  </a:lnTo>
                  <a:lnTo>
                    <a:pt x="1201356" y="505253"/>
                  </a:lnTo>
                  <a:lnTo>
                    <a:pt x="1252857" y="490700"/>
                  </a:lnTo>
                  <a:lnTo>
                    <a:pt x="1300733" y="474630"/>
                  </a:lnTo>
                  <a:lnTo>
                    <a:pt x="1344715" y="457142"/>
                  </a:lnTo>
                  <a:lnTo>
                    <a:pt x="1384533" y="438335"/>
                  </a:lnTo>
                  <a:lnTo>
                    <a:pt x="1419916" y="418309"/>
                  </a:lnTo>
                  <a:lnTo>
                    <a:pt x="1476302" y="374999"/>
                  </a:lnTo>
                  <a:lnTo>
                    <a:pt x="1511716" y="328007"/>
                  </a:lnTo>
                  <a:lnTo>
                    <a:pt x="1523999" y="278129"/>
                  </a:lnTo>
                  <a:lnTo>
                    <a:pt x="1520884" y="252767"/>
                  </a:lnTo>
                  <a:lnTo>
                    <a:pt x="1496765" y="204081"/>
                  </a:lnTo>
                  <a:lnTo>
                    <a:pt x="1450596" y="158764"/>
                  </a:lnTo>
                  <a:lnTo>
                    <a:pt x="1384533" y="117592"/>
                  </a:lnTo>
                  <a:lnTo>
                    <a:pt x="1344715" y="98803"/>
                  </a:lnTo>
                  <a:lnTo>
                    <a:pt x="1300733" y="81343"/>
                  </a:lnTo>
                  <a:lnTo>
                    <a:pt x="1252857" y="65308"/>
                  </a:lnTo>
                  <a:lnTo>
                    <a:pt x="1201356" y="50795"/>
                  </a:lnTo>
                  <a:lnTo>
                    <a:pt x="1146499" y="37902"/>
                  </a:lnTo>
                  <a:lnTo>
                    <a:pt x="1088557" y="26726"/>
                  </a:lnTo>
                  <a:lnTo>
                    <a:pt x="1027798" y="17363"/>
                  </a:lnTo>
                  <a:lnTo>
                    <a:pt x="964494" y="9913"/>
                  </a:lnTo>
                  <a:lnTo>
                    <a:pt x="898913" y="4470"/>
                  </a:lnTo>
                  <a:lnTo>
                    <a:pt x="831325" y="1133"/>
                  </a:lnTo>
                  <a:lnTo>
                    <a:pt x="76199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36342" y="3617976"/>
              <a:ext cx="1524000" cy="556260"/>
            </a:xfrm>
            <a:custGeom>
              <a:avLst/>
              <a:gdLst/>
              <a:ahLst/>
              <a:cxnLst/>
              <a:rect l="l" t="t" r="r" b="b"/>
              <a:pathLst>
                <a:path w="1524000" h="556260">
                  <a:moveTo>
                    <a:pt x="761999" y="0"/>
                  </a:moveTo>
                  <a:lnTo>
                    <a:pt x="692561" y="1133"/>
                  </a:lnTo>
                  <a:lnTo>
                    <a:pt x="624885" y="4470"/>
                  </a:lnTo>
                  <a:lnTo>
                    <a:pt x="559240" y="9913"/>
                  </a:lnTo>
                  <a:lnTo>
                    <a:pt x="495893" y="17363"/>
                  </a:lnTo>
                  <a:lnTo>
                    <a:pt x="435111" y="26726"/>
                  </a:lnTo>
                  <a:lnTo>
                    <a:pt x="377161" y="37902"/>
                  </a:lnTo>
                  <a:lnTo>
                    <a:pt x="322311" y="50795"/>
                  </a:lnTo>
                  <a:lnTo>
                    <a:pt x="270828" y="65308"/>
                  </a:lnTo>
                  <a:lnTo>
                    <a:pt x="222980" y="81343"/>
                  </a:lnTo>
                  <a:lnTo>
                    <a:pt x="179033" y="98803"/>
                  </a:lnTo>
                  <a:lnTo>
                    <a:pt x="139255" y="117592"/>
                  </a:lnTo>
                  <a:lnTo>
                    <a:pt x="103914" y="137611"/>
                  </a:lnTo>
                  <a:lnTo>
                    <a:pt x="47609" y="180953"/>
                  </a:lnTo>
                  <a:lnTo>
                    <a:pt x="12258" y="228052"/>
                  </a:lnTo>
                  <a:lnTo>
                    <a:pt x="0" y="278129"/>
                  </a:lnTo>
                  <a:lnTo>
                    <a:pt x="3109" y="303379"/>
                  </a:lnTo>
                  <a:lnTo>
                    <a:pt x="27181" y="351913"/>
                  </a:lnTo>
                  <a:lnTo>
                    <a:pt x="73276" y="397164"/>
                  </a:lnTo>
                  <a:lnTo>
                    <a:pt x="139255" y="438335"/>
                  </a:lnTo>
                  <a:lnTo>
                    <a:pt x="179033" y="457142"/>
                  </a:lnTo>
                  <a:lnTo>
                    <a:pt x="222980" y="474630"/>
                  </a:lnTo>
                  <a:lnTo>
                    <a:pt x="270828" y="490700"/>
                  </a:lnTo>
                  <a:lnTo>
                    <a:pt x="322311" y="505253"/>
                  </a:lnTo>
                  <a:lnTo>
                    <a:pt x="377161" y="518188"/>
                  </a:lnTo>
                  <a:lnTo>
                    <a:pt x="435111" y="529406"/>
                  </a:lnTo>
                  <a:lnTo>
                    <a:pt x="495893" y="538808"/>
                  </a:lnTo>
                  <a:lnTo>
                    <a:pt x="559240" y="546294"/>
                  </a:lnTo>
                  <a:lnTo>
                    <a:pt x="624885" y="551764"/>
                  </a:lnTo>
                  <a:lnTo>
                    <a:pt x="692561" y="555119"/>
                  </a:lnTo>
                  <a:lnTo>
                    <a:pt x="761999" y="556260"/>
                  </a:lnTo>
                  <a:lnTo>
                    <a:pt x="831325" y="555119"/>
                  </a:lnTo>
                  <a:lnTo>
                    <a:pt x="898913" y="551764"/>
                  </a:lnTo>
                  <a:lnTo>
                    <a:pt x="964494" y="546294"/>
                  </a:lnTo>
                  <a:lnTo>
                    <a:pt x="1027798" y="538808"/>
                  </a:lnTo>
                  <a:lnTo>
                    <a:pt x="1088557" y="529406"/>
                  </a:lnTo>
                  <a:lnTo>
                    <a:pt x="1146499" y="518188"/>
                  </a:lnTo>
                  <a:lnTo>
                    <a:pt x="1201356" y="505253"/>
                  </a:lnTo>
                  <a:lnTo>
                    <a:pt x="1252857" y="490700"/>
                  </a:lnTo>
                  <a:lnTo>
                    <a:pt x="1300733" y="474630"/>
                  </a:lnTo>
                  <a:lnTo>
                    <a:pt x="1344715" y="457142"/>
                  </a:lnTo>
                  <a:lnTo>
                    <a:pt x="1384533" y="438335"/>
                  </a:lnTo>
                  <a:lnTo>
                    <a:pt x="1419916" y="418309"/>
                  </a:lnTo>
                  <a:lnTo>
                    <a:pt x="1476302" y="374999"/>
                  </a:lnTo>
                  <a:lnTo>
                    <a:pt x="1511716" y="328007"/>
                  </a:lnTo>
                  <a:lnTo>
                    <a:pt x="1523999" y="278129"/>
                  </a:lnTo>
                  <a:lnTo>
                    <a:pt x="1520884" y="252767"/>
                  </a:lnTo>
                  <a:lnTo>
                    <a:pt x="1496765" y="204081"/>
                  </a:lnTo>
                  <a:lnTo>
                    <a:pt x="1450596" y="158764"/>
                  </a:lnTo>
                  <a:lnTo>
                    <a:pt x="1384533" y="117592"/>
                  </a:lnTo>
                  <a:lnTo>
                    <a:pt x="1344715" y="98803"/>
                  </a:lnTo>
                  <a:lnTo>
                    <a:pt x="1300733" y="81343"/>
                  </a:lnTo>
                  <a:lnTo>
                    <a:pt x="1252857" y="65308"/>
                  </a:lnTo>
                  <a:lnTo>
                    <a:pt x="1201356" y="50795"/>
                  </a:lnTo>
                  <a:lnTo>
                    <a:pt x="1146499" y="37902"/>
                  </a:lnTo>
                  <a:lnTo>
                    <a:pt x="1088557" y="26726"/>
                  </a:lnTo>
                  <a:lnTo>
                    <a:pt x="1027798" y="17363"/>
                  </a:lnTo>
                  <a:lnTo>
                    <a:pt x="964494" y="9913"/>
                  </a:lnTo>
                  <a:lnTo>
                    <a:pt x="898913" y="4470"/>
                  </a:lnTo>
                  <a:lnTo>
                    <a:pt x="831325" y="1133"/>
                  </a:lnTo>
                  <a:lnTo>
                    <a:pt x="761999" y="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64002" y="3701796"/>
              <a:ext cx="876300" cy="266700"/>
            </a:xfrm>
            <a:custGeom>
              <a:avLst/>
              <a:gdLst/>
              <a:ahLst/>
              <a:cxnLst/>
              <a:rect l="l" t="t" r="r" b="b"/>
              <a:pathLst>
                <a:path w="876300" h="266700">
                  <a:moveTo>
                    <a:pt x="438150" y="0"/>
                  </a:moveTo>
                  <a:lnTo>
                    <a:pt x="366999" y="1738"/>
                  </a:lnTo>
                  <a:lnTo>
                    <a:pt x="299533" y="6772"/>
                  </a:lnTo>
                  <a:lnTo>
                    <a:pt x="236648" y="14833"/>
                  </a:lnTo>
                  <a:lnTo>
                    <a:pt x="179240" y="25651"/>
                  </a:lnTo>
                  <a:lnTo>
                    <a:pt x="128206" y="38957"/>
                  </a:lnTo>
                  <a:lnTo>
                    <a:pt x="84441" y="54479"/>
                  </a:lnTo>
                  <a:lnTo>
                    <a:pt x="48842" y="71950"/>
                  </a:lnTo>
                  <a:lnTo>
                    <a:pt x="5725" y="111655"/>
                  </a:lnTo>
                  <a:lnTo>
                    <a:pt x="0" y="133350"/>
                  </a:lnTo>
                  <a:lnTo>
                    <a:pt x="5725" y="155044"/>
                  </a:lnTo>
                  <a:lnTo>
                    <a:pt x="48842" y="194749"/>
                  </a:lnTo>
                  <a:lnTo>
                    <a:pt x="84441" y="212220"/>
                  </a:lnTo>
                  <a:lnTo>
                    <a:pt x="128206" y="227742"/>
                  </a:lnTo>
                  <a:lnTo>
                    <a:pt x="179240" y="241048"/>
                  </a:lnTo>
                  <a:lnTo>
                    <a:pt x="236648" y="251866"/>
                  </a:lnTo>
                  <a:lnTo>
                    <a:pt x="299533" y="259927"/>
                  </a:lnTo>
                  <a:lnTo>
                    <a:pt x="366999" y="264961"/>
                  </a:lnTo>
                  <a:lnTo>
                    <a:pt x="438150" y="266700"/>
                  </a:lnTo>
                  <a:lnTo>
                    <a:pt x="509115" y="264961"/>
                  </a:lnTo>
                  <a:lnTo>
                    <a:pt x="576474" y="259927"/>
                  </a:lnTo>
                  <a:lnTo>
                    <a:pt x="639315" y="251866"/>
                  </a:lnTo>
                  <a:lnTo>
                    <a:pt x="696730" y="241048"/>
                  </a:lnTo>
                  <a:lnTo>
                    <a:pt x="747807" y="227742"/>
                  </a:lnTo>
                  <a:lnTo>
                    <a:pt x="791638" y="212220"/>
                  </a:lnTo>
                  <a:lnTo>
                    <a:pt x="827313" y="194749"/>
                  </a:lnTo>
                  <a:lnTo>
                    <a:pt x="870553" y="155044"/>
                  </a:lnTo>
                  <a:lnTo>
                    <a:pt x="876300" y="133350"/>
                  </a:lnTo>
                  <a:lnTo>
                    <a:pt x="870553" y="111655"/>
                  </a:lnTo>
                  <a:lnTo>
                    <a:pt x="827313" y="71950"/>
                  </a:lnTo>
                  <a:lnTo>
                    <a:pt x="791638" y="54479"/>
                  </a:lnTo>
                  <a:lnTo>
                    <a:pt x="747807" y="38957"/>
                  </a:lnTo>
                  <a:lnTo>
                    <a:pt x="696730" y="25651"/>
                  </a:lnTo>
                  <a:lnTo>
                    <a:pt x="639315" y="14833"/>
                  </a:lnTo>
                  <a:lnTo>
                    <a:pt x="576474" y="6772"/>
                  </a:lnTo>
                  <a:lnTo>
                    <a:pt x="509115" y="173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64002" y="3701796"/>
              <a:ext cx="876300" cy="266700"/>
            </a:xfrm>
            <a:custGeom>
              <a:avLst/>
              <a:gdLst/>
              <a:ahLst/>
              <a:cxnLst/>
              <a:rect l="l" t="t" r="r" b="b"/>
              <a:pathLst>
                <a:path w="876300" h="266700">
                  <a:moveTo>
                    <a:pt x="438150" y="0"/>
                  </a:moveTo>
                  <a:lnTo>
                    <a:pt x="366999" y="1738"/>
                  </a:lnTo>
                  <a:lnTo>
                    <a:pt x="299533" y="6772"/>
                  </a:lnTo>
                  <a:lnTo>
                    <a:pt x="236648" y="14833"/>
                  </a:lnTo>
                  <a:lnTo>
                    <a:pt x="179240" y="25651"/>
                  </a:lnTo>
                  <a:lnTo>
                    <a:pt x="128206" y="38957"/>
                  </a:lnTo>
                  <a:lnTo>
                    <a:pt x="84441" y="54479"/>
                  </a:lnTo>
                  <a:lnTo>
                    <a:pt x="48842" y="71950"/>
                  </a:lnTo>
                  <a:lnTo>
                    <a:pt x="5725" y="111655"/>
                  </a:lnTo>
                  <a:lnTo>
                    <a:pt x="0" y="133350"/>
                  </a:lnTo>
                  <a:lnTo>
                    <a:pt x="5725" y="155044"/>
                  </a:lnTo>
                  <a:lnTo>
                    <a:pt x="48842" y="194749"/>
                  </a:lnTo>
                  <a:lnTo>
                    <a:pt x="84441" y="212220"/>
                  </a:lnTo>
                  <a:lnTo>
                    <a:pt x="128206" y="227742"/>
                  </a:lnTo>
                  <a:lnTo>
                    <a:pt x="179240" y="241048"/>
                  </a:lnTo>
                  <a:lnTo>
                    <a:pt x="236648" y="251866"/>
                  </a:lnTo>
                  <a:lnTo>
                    <a:pt x="299533" y="259927"/>
                  </a:lnTo>
                  <a:lnTo>
                    <a:pt x="366999" y="264961"/>
                  </a:lnTo>
                  <a:lnTo>
                    <a:pt x="438150" y="266700"/>
                  </a:lnTo>
                  <a:lnTo>
                    <a:pt x="509115" y="264961"/>
                  </a:lnTo>
                  <a:lnTo>
                    <a:pt x="576474" y="259927"/>
                  </a:lnTo>
                  <a:lnTo>
                    <a:pt x="639315" y="251866"/>
                  </a:lnTo>
                  <a:lnTo>
                    <a:pt x="696730" y="241048"/>
                  </a:lnTo>
                  <a:lnTo>
                    <a:pt x="747807" y="227742"/>
                  </a:lnTo>
                  <a:lnTo>
                    <a:pt x="791638" y="212220"/>
                  </a:lnTo>
                  <a:lnTo>
                    <a:pt x="827313" y="194749"/>
                  </a:lnTo>
                  <a:lnTo>
                    <a:pt x="870553" y="155044"/>
                  </a:lnTo>
                  <a:lnTo>
                    <a:pt x="876300" y="133350"/>
                  </a:lnTo>
                  <a:lnTo>
                    <a:pt x="870553" y="111655"/>
                  </a:lnTo>
                  <a:lnTo>
                    <a:pt x="827313" y="71950"/>
                  </a:lnTo>
                  <a:lnTo>
                    <a:pt x="791638" y="54479"/>
                  </a:lnTo>
                  <a:lnTo>
                    <a:pt x="747807" y="38957"/>
                  </a:lnTo>
                  <a:lnTo>
                    <a:pt x="696730" y="25651"/>
                  </a:lnTo>
                  <a:lnTo>
                    <a:pt x="639315" y="14833"/>
                  </a:lnTo>
                  <a:lnTo>
                    <a:pt x="576474" y="6772"/>
                  </a:lnTo>
                  <a:lnTo>
                    <a:pt x="509115" y="1738"/>
                  </a:lnTo>
                  <a:lnTo>
                    <a:pt x="438150" y="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1205"/>
              </a:spcBef>
            </a:pPr>
            <a:r>
              <a:rPr sz="2200" spc="-5" dirty="0">
                <a:latin typeface="Arial MT"/>
                <a:cs typeface="Arial MT"/>
              </a:rPr>
              <a:t>BEBERAPA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TERMINOLOGI</a:t>
            </a:r>
            <a:endParaRPr sz="2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610"/>
              </a:spcBef>
              <a:buChar char="•"/>
              <a:tabLst>
                <a:tab pos="440055" algn="l"/>
              </a:tabLst>
            </a:pPr>
            <a:r>
              <a:rPr sz="1400" spc="-10" dirty="0">
                <a:latin typeface="Arial MT"/>
                <a:cs typeface="Arial MT"/>
              </a:rPr>
              <a:t>PEKERJAAN</a:t>
            </a:r>
            <a:endParaRPr sz="14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14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Kodrat </a:t>
            </a:r>
            <a:r>
              <a:rPr sz="1200" dirty="0">
                <a:latin typeface="Arial MT"/>
                <a:cs typeface="Arial MT"/>
              </a:rPr>
              <a:t>manusia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untuk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bertahan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hidup</a:t>
            </a:r>
            <a:r>
              <a:rPr sz="1200" spc="-5" dirty="0">
                <a:latin typeface="Arial MT"/>
                <a:cs typeface="Arial MT"/>
              </a:rPr>
              <a:t> di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dunia</a:t>
            </a:r>
            <a:endParaRPr sz="1200">
              <a:latin typeface="Arial MT"/>
              <a:cs typeface="Arial MT"/>
            </a:endParaRPr>
          </a:p>
          <a:p>
            <a:pPr marL="639445" marR="376555" lvl="1" indent="-143510">
              <a:lnSpc>
                <a:spcPts val="1300"/>
              </a:lnSpc>
              <a:spcBef>
                <a:spcPts val="30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Suatu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aktivitas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manusia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untuk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memenuhi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kebutuhan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hidupnya.</a:t>
            </a:r>
            <a:endParaRPr sz="1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440055" algn="l"/>
              </a:tabLst>
            </a:pPr>
            <a:r>
              <a:rPr sz="1400" spc="-10" dirty="0">
                <a:latin typeface="Arial MT"/>
                <a:cs typeface="Arial MT"/>
              </a:rPr>
              <a:t>PROFESI</a:t>
            </a:r>
            <a:endParaRPr sz="1400">
              <a:latin typeface="Arial MT"/>
              <a:cs typeface="Arial MT"/>
            </a:endParaRPr>
          </a:p>
          <a:p>
            <a:pPr marL="639445" marR="393700" lvl="1" indent="-143510">
              <a:lnSpc>
                <a:spcPts val="1300"/>
              </a:lnSpc>
              <a:spcBef>
                <a:spcPts val="30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Bagian dari pekerjaan, tetapi tidak semua pekerjaan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adalah</a:t>
            </a:r>
            <a:r>
              <a:rPr sz="1200" spc="-5" dirty="0">
                <a:latin typeface="Arial MT"/>
                <a:cs typeface="Arial MT"/>
              </a:rPr>
              <a:t> profesi</a:t>
            </a:r>
            <a:endParaRPr sz="1200">
              <a:latin typeface="Arial MT"/>
              <a:cs typeface="Arial MT"/>
            </a:endParaRPr>
          </a:p>
          <a:p>
            <a:pPr marL="639445" marR="307975" lvl="1" indent="-143510">
              <a:lnSpc>
                <a:spcPct val="89900"/>
              </a:lnSpc>
              <a:spcBef>
                <a:spcPts val="26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Adalah </a:t>
            </a:r>
            <a:r>
              <a:rPr sz="1200" dirty="0">
                <a:latin typeface="Arial MT"/>
                <a:cs typeface="Arial MT"/>
              </a:rPr>
              <a:t>pekerjaan yang mengharuskan </a:t>
            </a:r>
            <a:r>
              <a:rPr sz="1200" spc="-5" dirty="0">
                <a:latin typeface="Arial MT"/>
                <a:cs typeface="Arial MT"/>
              </a:rPr>
              <a:t>pelakunya </a:t>
            </a:r>
            <a:r>
              <a:rPr sz="1200" dirty="0">
                <a:latin typeface="Arial MT"/>
                <a:cs typeface="Arial MT"/>
              </a:rPr>
              <a:t> memiliki </a:t>
            </a:r>
            <a:r>
              <a:rPr sz="1200" spc="-5" dirty="0">
                <a:latin typeface="Arial MT"/>
                <a:cs typeface="Arial MT"/>
              </a:rPr>
              <a:t>pengetahuan yang diperoleh dari pendidikan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formal </a:t>
            </a:r>
            <a:r>
              <a:rPr sz="1200" spc="-5" dirty="0">
                <a:latin typeface="Arial MT"/>
                <a:cs typeface="Arial MT"/>
              </a:rPr>
              <a:t>dan </a:t>
            </a:r>
            <a:r>
              <a:rPr sz="1200" dirty="0">
                <a:latin typeface="Arial MT"/>
                <a:cs typeface="Arial MT"/>
              </a:rPr>
              <a:t>ketrampilan </a:t>
            </a:r>
            <a:r>
              <a:rPr sz="1200" spc="-5" dirty="0">
                <a:latin typeface="Arial MT"/>
                <a:cs typeface="Arial MT"/>
              </a:rPr>
              <a:t>tertentu yang diperoleh </a:t>
            </a:r>
            <a:r>
              <a:rPr sz="1200" dirty="0">
                <a:latin typeface="Arial MT"/>
                <a:cs typeface="Arial MT"/>
              </a:rPr>
              <a:t> melalui </a:t>
            </a:r>
            <a:r>
              <a:rPr sz="1200" spc="-5" dirty="0">
                <a:latin typeface="Arial MT"/>
                <a:cs typeface="Arial MT"/>
              </a:rPr>
              <a:t>praktek </a:t>
            </a:r>
            <a:r>
              <a:rPr sz="1200" dirty="0">
                <a:latin typeface="Arial MT"/>
                <a:cs typeface="Arial MT"/>
              </a:rPr>
              <a:t>dan pengalaman kerja pada orang 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yang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terlebih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dahulu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menguasai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ketrampilan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tersebut</a:t>
            </a:r>
            <a:endParaRPr sz="1200">
              <a:latin typeface="Arial MT"/>
              <a:cs typeface="Arial MT"/>
            </a:endParaRPr>
          </a:p>
          <a:p>
            <a:pPr marL="2073910" marR="1928495" indent="9525" algn="ctr">
              <a:lnSpc>
                <a:spcPct val="185700"/>
              </a:lnSpc>
              <a:spcBef>
                <a:spcPts val="865"/>
              </a:spcBef>
            </a:pPr>
            <a:r>
              <a:rPr sz="700" b="1" spc="-5" dirty="0">
                <a:latin typeface="Arial"/>
                <a:cs typeface="Arial"/>
              </a:rPr>
              <a:t>PROFESI </a:t>
            </a:r>
            <a:r>
              <a:rPr sz="700" b="1" dirty="0">
                <a:latin typeface="Arial"/>
                <a:cs typeface="Arial"/>
              </a:rPr>
              <a:t> </a:t>
            </a:r>
            <a:r>
              <a:rPr sz="700" b="1" spc="-5" dirty="0">
                <a:latin typeface="Arial"/>
                <a:cs typeface="Arial"/>
              </a:rPr>
              <a:t>PEKER</a:t>
            </a:r>
            <a:r>
              <a:rPr sz="700" b="1" spc="10" dirty="0">
                <a:latin typeface="Arial"/>
                <a:cs typeface="Arial"/>
              </a:rPr>
              <a:t>J</a:t>
            </a:r>
            <a:r>
              <a:rPr sz="700" b="1" spc="-10" dirty="0">
                <a:latin typeface="Arial"/>
                <a:cs typeface="Arial"/>
              </a:rPr>
              <a:t>AA</a:t>
            </a:r>
            <a:r>
              <a:rPr sz="700" b="1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1505"/>
              </a:spcBef>
            </a:pPr>
            <a:r>
              <a:rPr sz="2200" spc="-5" dirty="0">
                <a:latin typeface="Arial MT"/>
                <a:cs typeface="Arial MT"/>
              </a:rPr>
              <a:t>BEBERAPA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TERMINOLOGI</a:t>
            </a:r>
            <a:endParaRPr sz="2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1945"/>
              </a:spcBef>
              <a:buChar char="•"/>
              <a:tabLst>
                <a:tab pos="440055" algn="l"/>
              </a:tabLst>
            </a:pPr>
            <a:r>
              <a:rPr sz="1400" spc="-5" dirty="0">
                <a:latin typeface="Arial MT"/>
                <a:cs typeface="Arial MT"/>
              </a:rPr>
              <a:t>PROFESIONAL:</a:t>
            </a:r>
            <a:endParaRPr sz="14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9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Menguasai ilmu secara mendalam dalam bidangnya</a:t>
            </a:r>
            <a:endParaRPr sz="1200">
              <a:latin typeface="Arial MT"/>
              <a:cs typeface="Arial MT"/>
            </a:endParaRPr>
          </a:p>
          <a:p>
            <a:pPr marL="639445" marR="1019810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640080" algn="l"/>
              </a:tabLst>
            </a:pPr>
            <a:r>
              <a:rPr sz="1200" dirty="0">
                <a:latin typeface="Arial MT"/>
                <a:cs typeface="Arial MT"/>
              </a:rPr>
              <a:t>Mampu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mengkonversikan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ilmunya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menjadi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ketrampilan</a:t>
            </a:r>
            <a:endParaRPr sz="12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Selalu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menjunjung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tinggi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etika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dan integritas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profesi</a:t>
            </a:r>
            <a:endParaRPr sz="1200">
              <a:latin typeface="Arial MT"/>
              <a:cs typeface="Arial MT"/>
            </a:endParaRPr>
          </a:p>
          <a:p>
            <a:pPr marL="639445" marR="274955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Memiliki sikap: </a:t>
            </a:r>
            <a:r>
              <a:rPr sz="1200" dirty="0">
                <a:latin typeface="Arial MT"/>
                <a:cs typeface="Arial MT"/>
              </a:rPr>
              <a:t>komitmen </a:t>
            </a:r>
            <a:r>
              <a:rPr sz="1200" spc="-5" dirty="0">
                <a:latin typeface="Arial MT"/>
                <a:cs typeface="Arial MT"/>
              </a:rPr>
              <a:t>tinggi, jujur, tanggungjawab,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berpikir sistematis,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menguasai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materi</a:t>
            </a:r>
            <a:endParaRPr sz="1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334"/>
              </a:spcBef>
              <a:buChar char="•"/>
              <a:tabLst>
                <a:tab pos="440055" algn="l"/>
              </a:tabLst>
            </a:pPr>
            <a:r>
              <a:rPr sz="1400" spc="-10" dirty="0">
                <a:latin typeface="Arial MT"/>
                <a:cs typeface="Arial MT"/>
              </a:rPr>
              <a:t>PROFESIONALISME</a:t>
            </a:r>
            <a:endParaRPr sz="1400">
              <a:latin typeface="Arial MT"/>
              <a:cs typeface="Arial MT"/>
            </a:endParaRPr>
          </a:p>
          <a:p>
            <a:pPr marL="639445" marR="331470" lvl="1" indent="-143510">
              <a:lnSpc>
                <a:spcPct val="100000"/>
              </a:lnSpc>
              <a:spcBef>
                <a:spcPts val="290"/>
              </a:spcBef>
              <a:buChar char="–"/>
              <a:tabLst>
                <a:tab pos="640080" algn="l"/>
              </a:tabLst>
            </a:pPr>
            <a:r>
              <a:rPr sz="1200" dirty="0">
                <a:latin typeface="Arial MT"/>
                <a:cs typeface="Arial MT"/>
              </a:rPr>
              <a:t>Nilai-nilai profesional </a:t>
            </a:r>
            <a:r>
              <a:rPr sz="1200" spc="-5" dirty="0">
                <a:latin typeface="Arial MT"/>
                <a:cs typeface="Arial MT"/>
              </a:rPr>
              <a:t>harus menjadi bagian dan </a:t>
            </a:r>
            <a:r>
              <a:rPr sz="1200" dirty="0">
                <a:latin typeface="Arial MT"/>
                <a:cs typeface="Arial MT"/>
              </a:rPr>
              <a:t>telah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menjiwai seseorang </a:t>
            </a:r>
            <a:r>
              <a:rPr sz="1200" spc="-5" dirty="0">
                <a:latin typeface="Arial MT"/>
                <a:cs typeface="Arial MT"/>
              </a:rPr>
              <a:t>yang </a:t>
            </a:r>
            <a:r>
              <a:rPr sz="1200" dirty="0">
                <a:latin typeface="Arial MT"/>
                <a:cs typeface="Arial MT"/>
              </a:rPr>
              <a:t>sedang mengemban 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sebuah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profesi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1505"/>
              </a:spcBef>
            </a:pPr>
            <a:r>
              <a:rPr sz="2200" spc="-5" dirty="0">
                <a:latin typeface="Arial MT"/>
                <a:cs typeface="Arial MT"/>
              </a:rPr>
              <a:t>BEBERAPA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TERMINOLOGI</a:t>
            </a:r>
            <a:endParaRPr sz="2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1345"/>
              </a:spcBef>
              <a:buChar char="•"/>
              <a:tabLst>
                <a:tab pos="440055" algn="l"/>
              </a:tabLst>
            </a:pPr>
            <a:r>
              <a:rPr sz="1600" spc="-5" dirty="0">
                <a:latin typeface="Arial MT"/>
                <a:cs typeface="Arial MT"/>
              </a:rPr>
              <a:t>PROFESIONALISME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(lanjutan)</a:t>
            </a:r>
            <a:endParaRPr sz="1600">
              <a:latin typeface="Arial MT"/>
              <a:cs typeface="Arial MT"/>
            </a:endParaRPr>
          </a:p>
          <a:p>
            <a:pPr marL="640080" marR="473075" lvl="1" indent="-143510">
              <a:lnSpc>
                <a:spcPct val="100899"/>
              </a:lnSpc>
              <a:spcBef>
                <a:spcPts val="325"/>
              </a:spcBef>
              <a:buChar char="–"/>
              <a:tabLst>
                <a:tab pos="640080" algn="l"/>
              </a:tabLst>
            </a:pPr>
            <a:r>
              <a:rPr sz="1400" spc="-5" dirty="0">
                <a:latin typeface="Arial MT"/>
                <a:cs typeface="Arial MT"/>
              </a:rPr>
              <a:t>Usaha-usaha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untuk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meningkatkan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kemampuan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profesional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bidang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teknologi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komputer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&amp;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informasi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adalah:</a:t>
            </a:r>
            <a:endParaRPr sz="1400">
              <a:latin typeface="Arial MT"/>
              <a:cs typeface="Arial MT"/>
            </a:endParaRPr>
          </a:p>
          <a:p>
            <a:pPr marL="897255" lvl="2" indent="-201295">
              <a:lnSpc>
                <a:spcPct val="100000"/>
              </a:lnSpc>
              <a:spcBef>
                <a:spcPts val="259"/>
              </a:spcBef>
              <a:buAutoNum type="arabicPeriod"/>
              <a:tabLst>
                <a:tab pos="897890" algn="l"/>
              </a:tabLst>
            </a:pPr>
            <a:r>
              <a:rPr sz="1200" spc="-5" dirty="0">
                <a:latin typeface="Arial MT"/>
                <a:cs typeface="Arial MT"/>
              </a:rPr>
              <a:t>Sertifikasi</a:t>
            </a:r>
            <a:endParaRPr sz="1200">
              <a:latin typeface="Arial MT"/>
              <a:cs typeface="Arial MT"/>
            </a:endParaRPr>
          </a:p>
          <a:p>
            <a:pPr marL="897255" lvl="2" indent="-20129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897890" algn="l"/>
              </a:tabLst>
            </a:pPr>
            <a:r>
              <a:rPr sz="1200" spc="-5" dirty="0">
                <a:latin typeface="Arial MT"/>
                <a:cs typeface="Arial MT"/>
              </a:rPr>
              <a:t>Akreditasi</a:t>
            </a:r>
            <a:endParaRPr sz="1200">
              <a:latin typeface="Arial MT"/>
              <a:cs typeface="Arial MT"/>
            </a:endParaRPr>
          </a:p>
          <a:p>
            <a:pPr marL="897255" lvl="2" indent="-201295">
              <a:lnSpc>
                <a:spcPct val="100000"/>
              </a:lnSpc>
              <a:spcBef>
                <a:spcPts val="284"/>
              </a:spcBef>
              <a:buAutoNum type="arabicPeriod"/>
              <a:tabLst>
                <a:tab pos="897890" algn="l"/>
              </a:tabLst>
            </a:pPr>
            <a:r>
              <a:rPr sz="1200" dirty="0">
                <a:latin typeface="Arial MT"/>
                <a:cs typeface="Arial MT"/>
              </a:rPr>
              <a:t>Forum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Komunikasi</a:t>
            </a:r>
            <a:endParaRPr sz="1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380"/>
              </a:spcBef>
              <a:buChar char="•"/>
              <a:tabLst>
                <a:tab pos="440055" algn="l"/>
              </a:tabLst>
            </a:pPr>
            <a:r>
              <a:rPr sz="1600" spc="-5" dirty="0">
                <a:latin typeface="Arial MT"/>
                <a:cs typeface="Arial MT"/>
              </a:rPr>
              <a:t>ETIKA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PROFESI</a:t>
            </a:r>
            <a:endParaRPr sz="1600">
              <a:latin typeface="Arial MT"/>
              <a:cs typeface="Arial MT"/>
            </a:endParaRPr>
          </a:p>
          <a:p>
            <a:pPr marL="640080" marR="443230" lvl="1" indent="-143510">
              <a:lnSpc>
                <a:spcPct val="100000"/>
              </a:lnSpc>
              <a:spcBef>
                <a:spcPts val="335"/>
              </a:spcBef>
              <a:buChar char="–"/>
              <a:tabLst>
                <a:tab pos="640080" algn="l"/>
              </a:tabLst>
            </a:pPr>
            <a:r>
              <a:rPr sz="1400" spc="-5" dirty="0">
                <a:latin typeface="Arial MT"/>
                <a:cs typeface="Arial MT"/>
              </a:rPr>
              <a:t>Penggunaan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bakuan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dari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evaluasi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moral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terhadap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masalah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penting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dalam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kehidupan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profesional.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Times New Roman"/>
              <a:cs typeface="Times New Roman"/>
            </a:endParaRPr>
          </a:p>
          <a:p>
            <a:pPr marL="150495" algn="ctr">
              <a:lnSpc>
                <a:spcPct val="100000"/>
              </a:lnSpc>
            </a:pPr>
            <a:r>
              <a:rPr sz="2200" spc="-5" dirty="0">
                <a:latin typeface="Tahoma"/>
                <a:cs typeface="Tahoma"/>
              </a:rPr>
              <a:t>DILEMA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ETIKA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PROFESI</a:t>
            </a:r>
            <a:endParaRPr sz="2200">
              <a:latin typeface="Tahoma"/>
              <a:cs typeface="Tahoma"/>
            </a:endParaRPr>
          </a:p>
          <a:p>
            <a:pPr marL="522605" marR="324485" indent="-254635">
              <a:lnSpc>
                <a:spcPts val="1340"/>
              </a:lnSpc>
              <a:spcBef>
                <a:spcPts val="1280"/>
              </a:spcBef>
              <a:buChar char="•"/>
              <a:tabLst>
                <a:tab pos="522605" algn="l"/>
                <a:tab pos="523240" algn="l"/>
              </a:tabLst>
            </a:pPr>
            <a:r>
              <a:rPr sz="1400" spc="-5" dirty="0">
                <a:latin typeface="Tahoma"/>
                <a:cs typeface="Tahoma"/>
              </a:rPr>
              <a:t>Issue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pokok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yang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menjadi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sumber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dilema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etika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hubungan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klien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–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profesional</a:t>
            </a:r>
            <a:endParaRPr sz="1400">
              <a:latin typeface="Tahoma"/>
              <a:cs typeface="Tahoma"/>
            </a:endParaRPr>
          </a:p>
          <a:p>
            <a:pPr marL="728980" lvl="1" indent="-20701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729615" algn="l"/>
              </a:tabLst>
            </a:pPr>
            <a:r>
              <a:rPr sz="1400" spc="-10" dirty="0">
                <a:latin typeface="Tahoma"/>
                <a:cs typeface="Tahoma"/>
              </a:rPr>
              <a:t>Prinsip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dasar</a:t>
            </a:r>
            <a:endParaRPr sz="1400">
              <a:latin typeface="Tahoma"/>
              <a:cs typeface="Tahoma"/>
            </a:endParaRPr>
          </a:p>
          <a:p>
            <a:pPr marL="728980" lvl="1" indent="-20701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729615" algn="l"/>
              </a:tabLst>
            </a:pPr>
            <a:r>
              <a:rPr sz="1400" spc="-5" dirty="0">
                <a:latin typeface="Tahoma"/>
                <a:cs typeface="Tahoma"/>
              </a:rPr>
              <a:t>Egoisme</a:t>
            </a:r>
            <a:endParaRPr sz="1400">
              <a:latin typeface="Tahoma"/>
              <a:cs typeface="Tahoma"/>
            </a:endParaRPr>
          </a:p>
          <a:p>
            <a:pPr marL="729615" lvl="1" indent="-207010">
              <a:lnSpc>
                <a:spcPct val="100000"/>
              </a:lnSpc>
              <a:buAutoNum type="arabicPeriod"/>
              <a:tabLst>
                <a:tab pos="729615" algn="l"/>
              </a:tabLst>
            </a:pPr>
            <a:r>
              <a:rPr sz="1400" spc="-5" dirty="0">
                <a:latin typeface="Tahoma"/>
                <a:cs typeface="Tahoma"/>
              </a:rPr>
              <a:t>Kerahasiaan</a:t>
            </a:r>
            <a:endParaRPr sz="1400">
              <a:latin typeface="Tahoma"/>
              <a:cs typeface="Tahoma"/>
            </a:endParaRPr>
          </a:p>
          <a:p>
            <a:pPr marL="899160" lvl="2" indent="-174625">
              <a:lnSpc>
                <a:spcPct val="100000"/>
              </a:lnSpc>
              <a:spcBef>
                <a:spcPts val="200"/>
              </a:spcBef>
              <a:buAutoNum type="alphaLcPeriod"/>
              <a:tabLst>
                <a:tab pos="899794" algn="l"/>
              </a:tabLst>
            </a:pPr>
            <a:r>
              <a:rPr sz="1200" spc="-5" dirty="0">
                <a:latin typeface="Tahoma"/>
                <a:cs typeface="Tahoma"/>
              </a:rPr>
              <a:t>Pragmatisme</a:t>
            </a:r>
            <a:endParaRPr sz="1200">
              <a:latin typeface="Tahoma"/>
              <a:cs typeface="Tahoma"/>
            </a:endParaRPr>
          </a:p>
          <a:p>
            <a:pPr marL="951865" lvl="2" indent="-227329">
              <a:lnSpc>
                <a:spcPct val="100000"/>
              </a:lnSpc>
              <a:spcBef>
                <a:spcPts val="35"/>
              </a:spcBef>
              <a:buAutoNum type="alphaLcPeriod"/>
              <a:tabLst>
                <a:tab pos="952500" algn="l"/>
              </a:tabLst>
            </a:pPr>
            <a:r>
              <a:rPr sz="1200" dirty="0">
                <a:latin typeface="Tahoma"/>
                <a:cs typeface="Tahoma"/>
              </a:rPr>
              <a:t>Hak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Azazi</a:t>
            </a:r>
            <a:endParaRPr sz="1200">
              <a:latin typeface="Tahoma"/>
              <a:cs typeface="Tahoma"/>
            </a:endParaRPr>
          </a:p>
          <a:p>
            <a:pPr marL="728980" lvl="1" indent="-20701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729615" algn="l"/>
              </a:tabLst>
            </a:pPr>
            <a:r>
              <a:rPr sz="1400" spc="-5" dirty="0">
                <a:latin typeface="Tahoma"/>
                <a:cs typeface="Tahoma"/>
              </a:rPr>
              <a:t>Otonomi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Klien</a:t>
            </a:r>
            <a:endParaRPr sz="1400">
              <a:latin typeface="Tahoma"/>
              <a:cs typeface="Tahoma"/>
            </a:endParaRPr>
          </a:p>
          <a:p>
            <a:pPr marL="522605" indent="-255270">
              <a:lnSpc>
                <a:spcPts val="1680"/>
              </a:lnSpc>
              <a:buChar char="•"/>
              <a:tabLst>
                <a:tab pos="522605" algn="l"/>
                <a:tab pos="523240" algn="l"/>
              </a:tabLst>
            </a:pPr>
            <a:r>
              <a:rPr sz="1400" spc="-5" dirty="0">
                <a:latin typeface="Tahoma"/>
                <a:cs typeface="Tahoma"/>
              </a:rPr>
              <a:t>Kode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Etik</a:t>
            </a:r>
            <a:endParaRPr sz="1400">
              <a:latin typeface="Tahoma"/>
              <a:cs typeface="Tahoma"/>
            </a:endParaRPr>
          </a:p>
          <a:p>
            <a:pPr marL="725170" marR="262255" indent="-146050">
              <a:lnSpc>
                <a:spcPct val="79900"/>
              </a:lnSpc>
              <a:spcBef>
                <a:spcPts val="290"/>
              </a:spcBef>
              <a:buChar char="•"/>
              <a:tabLst>
                <a:tab pos="725805" algn="l"/>
              </a:tabLst>
            </a:pPr>
            <a:r>
              <a:rPr sz="1200" dirty="0">
                <a:latin typeface="Tahoma"/>
                <a:cs typeface="Tahoma"/>
              </a:rPr>
              <a:t>Tata </a:t>
            </a:r>
            <a:r>
              <a:rPr sz="1200" spc="-5" dirty="0">
                <a:latin typeface="Tahoma"/>
                <a:cs typeface="Tahoma"/>
              </a:rPr>
              <a:t>aturan berdasarkan </a:t>
            </a:r>
            <a:r>
              <a:rPr sz="1200" dirty="0">
                <a:latin typeface="Tahoma"/>
                <a:cs typeface="Tahoma"/>
              </a:rPr>
              <a:t>aspek </a:t>
            </a:r>
            <a:r>
              <a:rPr sz="1200" spc="-5" dirty="0">
                <a:latin typeface="Tahoma"/>
                <a:cs typeface="Tahoma"/>
              </a:rPr>
              <a:t>etika </a:t>
            </a:r>
            <a:r>
              <a:rPr sz="1200" dirty="0">
                <a:latin typeface="Tahoma"/>
                <a:cs typeface="Tahoma"/>
              </a:rPr>
              <a:t>dan moral yang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disepakati bersama oleh anggota </a:t>
            </a:r>
            <a:r>
              <a:rPr sz="1200" spc="-5" dirty="0">
                <a:latin typeface="Tahoma"/>
                <a:cs typeface="Tahoma"/>
              </a:rPr>
              <a:t>suatu asosiasi 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profesi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untuk dijadikan</a:t>
            </a:r>
            <a:r>
              <a:rPr sz="1200" dirty="0">
                <a:latin typeface="Tahoma"/>
                <a:cs typeface="Tahoma"/>
              </a:rPr>
              <a:t> pedoman dalam</a:t>
            </a:r>
            <a:r>
              <a:rPr sz="1200" spc="-5" dirty="0">
                <a:latin typeface="Tahoma"/>
                <a:cs typeface="Tahoma"/>
              </a:rPr>
              <a:t> bertindak 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secara </a:t>
            </a:r>
            <a:r>
              <a:rPr sz="1200" dirty="0">
                <a:latin typeface="Tahoma"/>
                <a:cs typeface="Tahoma"/>
              </a:rPr>
              <a:t>profesional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82245" rIns="0" bIns="0" rtlCol="0">
            <a:spAutoFit/>
          </a:bodyPr>
          <a:lstStyle/>
          <a:p>
            <a:pPr marL="466090">
              <a:lnSpc>
                <a:spcPct val="100000"/>
              </a:lnSpc>
              <a:spcBef>
                <a:spcPts val="1435"/>
              </a:spcBef>
            </a:pPr>
            <a:r>
              <a:rPr sz="2000" spc="-5" dirty="0">
                <a:latin typeface="Tahoma"/>
                <a:cs typeface="Tahoma"/>
              </a:rPr>
              <a:t>KODE ETIK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&amp; PROFESIONALISME</a:t>
            </a:r>
            <a:endParaRPr sz="2000">
              <a:latin typeface="Tahoma"/>
              <a:cs typeface="Tahoma"/>
            </a:endParaRPr>
          </a:p>
          <a:p>
            <a:pPr marL="440055" marR="937894" indent="-172720">
              <a:lnSpc>
                <a:spcPts val="1340"/>
              </a:lnSpc>
              <a:spcBef>
                <a:spcPts val="2035"/>
              </a:spcBef>
              <a:buFont typeface="Wingdings"/>
              <a:buChar char=""/>
              <a:tabLst>
                <a:tab pos="440690" algn="l"/>
              </a:tabLst>
            </a:pPr>
            <a:r>
              <a:rPr sz="1400" spc="-5" dirty="0">
                <a:latin typeface="Tahoma"/>
                <a:cs typeface="Tahoma"/>
              </a:rPr>
              <a:t>Tujuan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penyusunan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kode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etik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&amp;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perilaku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profesional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:</a:t>
            </a:r>
            <a:endParaRPr sz="1400">
              <a:latin typeface="Tahoma"/>
              <a:cs typeface="Tahoma"/>
            </a:endParaRPr>
          </a:p>
          <a:p>
            <a:pPr marL="664845" marR="341630" lvl="1" indent="-167640">
              <a:lnSpc>
                <a:spcPct val="80100"/>
              </a:lnSpc>
              <a:spcBef>
                <a:spcPts val="280"/>
              </a:spcBef>
              <a:buChar char="•"/>
              <a:tabLst>
                <a:tab pos="665480" algn="l"/>
              </a:tabLst>
            </a:pPr>
            <a:r>
              <a:rPr sz="1150" spc="-5" dirty="0">
                <a:latin typeface="Tahoma"/>
                <a:cs typeface="Tahoma"/>
              </a:rPr>
              <a:t>Memberi </a:t>
            </a:r>
            <a:r>
              <a:rPr sz="1150" dirty="0">
                <a:latin typeface="Tahoma"/>
                <a:cs typeface="Tahoma"/>
              </a:rPr>
              <a:t>pedoman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spc="-5" dirty="0">
                <a:latin typeface="Tahoma"/>
                <a:cs typeface="Tahoma"/>
              </a:rPr>
              <a:t>bagi</a:t>
            </a:r>
            <a:r>
              <a:rPr sz="1150" dirty="0">
                <a:latin typeface="Tahoma"/>
                <a:cs typeface="Tahoma"/>
              </a:rPr>
              <a:t> anggota asosiasi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dalam</a:t>
            </a:r>
            <a:r>
              <a:rPr sz="1150" spc="-5" dirty="0">
                <a:latin typeface="Tahoma"/>
                <a:cs typeface="Tahoma"/>
              </a:rPr>
              <a:t> aspek- </a:t>
            </a:r>
            <a:r>
              <a:rPr sz="1150" spc="-34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aspek</a:t>
            </a:r>
            <a:r>
              <a:rPr sz="1150" spc="-5" dirty="0">
                <a:latin typeface="Tahoma"/>
                <a:cs typeface="Tahoma"/>
              </a:rPr>
              <a:t> etika</a:t>
            </a:r>
            <a:r>
              <a:rPr sz="1150" dirty="0">
                <a:latin typeface="Tahoma"/>
                <a:cs typeface="Tahoma"/>
              </a:rPr>
              <a:t> dan moral, </a:t>
            </a:r>
            <a:r>
              <a:rPr sz="1150" spc="-5" dirty="0">
                <a:latin typeface="Tahoma"/>
                <a:cs typeface="Tahoma"/>
              </a:rPr>
              <a:t>terutama</a:t>
            </a:r>
            <a:r>
              <a:rPr sz="1150" dirty="0">
                <a:latin typeface="Tahoma"/>
                <a:cs typeface="Tahoma"/>
              </a:rPr>
              <a:t> yang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berada</a:t>
            </a:r>
            <a:r>
              <a:rPr sz="1150" spc="10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di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luar 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jangkauan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hukum,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undang-undang </a:t>
            </a:r>
            <a:r>
              <a:rPr sz="1150" spc="-5" dirty="0">
                <a:latin typeface="Tahoma"/>
                <a:cs typeface="Tahoma"/>
              </a:rPr>
              <a:t>dan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peraturan- 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peraturan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yang berlaku</a:t>
            </a:r>
            <a:endParaRPr sz="1150">
              <a:latin typeface="Tahoma"/>
              <a:cs typeface="Tahoma"/>
            </a:endParaRPr>
          </a:p>
          <a:p>
            <a:pPr marL="664845" marR="368935" lvl="1" indent="-167640">
              <a:lnSpc>
                <a:spcPct val="80100"/>
              </a:lnSpc>
              <a:spcBef>
                <a:spcPts val="280"/>
              </a:spcBef>
              <a:buChar char="•"/>
              <a:tabLst>
                <a:tab pos="665480" algn="l"/>
              </a:tabLst>
            </a:pPr>
            <a:r>
              <a:rPr sz="1150" spc="-5" dirty="0">
                <a:latin typeface="Tahoma"/>
                <a:cs typeface="Tahoma"/>
              </a:rPr>
              <a:t>Memberi </a:t>
            </a:r>
            <a:r>
              <a:rPr sz="1150" dirty="0">
                <a:latin typeface="Tahoma"/>
                <a:cs typeface="Tahoma"/>
              </a:rPr>
              <a:t>perlindungan bagi kelompok masyarakat 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terhadap berbagai macam perilaku yang merugikan, 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sebagai akibat adanya kegiatan </a:t>
            </a:r>
            <a:r>
              <a:rPr sz="1150" spc="-5" dirty="0">
                <a:latin typeface="Tahoma"/>
                <a:cs typeface="Tahoma"/>
              </a:rPr>
              <a:t>di </a:t>
            </a:r>
            <a:r>
              <a:rPr sz="1150" dirty="0">
                <a:latin typeface="Tahoma"/>
                <a:cs typeface="Tahoma"/>
              </a:rPr>
              <a:t>bidang </a:t>
            </a:r>
            <a:r>
              <a:rPr sz="1150" spc="-5" dirty="0">
                <a:latin typeface="Tahoma"/>
                <a:cs typeface="Tahoma"/>
              </a:rPr>
              <a:t>profesi </a:t>
            </a:r>
            <a:r>
              <a:rPr sz="1150" dirty="0">
                <a:latin typeface="Tahoma"/>
                <a:cs typeface="Tahoma"/>
              </a:rPr>
              <a:t>yang </a:t>
            </a:r>
            <a:r>
              <a:rPr sz="1150" spc="-34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bersangkutan</a:t>
            </a:r>
            <a:endParaRPr sz="1150">
              <a:latin typeface="Tahoma"/>
              <a:cs typeface="Tahoma"/>
            </a:endParaRPr>
          </a:p>
          <a:p>
            <a:pPr marL="440055" indent="-172720">
              <a:lnSpc>
                <a:spcPts val="1675"/>
              </a:lnSpc>
              <a:spcBef>
                <a:spcPts val="10"/>
              </a:spcBef>
              <a:buChar char="•"/>
              <a:tabLst>
                <a:tab pos="440690" algn="l"/>
              </a:tabLst>
            </a:pPr>
            <a:r>
              <a:rPr sz="1400" spc="-5" dirty="0">
                <a:latin typeface="Tahoma"/>
                <a:cs typeface="Tahoma"/>
              </a:rPr>
              <a:t>Usaha untuk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meningkatkan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kode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etik :</a:t>
            </a:r>
            <a:endParaRPr sz="1400">
              <a:latin typeface="Tahoma"/>
              <a:cs typeface="Tahoma"/>
            </a:endParaRPr>
          </a:p>
          <a:p>
            <a:pPr marL="664845" marR="455930" lvl="1" indent="-167640">
              <a:lnSpc>
                <a:spcPts val="1110"/>
              </a:lnSpc>
              <a:spcBef>
                <a:spcPts val="259"/>
              </a:spcBef>
              <a:buChar char="•"/>
              <a:tabLst>
                <a:tab pos="665480" algn="l"/>
              </a:tabLst>
            </a:pPr>
            <a:r>
              <a:rPr sz="1150" spc="-5" dirty="0">
                <a:latin typeface="Tahoma"/>
                <a:cs typeface="Tahoma"/>
              </a:rPr>
              <a:t>Menyebarkan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spc="-5" dirty="0">
                <a:latin typeface="Tahoma"/>
                <a:cs typeface="Tahoma"/>
              </a:rPr>
              <a:t>dokumen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spc="-5" dirty="0">
                <a:latin typeface="Tahoma"/>
                <a:cs typeface="Tahoma"/>
              </a:rPr>
              <a:t>kode</a:t>
            </a:r>
            <a:r>
              <a:rPr sz="1150" spc="5" dirty="0">
                <a:latin typeface="Tahoma"/>
                <a:cs typeface="Tahoma"/>
              </a:rPr>
              <a:t> </a:t>
            </a:r>
            <a:r>
              <a:rPr sz="1150" spc="-5" dirty="0">
                <a:latin typeface="Tahoma"/>
                <a:cs typeface="Tahoma"/>
              </a:rPr>
              <a:t>etik</a:t>
            </a:r>
            <a:r>
              <a:rPr sz="1150" spc="15" dirty="0">
                <a:latin typeface="Tahoma"/>
                <a:cs typeface="Tahoma"/>
              </a:rPr>
              <a:t> </a:t>
            </a:r>
            <a:r>
              <a:rPr sz="1150" spc="-5" dirty="0">
                <a:latin typeface="Tahoma"/>
                <a:cs typeface="Tahoma"/>
              </a:rPr>
              <a:t>kepada</a:t>
            </a:r>
            <a:r>
              <a:rPr sz="1150" spc="10" dirty="0">
                <a:latin typeface="Tahoma"/>
                <a:cs typeface="Tahoma"/>
              </a:rPr>
              <a:t> </a:t>
            </a:r>
            <a:r>
              <a:rPr sz="1150" spc="-5" dirty="0">
                <a:latin typeface="Tahoma"/>
                <a:cs typeface="Tahoma"/>
              </a:rPr>
              <a:t>orang</a:t>
            </a:r>
            <a:r>
              <a:rPr sz="1150" spc="10" dirty="0">
                <a:latin typeface="Tahoma"/>
                <a:cs typeface="Tahoma"/>
              </a:rPr>
              <a:t> </a:t>
            </a:r>
            <a:r>
              <a:rPr sz="1150" spc="-5" dirty="0">
                <a:latin typeface="Tahoma"/>
                <a:cs typeface="Tahoma"/>
              </a:rPr>
              <a:t>yang </a:t>
            </a:r>
            <a:r>
              <a:rPr sz="1150" spc="-34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menyandang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profesi yang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bersangkutan</a:t>
            </a:r>
            <a:endParaRPr sz="1150">
              <a:latin typeface="Tahoma"/>
              <a:cs typeface="Tahoma"/>
            </a:endParaRPr>
          </a:p>
          <a:p>
            <a:pPr marL="664845" lvl="1" indent="-168275">
              <a:lnSpc>
                <a:spcPct val="100000"/>
              </a:lnSpc>
              <a:spcBef>
                <a:spcPts val="5"/>
              </a:spcBef>
              <a:buChar char="•"/>
              <a:tabLst>
                <a:tab pos="665480" algn="l"/>
              </a:tabLst>
            </a:pPr>
            <a:r>
              <a:rPr sz="1150" spc="-5" dirty="0">
                <a:latin typeface="Tahoma"/>
                <a:cs typeface="Tahoma"/>
              </a:rPr>
              <a:t>Melakukan</a:t>
            </a:r>
            <a:r>
              <a:rPr sz="1150" spc="-1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promosi</a:t>
            </a:r>
            <a:r>
              <a:rPr sz="1150" spc="-10" dirty="0">
                <a:latin typeface="Tahoma"/>
                <a:cs typeface="Tahoma"/>
              </a:rPr>
              <a:t> </a:t>
            </a:r>
            <a:r>
              <a:rPr sz="1150" spc="-5" dirty="0">
                <a:latin typeface="Tahoma"/>
                <a:cs typeface="Tahoma"/>
              </a:rPr>
              <a:t>etika</a:t>
            </a:r>
            <a:r>
              <a:rPr sz="1150" spc="-10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profesional</a:t>
            </a:r>
            <a:endParaRPr sz="1150">
              <a:latin typeface="Tahoma"/>
              <a:cs typeface="Tahoma"/>
            </a:endParaRPr>
          </a:p>
          <a:p>
            <a:pPr marL="664845" lvl="1" indent="-168275">
              <a:lnSpc>
                <a:spcPct val="100000"/>
              </a:lnSpc>
              <a:buChar char="•"/>
              <a:tabLst>
                <a:tab pos="665480" algn="l"/>
              </a:tabLst>
            </a:pPr>
            <a:r>
              <a:rPr sz="1150" spc="-5" dirty="0">
                <a:latin typeface="Tahoma"/>
                <a:cs typeface="Tahoma"/>
              </a:rPr>
              <a:t>Memberikan</a:t>
            </a:r>
            <a:r>
              <a:rPr sz="1150" spc="-1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sanksi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disipliner</a:t>
            </a:r>
            <a:r>
              <a:rPr sz="1150" spc="-10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yang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melanggar</a:t>
            </a:r>
            <a:r>
              <a:rPr sz="1150" spc="-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kode</a:t>
            </a:r>
            <a:r>
              <a:rPr sz="1150" spc="-5" dirty="0">
                <a:latin typeface="Tahoma"/>
                <a:cs typeface="Tahoma"/>
              </a:rPr>
              <a:t> etik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2419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</a:pPr>
            <a:r>
              <a:rPr sz="2200" dirty="0">
                <a:latin typeface="Arial MT"/>
                <a:cs typeface="Arial MT"/>
              </a:rPr>
              <a:t>PR</a:t>
            </a:r>
            <a:endParaRPr sz="2200">
              <a:latin typeface="Arial MT"/>
              <a:cs typeface="Arial MT"/>
            </a:endParaRPr>
          </a:p>
          <a:p>
            <a:pPr marL="523875" marR="431800" indent="-256540">
              <a:lnSpc>
                <a:spcPct val="89800"/>
              </a:lnSpc>
              <a:spcBef>
                <a:spcPts val="1885"/>
              </a:spcBef>
              <a:buChar char="•"/>
              <a:tabLst>
                <a:tab pos="523875" algn="l"/>
                <a:tab pos="524510" algn="l"/>
              </a:tabLst>
            </a:pPr>
            <a:r>
              <a:rPr sz="1600" spc="-5" dirty="0">
                <a:latin typeface="Arial MT"/>
                <a:cs typeface="Arial MT"/>
              </a:rPr>
              <a:t>Carilah berita di media masa baik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tercetak maupun digital yang mengupas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tentang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salah satu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dari isyu:</a:t>
            </a:r>
            <a:endParaRPr sz="1600">
              <a:latin typeface="Arial MT"/>
              <a:cs typeface="Arial MT"/>
            </a:endParaRPr>
          </a:p>
          <a:p>
            <a:pPr marL="836930" lvl="1" indent="-25654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837565" algn="l"/>
              </a:tabLst>
            </a:pPr>
            <a:r>
              <a:rPr sz="1400" spc="-5" dirty="0">
                <a:latin typeface="Arial MT"/>
                <a:cs typeface="Arial MT"/>
              </a:rPr>
              <a:t>Profesionalisme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atau</a:t>
            </a:r>
            <a:endParaRPr sz="1400">
              <a:latin typeface="Arial MT"/>
              <a:cs typeface="Arial MT"/>
            </a:endParaRPr>
          </a:p>
          <a:p>
            <a:pPr marL="836930" lvl="1" indent="-25654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837565" algn="l"/>
              </a:tabLst>
            </a:pPr>
            <a:r>
              <a:rPr sz="1400" spc="-5" dirty="0">
                <a:latin typeface="Arial MT"/>
                <a:cs typeface="Arial MT"/>
              </a:rPr>
              <a:t>Kode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Etik</a:t>
            </a:r>
            <a:endParaRPr sz="1400">
              <a:latin typeface="Arial MT"/>
              <a:cs typeface="Arial MT"/>
            </a:endParaRPr>
          </a:p>
          <a:p>
            <a:pPr marL="523875" marR="464184" indent="-256540">
              <a:lnSpc>
                <a:spcPct val="89900"/>
              </a:lnSpc>
              <a:spcBef>
                <a:spcPts val="385"/>
              </a:spcBef>
              <a:buChar char="•"/>
              <a:tabLst>
                <a:tab pos="523875" algn="l"/>
                <a:tab pos="524510" algn="l"/>
              </a:tabLst>
            </a:pPr>
            <a:r>
              <a:rPr sz="1600" spc="-5" dirty="0">
                <a:latin typeface="Arial MT"/>
                <a:cs typeface="Arial MT"/>
              </a:rPr>
              <a:t>Buatlah komentar tentang berita yang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sedang dimuat itu berdasarkan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pemahaman anda sendiri sebanyak 3-4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paragraf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saja.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1479" y="3608832"/>
            <a:ext cx="841392" cy="53187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200158" y="1301496"/>
            <a:ext cx="1111250" cy="1175385"/>
            <a:chOff x="4200158" y="1301496"/>
            <a:chExt cx="1111250" cy="1175385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0158" y="1301496"/>
              <a:ext cx="835821" cy="5981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2082" y="1911096"/>
              <a:ext cx="829005" cy="56540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190238" y="2451354"/>
            <a:ext cx="1148715" cy="1113790"/>
            <a:chOff x="4190238" y="2451354"/>
            <a:chExt cx="1148715" cy="111379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8071" y="3022092"/>
              <a:ext cx="840565" cy="5425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0238" y="2451354"/>
              <a:ext cx="853146" cy="56540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56182" y="919986"/>
            <a:ext cx="39185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Arial"/>
                <a:cs typeface="Arial"/>
              </a:rPr>
              <a:t>BIDANG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KEAHLIAN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KOMPUTER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19297" y="1301496"/>
            <a:ext cx="2635304" cy="28956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88719" y="3807967"/>
            <a:ext cx="21018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spc="-5" dirty="0">
                <a:latin typeface="Arial MT"/>
                <a:cs typeface="Arial MT"/>
              </a:rPr>
              <a:t>19</a:t>
            </a:r>
            <a:r>
              <a:rPr sz="700" spc="-10" dirty="0">
                <a:latin typeface="Arial MT"/>
                <a:cs typeface="Arial MT"/>
              </a:rPr>
              <a:t>6</a:t>
            </a:r>
            <a:r>
              <a:rPr sz="700" dirty="0"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19200" y="3739896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>
                <a:moveTo>
                  <a:pt x="0" y="0"/>
                </a:moveTo>
                <a:lnTo>
                  <a:pt x="933450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90877" y="3801872"/>
            <a:ext cx="21018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spc="-5" dirty="0">
                <a:latin typeface="Arial MT"/>
                <a:cs typeface="Arial MT"/>
              </a:rPr>
              <a:t>19</a:t>
            </a:r>
            <a:r>
              <a:rPr sz="700" spc="-10" dirty="0">
                <a:latin typeface="Arial MT"/>
                <a:cs typeface="Arial MT"/>
              </a:rPr>
              <a:t>9</a:t>
            </a:r>
            <a:r>
              <a:rPr sz="700" dirty="0"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89303" y="1581150"/>
            <a:ext cx="463550" cy="2209800"/>
          </a:xfrm>
          <a:custGeom>
            <a:avLst/>
            <a:gdLst/>
            <a:ahLst/>
            <a:cxnLst/>
            <a:rect l="l" t="t" r="r" b="b"/>
            <a:pathLst>
              <a:path w="463550" h="2209800">
                <a:moveTo>
                  <a:pt x="0" y="0"/>
                </a:moveTo>
                <a:lnTo>
                  <a:pt x="0" y="2196846"/>
                </a:lnTo>
              </a:path>
              <a:path w="463550" h="2209800">
                <a:moveTo>
                  <a:pt x="76200" y="444246"/>
                </a:moveTo>
                <a:lnTo>
                  <a:pt x="76200" y="2202941"/>
                </a:lnTo>
              </a:path>
              <a:path w="463550" h="2209800">
                <a:moveTo>
                  <a:pt x="126491" y="749046"/>
                </a:moveTo>
                <a:lnTo>
                  <a:pt x="126491" y="2196846"/>
                </a:lnTo>
              </a:path>
              <a:path w="463550" h="2209800">
                <a:moveTo>
                  <a:pt x="310895" y="1320546"/>
                </a:moveTo>
                <a:lnTo>
                  <a:pt x="310895" y="2209800"/>
                </a:lnTo>
              </a:path>
              <a:path w="463550" h="2209800">
                <a:moveTo>
                  <a:pt x="463295" y="2025396"/>
                </a:moveTo>
                <a:lnTo>
                  <a:pt x="463295" y="2190750"/>
                </a:lnTo>
              </a:path>
            </a:pathLst>
          </a:custGeom>
          <a:ln w="4762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39923" y="3364431"/>
            <a:ext cx="173355" cy="315595"/>
          </a:xfrm>
          <a:prstGeom prst="rect">
            <a:avLst/>
          </a:prstGeom>
        </p:spPr>
        <p:txBody>
          <a:bodyPr vert="vert270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500" b="1" dirty="0">
                <a:latin typeface="Arial"/>
                <a:cs typeface="Arial"/>
              </a:rPr>
              <a:t>B</a:t>
            </a:r>
            <a:r>
              <a:rPr sz="500" b="1" spc="-5" dirty="0">
                <a:latin typeface="Arial"/>
                <a:cs typeface="Arial"/>
              </a:rPr>
              <a:t> </a:t>
            </a:r>
            <a:r>
              <a:rPr sz="500" b="1" dirty="0">
                <a:latin typeface="Arial"/>
                <a:cs typeface="Arial"/>
              </a:rPr>
              <a:t>I</a:t>
            </a:r>
            <a:r>
              <a:rPr sz="500" b="1" spc="-5" dirty="0">
                <a:latin typeface="Arial"/>
                <a:cs typeface="Arial"/>
              </a:rPr>
              <a:t> </a:t>
            </a:r>
            <a:r>
              <a:rPr sz="500" b="1" dirty="0">
                <a:latin typeface="Arial"/>
                <a:cs typeface="Arial"/>
              </a:rPr>
              <a:t>T</a:t>
            </a:r>
            <a:endParaRPr sz="5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65"/>
              </a:spcBef>
            </a:pPr>
            <a:r>
              <a:rPr sz="450" b="1" dirty="0">
                <a:latin typeface="Arial"/>
                <a:cs typeface="Arial"/>
              </a:rPr>
              <a:t>B</a:t>
            </a:r>
            <a:r>
              <a:rPr sz="450" b="1" spc="-30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Y</a:t>
            </a:r>
            <a:r>
              <a:rPr sz="450" b="1" spc="-2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T</a:t>
            </a:r>
            <a:r>
              <a:rPr sz="450" b="1" spc="-2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E</a:t>
            </a:r>
            <a:endParaRPr sz="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52527" y="3428470"/>
            <a:ext cx="89535" cy="23177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450" b="1" dirty="0">
                <a:latin typeface="Arial"/>
                <a:cs typeface="Arial"/>
              </a:rPr>
              <a:t>B A</a:t>
            </a:r>
            <a:r>
              <a:rPr sz="450" b="1" spc="-10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S E</a:t>
            </a:r>
            <a:endParaRPr sz="4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5745" y="3183767"/>
            <a:ext cx="89535" cy="178435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450" b="1" dirty="0">
                <a:latin typeface="Arial"/>
                <a:cs typeface="Arial"/>
              </a:rPr>
              <a:t>R E C</a:t>
            </a:r>
            <a:endParaRPr sz="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49096" y="77419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689860" y="5081270"/>
            <a:ext cx="14871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200" b="1" spc="-5" dirty="0">
                <a:latin typeface="Arial"/>
                <a:cs typeface="Arial"/>
              </a:rPr>
              <a:t>Computing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09700" y="5516879"/>
            <a:ext cx="3975735" cy="2743200"/>
            <a:chOff x="1409700" y="5516879"/>
            <a:chExt cx="3975735" cy="274320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9700" y="5516879"/>
              <a:ext cx="3975354" cy="2743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62862" y="7972044"/>
              <a:ext cx="2832354" cy="2484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88869" y="5978651"/>
              <a:ext cx="2931985" cy="150387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804922" y="6528306"/>
            <a:ext cx="11938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Arial MT"/>
                <a:cs typeface="Arial MT"/>
              </a:rPr>
              <a:t>CS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82773" y="5628132"/>
            <a:ext cx="2954655" cy="1480185"/>
            <a:chOff x="2382773" y="5628132"/>
            <a:chExt cx="2954655" cy="1480185"/>
          </a:xfrm>
        </p:grpSpPr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82773" y="5628132"/>
              <a:ext cx="2954295" cy="147751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984753" y="6015228"/>
              <a:ext cx="2273300" cy="1090930"/>
            </a:xfrm>
            <a:custGeom>
              <a:avLst/>
              <a:gdLst/>
              <a:ahLst/>
              <a:cxnLst/>
              <a:rect l="l" t="t" r="r" b="b"/>
              <a:pathLst>
                <a:path w="2273300" h="1090929">
                  <a:moveTo>
                    <a:pt x="1136142" y="0"/>
                  </a:moveTo>
                  <a:lnTo>
                    <a:pt x="1071630" y="864"/>
                  </a:lnTo>
                  <a:lnTo>
                    <a:pt x="1008068" y="3428"/>
                  </a:lnTo>
                  <a:lnTo>
                    <a:pt x="945551" y="7644"/>
                  </a:lnTo>
                  <a:lnTo>
                    <a:pt x="884174" y="13466"/>
                  </a:lnTo>
                  <a:lnTo>
                    <a:pt x="824033" y="20848"/>
                  </a:lnTo>
                  <a:lnTo>
                    <a:pt x="765223" y="29744"/>
                  </a:lnTo>
                  <a:lnTo>
                    <a:pt x="707840" y="40107"/>
                  </a:lnTo>
                  <a:lnTo>
                    <a:pt x="651981" y="51891"/>
                  </a:lnTo>
                  <a:lnTo>
                    <a:pt x="597739" y="65049"/>
                  </a:lnTo>
                  <a:lnTo>
                    <a:pt x="545212" y="79536"/>
                  </a:lnTo>
                  <a:lnTo>
                    <a:pt x="494494" y="95305"/>
                  </a:lnTo>
                  <a:lnTo>
                    <a:pt x="445682" y="112310"/>
                  </a:lnTo>
                  <a:lnTo>
                    <a:pt x="398870" y="130504"/>
                  </a:lnTo>
                  <a:lnTo>
                    <a:pt x="354154" y="149841"/>
                  </a:lnTo>
                  <a:lnTo>
                    <a:pt x="311631" y="170276"/>
                  </a:lnTo>
                  <a:lnTo>
                    <a:pt x="271395" y="191760"/>
                  </a:lnTo>
                  <a:lnTo>
                    <a:pt x="233542" y="214249"/>
                  </a:lnTo>
                  <a:lnTo>
                    <a:pt x="198168" y="237696"/>
                  </a:lnTo>
                  <a:lnTo>
                    <a:pt x="165369" y="262054"/>
                  </a:lnTo>
                  <a:lnTo>
                    <a:pt x="135239" y="287278"/>
                  </a:lnTo>
                  <a:lnTo>
                    <a:pt x="83373" y="340136"/>
                  </a:lnTo>
                  <a:lnTo>
                    <a:pt x="43334" y="395900"/>
                  </a:lnTo>
                  <a:lnTo>
                    <a:pt x="15887" y="454199"/>
                  </a:lnTo>
                  <a:lnTo>
                    <a:pt x="1797" y="514663"/>
                  </a:lnTo>
                  <a:lnTo>
                    <a:pt x="0" y="545592"/>
                  </a:lnTo>
                  <a:lnTo>
                    <a:pt x="1797" y="576517"/>
                  </a:lnTo>
                  <a:lnTo>
                    <a:pt x="15887" y="636961"/>
                  </a:lnTo>
                  <a:lnTo>
                    <a:pt x="43334" y="695223"/>
                  </a:lnTo>
                  <a:lnTo>
                    <a:pt x="83373" y="750935"/>
                  </a:lnTo>
                  <a:lnTo>
                    <a:pt x="135239" y="803730"/>
                  </a:lnTo>
                  <a:lnTo>
                    <a:pt x="165369" y="828919"/>
                  </a:lnTo>
                  <a:lnTo>
                    <a:pt x="198168" y="853241"/>
                  </a:lnTo>
                  <a:lnTo>
                    <a:pt x="233542" y="876650"/>
                  </a:lnTo>
                  <a:lnTo>
                    <a:pt x="271395" y="899101"/>
                  </a:lnTo>
                  <a:lnTo>
                    <a:pt x="311631" y="920546"/>
                  </a:lnTo>
                  <a:lnTo>
                    <a:pt x="354154" y="940941"/>
                  </a:lnTo>
                  <a:lnTo>
                    <a:pt x="398870" y="960239"/>
                  </a:lnTo>
                  <a:lnTo>
                    <a:pt x="445682" y="978394"/>
                  </a:lnTo>
                  <a:lnTo>
                    <a:pt x="494494" y="995361"/>
                  </a:lnTo>
                  <a:lnTo>
                    <a:pt x="545212" y="1011094"/>
                  </a:lnTo>
                  <a:lnTo>
                    <a:pt x="597739" y="1025546"/>
                  </a:lnTo>
                  <a:lnTo>
                    <a:pt x="651981" y="1038672"/>
                  </a:lnTo>
                  <a:lnTo>
                    <a:pt x="707840" y="1050426"/>
                  </a:lnTo>
                  <a:lnTo>
                    <a:pt x="765223" y="1060761"/>
                  </a:lnTo>
                  <a:lnTo>
                    <a:pt x="824033" y="1069633"/>
                  </a:lnTo>
                  <a:lnTo>
                    <a:pt x="884174" y="1076994"/>
                  </a:lnTo>
                  <a:lnTo>
                    <a:pt x="945551" y="1082800"/>
                  </a:lnTo>
                  <a:lnTo>
                    <a:pt x="1008068" y="1087003"/>
                  </a:lnTo>
                  <a:lnTo>
                    <a:pt x="1071630" y="1089559"/>
                  </a:lnTo>
                  <a:lnTo>
                    <a:pt x="1136142" y="1090422"/>
                  </a:lnTo>
                  <a:lnTo>
                    <a:pt x="1200655" y="1089559"/>
                  </a:lnTo>
                  <a:lnTo>
                    <a:pt x="1264225" y="1087003"/>
                  </a:lnTo>
                  <a:lnTo>
                    <a:pt x="1326755" y="1082800"/>
                  </a:lnTo>
                  <a:lnTo>
                    <a:pt x="1388149" y="1076994"/>
                  </a:lnTo>
                  <a:lnTo>
                    <a:pt x="1448311" y="1069633"/>
                  </a:lnTo>
                  <a:lnTo>
                    <a:pt x="1507144" y="1060761"/>
                  </a:lnTo>
                  <a:lnTo>
                    <a:pt x="1564554" y="1050426"/>
                  </a:lnTo>
                  <a:lnTo>
                    <a:pt x="1620444" y="1038672"/>
                  </a:lnTo>
                  <a:lnTo>
                    <a:pt x="1674718" y="1025546"/>
                  </a:lnTo>
                  <a:lnTo>
                    <a:pt x="1727280" y="1011094"/>
                  </a:lnTo>
                  <a:lnTo>
                    <a:pt x="1778035" y="995361"/>
                  </a:lnTo>
                  <a:lnTo>
                    <a:pt x="1826885" y="978394"/>
                  </a:lnTo>
                  <a:lnTo>
                    <a:pt x="1873735" y="960239"/>
                  </a:lnTo>
                  <a:lnTo>
                    <a:pt x="1918490" y="940941"/>
                  </a:lnTo>
                  <a:lnTo>
                    <a:pt x="1961053" y="920546"/>
                  </a:lnTo>
                  <a:lnTo>
                    <a:pt x="2001328" y="899101"/>
                  </a:lnTo>
                  <a:lnTo>
                    <a:pt x="2039219" y="876650"/>
                  </a:lnTo>
                  <a:lnTo>
                    <a:pt x="2074631" y="853241"/>
                  </a:lnTo>
                  <a:lnTo>
                    <a:pt x="2107467" y="828919"/>
                  </a:lnTo>
                  <a:lnTo>
                    <a:pt x="2137631" y="803730"/>
                  </a:lnTo>
                  <a:lnTo>
                    <a:pt x="2189560" y="750935"/>
                  </a:lnTo>
                  <a:lnTo>
                    <a:pt x="2229651" y="695223"/>
                  </a:lnTo>
                  <a:lnTo>
                    <a:pt x="2257136" y="636961"/>
                  </a:lnTo>
                  <a:lnTo>
                    <a:pt x="2271246" y="576517"/>
                  </a:lnTo>
                  <a:lnTo>
                    <a:pt x="2273046" y="545592"/>
                  </a:lnTo>
                  <a:lnTo>
                    <a:pt x="2271246" y="514663"/>
                  </a:lnTo>
                  <a:lnTo>
                    <a:pt x="2257136" y="454199"/>
                  </a:lnTo>
                  <a:lnTo>
                    <a:pt x="2229651" y="395900"/>
                  </a:lnTo>
                  <a:lnTo>
                    <a:pt x="2189560" y="340136"/>
                  </a:lnTo>
                  <a:lnTo>
                    <a:pt x="2137631" y="287278"/>
                  </a:lnTo>
                  <a:lnTo>
                    <a:pt x="2107467" y="262054"/>
                  </a:lnTo>
                  <a:lnTo>
                    <a:pt x="2074631" y="237696"/>
                  </a:lnTo>
                  <a:lnTo>
                    <a:pt x="2039219" y="214249"/>
                  </a:lnTo>
                  <a:lnTo>
                    <a:pt x="2001328" y="191760"/>
                  </a:lnTo>
                  <a:lnTo>
                    <a:pt x="1961053" y="170276"/>
                  </a:lnTo>
                  <a:lnTo>
                    <a:pt x="1918490" y="149841"/>
                  </a:lnTo>
                  <a:lnTo>
                    <a:pt x="1873735" y="130504"/>
                  </a:lnTo>
                  <a:lnTo>
                    <a:pt x="1826885" y="112310"/>
                  </a:lnTo>
                  <a:lnTo>
                    <a:pt x="1778035" y="95305"/>
                  </a:lnTo>
                  <a:lnTo>
                    <a:pt x="1727280" y="79536"/>
                  </a:lnTo>
                  <a:lnTo>
                    <a:pt x="1674718" y="65049"/>
                  </a:lnTo>
                  <a:lnTo>
                    <a:pt x="1620444" y="51891"/>
                  </a:lnTo>
                  <a:lnTo>
                    <a:pt x="1564554" y="40107"/>
                  </a:lnTo>
                  <a:lnTo>
                    <a:pt x="1507144" y="29744"/>
                  </a:lnTo>
                  <a:lnTo>
                    <a:pt x="1448311" y="20848"/>
                  </a:lnTo>
                  <a:lnTo>
                    <a:pt x="1388149" y="13466"/>
                  </a:lnTo>
                  <a:lnTo>
                    <a:pt x="1326755" y="7644"/>
                  </a:lnTo>
                  <a:lnTo>
                    <a:pt x="1264225" y="3428"/>
                  </a:lnTo>
                  <a:lnTo>
                    <a:pt x="1200655" y="864"/>
                  </a:lnTo>
                  <a:lnTo>
                    <a:pt x="1136142" y="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16502" y="6500112"/>
            <a:ext cx="1149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Arial MT"/>
                <a:cs typeface="Arial MT"/>
              </a:rPr>
              <a:t>SE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05884" y="5677661"/>
            <a:ext cx="920495" cy="1279398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893564" y="6286752"/>
            <a:ext cx="8128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Arial MT"/>
                <a:cs typeface="Arial MT"/>
              </a:rPr>
              <a:t>IT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45714" y="7193533"/>
            <a:ext cx="1187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CE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26485" y="5754114"/>
            <a:ext cx="850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Arial MT"/>
                <a:cs typeface="Arial MT"/>
              </a:rPr>
              <a:t>IS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49096" y="4951476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700022" y="950466"/>
            <a:ext cx="35845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 MT"/>
                <a:cs typeface="Arial MT"/>
              </a:rPr>
              <a:t>Spesialisasi Keahlian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Komputer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57300" y="1622678"/>
            <a:ext cx="5600700" cy="4964430"/>
            <a:chOff x="1257300" y="1622678"/>
            <a:chExt cx="5600700" cy="4964430"/>
          </a:xfrm>
        </p:grpSpPr>
        <p:sp>
          <p:nvSpPr>
            <p:cNvPr id="4" name="object 4"/>
            <p:cNvSpPr/>
            <p:nvPr/>
          </p:nvSpPr>
          <p:spPr>
            <a:xfrm>
              <a:off x="2495550" y="1624583"/>
              <a:ext cx="869950" cy="836294"/>
            </a:xfrm>
            <a:custGeom>
              <a:avLst/>
              <a:gdLst/>
              <a:ahLst/>
              <a:cxnLst/>
              <a:rect l="l" t="t" r="r" b="b"/>
              <a:pathLst>
                <a:path w="869950" h="836294">
                  <a:moveTo>
                    <a:pt x="434339" y="0"/>
                  </a:moveTo>
                  <a:lnTo>
                    <a:pt x="386987" y="2456"/>
                  </a:lnTo>
                  <a:lnTo>
                    <a:pt x="341118" y="9654"/>
                  </a:lnTo>
                  <a:lnTo>
                    <a:pt x="296997" y="21336"/>
                  </a:lnTo>
                  <a:lnTo>
                    <a:pt x="254887" y="37244"/>
                  </a:lnTo>
                  <a:lnTo>
                    <a:pt x="215053" y="57121"/>
                  </a:lnTo>
                  <a:lnTo>
                    <a:pt x="177759" y="80711"/>
                  </a:lnTo>
                  <a:lnTo>
                    <a:pt x="143269" y="107754"/>
                  </a:lnTo>
                  <a:lnTo>
                    <a:pt x="111848" y="137995"/>
                  </a:lnTo>
                  <a:lnTo>
                    <a:pt x="83759" y="171175"/>
                  </a:lnTo>
                  <a:lnTo>
                    <a:pt x="59266" y="207038"/>
                  </a:lnTo>
                  <a:lnTo>
                    <a:pt x="38635" y="245325"/>
                  </a:lnTo>
                  <a:lnTo>
                    <a:pt x="22128" y="285780"/>
                  </a:lnTo>
                  <a:lnTo>
                    <a:pt x="10010" y="328145"/>
                  </a:lnTo>
                  <a:lnTo>
                    <a:pt x="2546" y="372163"/>
                  </a:lnTo>
                  <a:lnTo>
                    <a:pt x="0" y="417575"/>
                  </a:lnTo>
                  <a:lnTo>
                    <a:pt x="2546" y="463131"/>
                  </a:lnTo>
                  <a:lnTo>
                    <a:pt x="10010" y="507272"/>
                  </a:lnTo>
                  <a:lnTo>
                    <a:pt x="22128" y="549743"/>
                  </a:lnTo>
                  <a:lnTo>
                    <a:pt x="38635" y="590287"/>
                  </a:lnTo>
                  <a:lnTo>
                    <a:pt x="59266" y="628650"/>
                  </a:lnTo>
                  <a:lnTo>
                    <a:pt x="83759" y="664573"/>
                  </a:lnTo>
                  <a:lnTo>
                    <a:pt x="111848" y="697803"/>
                  </a:lnTo>
                  <a:lnTo>
                    <a:pt x="143269" y="728081"/>
                  </a:lnTo>
                  <a:lnTo>
                    <a:pt x="177759" y="755154"/>
                  </a:lnTo>
                  <a:lnTo>
                    <a:pt x="215053" y="778764"/>
                  </a:lnTo>
                  <a:lnTo>
                    <a:pt x="254887" y="798655"/>
                  </a:lnTo>
                  <a:lnTo>
                    <a:pt x="296997" y="814571"/>
                  </a:lnTo>
                  <a:lnTo>
                    <a:pt x="341118" y="826257"/>
                  </a:lnTo>
                  <a:lnTo>
                    <a:pt x="386987" y="833457"/>
                  </a:lnTo>
                  <a:lnTo>
                    <a:pt x="434339" y="835914"/>
                  </a:lnTo>
                  <a:lnTo>
                    <a:pt x="481702" y="833457"/>
                  </a:lnTo>
                  <a:lnTo>
                    <a:pt x="527598" y="826257"/>
                  </a:lnTo>
                  <a:lnTo>
                    <a:pt x="571762" y="814571"/>
                  </a:lnTo>
                  <a:lnTo>
                    <a:pt x="613926" y="798655"/>
                  </a:lnTo>
                  <a:lnTo>
                    <a:pt x="653824" y="778763"/>
                  </a:lnTo>
                  <a:lnTo>
                    <a:pt x="691188" y="755154"/>
                  </a:lnTo>
                  <a:lnTo>
                    <a:pt x="725753" y="728081"/>
                  </a:lnTo>
                  <a:lnTo>
                    <a:pt x="757250" y="697803"/>
                  </a:lnTo>
                  <a:lnTo>
                    <a:pt x="785414" y="664573"/>
                  </a:lnTo>
                  <a:lnTo>
                    <a:pt x="809977" y="628650"/>
                  </a:lnTo>
                  <a:lnTo>
                    <a:pt x="830673" y="590287"/>
                  </a:lnTo>
                  <a:lnTo>
                    <a:pt x="847234" y="549743"/>
                  </a:lnTo>
                  <a:lnTo>
                    <a:pt x="859393" y="507272"/>
                  </a:lnTo>
                  <a:lnTo>
                    <a:pt x="866885" y="463131"/>
                  </a:lnTo>
                  <a:lnTo>
                    <a:pt x="869441" y="417575"/>
                  </a:lnTo>
                  <a:lnTo>
                    <a:pt x="866885" y="372163"/>
                  </a:lnTo>
                  <a:lnTo>
                    <a:pt x="859393" y="328145"/>
                  </a:lnTo>
                  <a:lnTo>
                    <a:pt x="847234" y="285780"/>
                  </a:lnTo>
                  <a:lnTo>
                    <a:pt x="830673" y="245325"/>
                  </a:lnTo>
                  <a:lnTo>
                    <a:pt x="809977" y="207038"/>
                  </a:lnTo>
                  <a:lnTo>
                    <a:pt x="785414" y="171175"/>
                  </a:lnTo>
                  <a:lnTo>
                    <a:pt x="757250" y="137995"/>
                  </a:lnTo>
                  <a:lnTo>
                    <a:pt x="725753" y="107754"/>
                  </a:lnTo>
                  <a:lnTo>
                    <a:pt x="691188" y="80711"/>
                  </a:lnTo>
                  <a:lnTo>
                    <a:pt x="653824" y="57121"/>
                  </a:lnTo>
                  <a:lnTo>
                    <a:pt x="613926" y="37244"/>
                  </a:lnTo>
                  <a:lnTo>
                    <a:pt x="571762" y="21336"/>
                  </a:lnTo>
                  <a:lnTo>
                    <a:pt x="527598" y="9654"/>
                  </a:lnTo>
                  <a:lnTo>
                    <a:pt x="481702" y="2456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B6B6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95550" y="1624583"/>
              <a:ext cx="869950" cy="836294"/>
            </a:xfrm>
            <a:custGeom>
              <a:avLst/>
              <a:gdLst/>
              <a:ahLst/>
              <a:cxnLst/>
              <a:rect l="l" t="t" r="r" b="b"/>
              <a:pathLst>
                <a:path w="869950" h="836294">
                  <a:moveTo>
                    <a:pt x="0" y="417575"/>
                  </a:moveTo>
                  <a:lnTo>
                    <a:pt x="2546" y="372163"/>
                  </a:lnTo>
                  <a:lnTo>
                    <a:pt x="10010" y="328145"/>
                  </a:lnTo>
                  <a:lnTo>
                    <a:pt x="22128" y="285780"/>
                  </a:lnTo>
                  <a:lnTo>
                    <a:pt x="38635" y="245325"/>
                  </a:lnTo>
                  <a:lnTo>
                    <a:pt x="59266" y="207038"/>
                  </a:lnTo>
                  <a:lnTo>
                    <a:pt x="83759" y="171175"/>
                  </a:lnTo>
                  <a:lnTo>
                    <a:pt x="111848" y="137995"/>
                  </a:lnTo>
                  <a:lnTo>
                    <a:pt x="143269" y="107754"/>
                  </a:lnTo>
                  <a:lnTo>
                    <a:pt x="177759" y="80711"/>
                  </a:lnTo>
                  <a:lnTo>
                    <a:pt x="215053" y="57121"/>
                  </a:lnTo>
                  <a:lnTo>
                    <a:pt x="254887" y="37244"/>
                  </a:lnTo>
                  <a:lnTo>
                    <a:pt x="296997" y="21336"/>
                  </a:lnTo>
                  <a:lnTo>
                    <a:pt x="341118" y="9654"/>
                  </a:lnTo>
                  <a:lnTo>
                    <a:pt x="386987" y="2456"/>
                  </a:lnTo>
                  <a:lnTo>
                    <a:pt x="434339" y="0"/>
                  </a:lnTo>
                  <a:lnTo>
                    <a:pt x="481702" y="2456"/>
                  </a:lnTo>
                  <a:lnTo>
                    <a:pt x="527598" y="9654"/>
                  </a:lnTo>
                  <a:lnTo>
                    <a:pt x="571762" y="21336"/>
                  </a:lnTo>
                  <a:lnTo>
                    <a:pt x="613926" y="37244"/>
                  </a:lnTo>
                  <a:lnTo>
                    <a:pt x="653824" y="57121"/>
                  </a:lnTo>
                  <a:lnTo>
                    <a:pt x="691188" y="80711"/>
                  </a:lnTo>
                  <a:lnTo>
                    <a:pt x="725753" y="107754"/>
                  </a:lnTo>
                  <a:lnTo>
                    <a:pt x="757250" y="137995"/>
                  </a:lnTo>
                  <a:lnTo>
                    <a:pt x="785414" y="171175"/>
                  </a:lnTo>
                  <a:lnTo>
                    <a:pt x="809977" y="207038"/>
                  </a:lnTo>
                  <a:lnTo>
                    <a:pt x="830673" y="245325"/>
                  </a:lnTo>
                  <a:lnTo>
                    <a:pt x="847234" y="285780"/>
                  </a:lnTo>
                  <a:lnTo>
                    <a:pt x="859393" y="328145"/>
                  </a:lnTo>
                  <a:lnTo>
                    <a:pt x="866885" y="372163"/>
                  </a:lnTo>
                  <a:lnTo>
                    <a:pt x="869441" y="417575"/>
                  </a:lnTo>
                  <a:lnTo>
                    <a:pt x="866885" y="463131"/>
                  </a:lnTo>
                  <a:lnTo>
                    <a:pt x="859393" y="507272"/>
                  </a:lnTo>
                  <a:lnTo>
                    <a:pt x="847234" y="549743"/>
                  </a:lnTo>
                  <a:lnTo>
                    <a:pt x="830673" y="590287"/>
                  </a:lnTo>
                  <a:lnTo>
                    <a:pt x="809977" y="628650"/>
                  </a:lnTo>
                  <a:lnTo>
                    <a:pt x="785414" y="664573"/>
                  </a:lnTo>
                  <a:lnTo>
                    <a:pt x="757250" y="697803"/>
                  </a:lnTo>
                  <a:lnTo>
                    <a:pt x="725753" y="728081"/>
                  </a:lnTo>
                  <a:lnTo>
                    <a:pt x="691188" y="755154"/>
                  </a:lnTo>
                  <a:lnTo>
                    <a:pt x="653824" y="778763"/>
                  </a:lnTo>
                  <a:lnTo>
                    <a:pt x="613926" y="798655"/>
                  </a:lnTo>
                  <a:lnTo>
                    <a:pt x="571762" y="814571"/>
                  </a:lnTo>
                  <a:lnTo>
                    <a:pt x="527598" y="826257"/>
                  </a:lnTo>
                  <a:lnTo>
                    <a:pt x="481702" y="833457"/>
                  </a:lnTo>
                  <a:lnTo>
                    <a:pt x="434339" y="835914"/>
                  </a:lnTo>
                  <a:lnTo>
                    <a:pt x="386987" y="833457"/>
                  </a:lnTo>
                  <a:lnTo>
                    <a:pt x="341118" y="826257"/>
                  </a:lnTo>
                  <a:lnTo>
                    <a:pt x="296997" y="814571"/>
                  </a:lnTo>
                  <a:lnTo>
                    <a:pt x="254887" y="798655"/>
                  </a:lnTo>
                  <a:lnTo>
                    <a:pt x="215053" y="778764"/>
                  </a:lnTo>
                  <a:lnTo>
                    <a:pt x="177759" y="755154"/>
                  </a:lnTo>
                  <a:lnTo>
                    <a:pt x="143269" y="728081"/>
                  </a:lnTo>
                  <a:lnTo>
                    <a:pt x="111848" y="697803"/>
                  </a:lnTo>
                  <a:lnTo>
                    <a:pt x="83759" y="664573"/>
                  </a:lnTo>
                  <a:lnTo>
                    <a:pt x="59266" y="628650"/>
                  </a:lnTo>
                  <a:lnTo>
                    <a:pt x="38635" y="590287"/>
                  </a:lnTo>
                  <a:lnTo>
                    <a:pt x="22128" y="549743"/>
                  </a:lnTo>
                  <a:lnTo>
                    <a:pt x="10010" y="507272"/>
                  </a:lnTo>
                  <a:lnTo>
                    <a:pt x="2546" y="463131"/>
                  </a:lnTo>
                  <a:lnTo>
                    <a:pt x="0" y="417575"/>
                  </a:lnTo>
                  <a:close/>
                </a:path>
              </a:pathLst>
            </a:custGeom>
            <a:ln w="3314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78707" y="1624583"/>
              <a:ext cx="869950" cy="836294"/>
            </a:xfrm>
            <a:custGeom>
              <a:avLst/>
              <a:gdLst/>
              <a:ahLst/>
              <a:cxnLst/>
              <a:rect l="l" t="t" r="r" b="b"/>
              <a:pathLst>
                <a:path w="869950" h="836294">
                  <a:moveTo>
                    <a:pt x="434339" y="0"/>
                  </a:moveTo>
                  <a:lnTo>
                    <a:pt x="386987" y="2456"/>
                  </a:lnTo>
                  <a:lnTo>
                    <a:pt x="341118" y="9654"/>
                  </a:lnTo>
                  <a:lnTo>
                    <a:pt x="296997" y="21336"/>
                  </a:lnTo>
                  <a:lnTo>
                    <a:pt x="254887" y="37244"/>
                  </a:lnTo>
                  <a:lnTo>
                    <a:pt x="215053" y="57121"/>
                  </a:lnTo>
                  <a:lnTo>
                    <a:pt x="177759" y="80711"/>
                  </a:lnTo>
                  <a:lnTo>
                    <a:pt x="143269" y="107754"/>
                  </a:lnTo>
                  <a:lnTo>
                    <a:pt x="111848" y="137995"/>
                  </a:lnTo>
                  <a:lnTo>
                    <a:pt x="83759" y="171175"/>
                  </a:lnTo>
                  <a:lnTo>
                    <a:pt x="59266" y="207038"/>
                  </a:lnTo>
                  <a:lnTo>
                    <a:pt x="38635" y="245325"/>
                  </a:lnTo>
                  <a:lnTo>
                    <a:pt x="22128" y="285780"/>
                  </a:lnTo>
                  <a:lnTo>
                    <a:pt x="10010" y="328145"/>
                  </a:lnTo>
                  <a:lnTo>
                    <a:pt x="2546" y="372163"/>
                  </a:lnTo>
                  <a:lnTo>
                    <a:pt x="0" y="417575"/>
                  </a:lnTo>
                  <a:lnTo>
                    <a:pt x="2546" y="463131"/>
                  </a:lnTo>
                  <a:lnTo>
                    <a:pt x="10010" y="507272"/>
                  </a:lnTo>
                  <a:lnTo>
                    <a:pt x="22128" y="549743"/>
                  </a:lnTo>
                  <a:lnTo>
                    <a:pt x="38635" y="590287"/>
                  </a:lnTo>
                  <a:lnTo>
                    <a:pt x="59266" y="628650"/>
                  </a:lnTo>
                  <a:lnTo>
                    <a:pt x="83759" y="664573"/>
                  </a:lnTo>
                  <a:lnTo>
                    <a:pt x="111848" y="697803"/>
                  </a:lnTo>
                  <a:lnTo>
                    <a:pt x="143269" y="728081"/>
                  </a:lnTo>
                  <a:lnTo>
                    <a:pt x="177759" y="755154"/>
                  </a:lnTo>
                  <a:lnTo>
                    <a:pt x="215053" y="778764"/>
                  </a:lnTo>
                  <a:lnTo>
                    <a:pt x="254887" y="798655"/>
                  </a:lnTo>
                  <a:lnTo>
                    <a:pt x="296997" y="814571"/>
                  </a:lnTo>
                  <a:lnTo>
                    <a:pt x="341118" y="826257"/>
                  </a:lnTo>
                  <a:lnTo>
                    <a:pt x="386987" y="833457"/>
                  </a:lnTo>
                  <a:lnTo>
                    <a:pt x="434339" y="835914"/>
                  </a:lnTo>
                  <a:lnTo>
                    <a:pt x="481702" y="833457"/>
                  </a:lnTo>
                  <a:lnTo>
                    <a:pt x="527598" y="826257"/>
                  </a:lnTo>
                  <a:lnTo>
                    <a:pt x="571762" y="814571"/>
                  </a:lnTo>
                  <a:lnTo>
                    <a:pt x="613926" y="798655"/>
                  </a:lnTo>
                  <a:lnTo>
                    <a:pt x="653824" y="778763"/>
                  </a:lnTo>
                  <a:lnTo>
                    <a:pt x="691188" y="755154"/>
                  </a:lnTo>
                  <a:lnTo>
                    <a:pt x="725753" y="728081"/>
                  </a:lnTo>
                  <a:lnTo>
                    <a:pt x="757250" y="697803"/>
                  </a:lnTo>
                  <a:lnTo>
                    <a:pt x="785414" y="664573"/>
                  </a:lnTo>
                  <a:lnTo>
                    <a:pt x="809977" y="628650"/>
                  </a:lnTo>
                  <a:lnTo>
                    <a:pt x="830673" y="590287"/>
                  </a:lnTo>
                  <a:lnTo>
                    <a:pt x="847234" y="549743"/>
                  </a:lnTo>
                  <a:lnTo>
                    <a:pt x="859393" y="507272"/>
                  </a:lnTo>
                  <a:lnTo>
                    <a:pt x="866885" y="463131"/>
                  </a:lnTo>
                  <a:lnTo>
                    <a:pt x="869441" y="417575"/>
                  </a:lnTo>
                  <a:lnTo>
                    <a:pt x="866885" y="372163"/>
                  </a:lnTo>
                  <a:lnTo>
                    <a:pt x="859393" y="328145"/>
                  </a:lnTo>
                  <a:lnTo>
                    <a:pt x="847234" y="285780"/>
                  </a:lnTo>
                  <a:lnTo>
                    <a:pt x="830673" y="245325"/>
                  </a:lnTo>
                  <a:lnTo>
                    <a:pt x="809977" y="207038"/>
                  </a:lnTo>
                  <a:lnTo>
                    <a:pt x="785414" y="171175"/>
                  </a:lnTo>
                  <a:lnTo>
                    <a:pt x="757250" y="137995"/>
                  </a:lnTo>
                  <a:lnTo>
                    <a:pt x="725753" y="107754"/>
                  </a:lnTo>
                  <a:lnTo>
                    <a:pt x="691188" y="80711"/>
                  </a:lnTo>
                  <a:lnTo>
                    <a:pt x="653824" y="57121"/>
                  </a:lnTo>
                  <a:lnTo>
                    <a:pt x="613926" y="37244"/>
                  </a:lnTo>
                  <a:lnTo>
                    <a:pt x="571762" y="21336"/>
                  </a:lnTo>
                  <a:lnTo>
                    <a:pt x="527598" y="9654"/>
                  </a:lnTo>
                  <a:lnTo>
                    <a:pt x="481702" y="2456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78707" y="1624583"/>
              <a:ext cx="869950" cy="836294"/>
            </a:xfrm>
            <a:custGeom>
              <a:avLst/>
              <a:gdLst/>
              <a:ahLst/>
              <a:cxnLst/>
              <a:rect l="l" t="t" r="r" b="b"/>
              <a:pathLst>
                <a:path w="869950" h="836294">
                  <a:moveTo>
                    <a:pt x="0" y="417575"/>
                  </a:moveTo>
                  <a:lnTo>
                    <a:pt x="2546" y="372163"/>
                  </a:lnTo>
                  <a:lnTo>
                    <a:pt x="10010" y="328145"/>
                  </a:lnTo>
                  <a:lnTo>
                    <a:pt x="22128" y="285780"/>
                  </a:lnTo>
                  <a:lnTo>
                    <a:pt x="38635" y="245325"/>
                  </a:lnTo>
                  <a:lnTo>
                    <a:pt x="59266" y="207038"/>
                  </a:lnTo>
                  <a:lnTo>
                    <a:pt x="83759" y="171175"/>
                  </a:lnTo>
                  <a:lnTo>
                    <a:pt x="111848" y="137995"/>
                  </a:lnTo>
                  <a:lnTo>
                    <a:pt x="143269" y="107754"/>
                  </a:lnTo>
                  <a:lnTo>
                    <a:pt x="177759" y="80711"/>
                  </a:lnTo>
                  <a:lnTo>
                    <a:pt x="215053" y="57121"/>
                  </a:lnTo>
                  <a:lnTo>
                    <a:pt x="254887" y="37244"/>
                  </a:lnTo>
                  <a:lnTo>
                    <a:pt x="296997" y="21336"/>
                  </a:lnTo>
                  <a:lnTo>
                    <a:pt x="341118" y="9654"/>
                  </a:lnTo>
                  <a:lnTo>
                    <a:pt x="386987" y="2456"/>
                  </a:lnTo>
                  <a:lnTo>
                    <a:pt x="434339" y="0"/>
                  </a:lnTo>
                  <a:lnTo>
                    <a:pt x="481702" y="2456"/>
                  </a:lnTo>
                  <a:lnTo>
                    <a:pt x="527598" y="9654"/>
                  </a:lnTo>
                  <a:lnTo>
                    <a:pt x="571762" y="21336"/>
                  </a:lnTo>
                  <a:lnTo>
                    <a:pt x="613926" y="37244"/>
                  </a:lnTo>
                  <a:lnTo>
                    <a:pt x="653824" y="57121"/>
                  </a:lnTo>
                  <a:lnTo>
                    <a:pt x="691188" y="80711"/>
                  </a:lnTo>
                  <a:lnTo>
                    <a:pt x="725753" y="107754"/>
                  </a:lnTo>
                  <a:lnTo>
                    <a:pt x="757250" y="137995"/>
                  </a:lnTo>
                  <a:lnTo>
                    <a:pt x="785414" y="171175"/>
                  </a:lnTo>
                  <a:lnTo>
                    <a:pt x="809977" y="207038"/>
                  </a:lnTo>
                  <a:lnTo>
                    <a:pt x="830673" y="245325"/>
                  </a:lnTo>
                  <a:lnTo>
                    <a:pt x="847234" y="285780"/>
                  </a:lnTo>
                  <a:lnTo>
                    <a:pt x="859393" y="328145"/>
                  </a:lnTo>
                  <a:lnTo>
                    <a:pt x="866885" y="372163"/>
                  </a:lnTo>
                  <a:lnTo>
                    <a:pt x="869441" y="417575"/>
                  </a:lnTo>
                  <a:lnTo>
                    <a:pt x="866885" y="463131"/>
                  </a:lnTo>
                  <a:lnTo>
                    <a:pt x="859393" y="507272"/>
                  </a:lnTo>
                  <a:lnTo>
                    <a:pt x="847234" y="549743"/>
                  </a:lnTo>
                  <a:lnTo>
                    <a:pt x="830673" y="590287"/>
                  </a:lnTo>
                  <a:lnTo>
                    <a:pt x="809977" y="628650"/>
                  </a:lnTo>
                  <a:lnTo>
                    <a:pt x="785414" y="664573"/>
                  </a:lnTo>
                  <a:lnTo>
                    <a:pt x="757250" y="697803"/>
                  </a:lnTo>
                  <a:lnTo>
                    <a:pt x="725753" y="728081"/>
                  </a:lnTo>
                  <a:lnTo>
                    <a:pt x="691188" y="755154"/>
                  </a:lnTo>
                  <a:lnTo>
                    <a:pt x="653824" y="778763"/>
                  </a:lnTo>
                  <a:lnTo>
                    <a:pt x="613926" y="798655"/>
                  </a:lnTo>
                  <a:lnTo>
                    <a:pt x="571762" y="814571"/>
                  </a:lnTo>
                  <a:lnTo>
                    <a:pt x="527598" y="826257"/>
                  </a:lnTo>
                  <a:lnTo>
                    <a:pt x="481702" y="833457"/>
                  </a:lnTo>
                  <a:lnTo>
                    <a:pt x="434339" y="835914"/>
                  </a:lnTo>
                  <a:lnTo>
                    <a:pt x="386987" y="833457"/>
                  </a:lnTo>
                  <a:lnTo>
                    <a:pt x="341118" y="826257"/>
                  </a:lnTo>
                  <a:lnTo>
                    <a:pt x="296997" y="814571"/>
                  </a:lnTo>
                  <a:lnTo>
                    <a:pt x="254887" y="798655"/>
                  </a:lnTo>
                  <a:lnTo>
                    <a:pt x="215053" y="778764"/>
                  </a:lnTo>
                  <a:lnTo>
                    <a:pt x="177759" y="755154"/>
                  </a:lnTo>
                  <a:lnTo>
                    <a:pt x="143269" y="728081"/>
                  </a:lnTo>
                  <a:lnTo>
                    <a:pt x="111848" y="697803"/>
                  </a:lnTo>
                  <a:lnTo>
                    <a:pt x="83759" y="664573"/>
                  </a:lnTo>
                  <a:lnTo>
                    <a:pt x="59266" y="628650"/>
                  </a:lnTo>
                  <a:lnTo>
                    <a:pt x="38635" y="590287"/>
                  </a:lnTo>
                  <a:lnTo>
                    <a:pt x="22128" y="549743"/>
                  </a:lnTo>
                  <a:lnTo>
                    <a:pt x="10010" y="507272"/>
                  </a:lnTo>
                  <a:lnTo>
                    <a:pt x="2546" y="463131"/>
                  </a:lnTo>
                  <a:lnTo>
                    <a:pt x="0" y="417575"/>
                  </a:lnTo>
                  <a:close/>
                </a:path>
              </a:pathLst>
            </a:custGeom>
            <a:ln w="3314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78707" y="2472689"/>
              <a:ext cx="869950" cy="836294"/>
            </a:xfrm>
            <a:custGeom>
              <a:avLst/>
              <a:gdLst/>
              <a:ahLst/>
              <a:cxnLst/>
              <a:rect l="l" t="t" r="r" b="b"/>
              <a:pathLst>
                <a:path w="869950" h="836295">
                  <a:moveTo>
                    <a:pt x="434339" y="0"/>
                  </a:moveTo>
                  <a:lnTo>
                    <a:pt x="386987" y="2456"/>
                  </a:lnTo>
                  <a:lnTo>
                    <a:pt x="341118" y="9654"/>
                  </a:lnTo>
                  <a:lnTo>
                    <a:pt x="296997" y="21336"/>
                  </a:lnTo>
                  <a:lnTo>
                    <a:pt x="254887" y="37244"/>
                  </a:lnTo>
                  <a:lnTo>
                    <a:pt x="215053" y="57121"/>
                  </a:lnTo>
                  <a:lnTo>
                    <a:pt x="177759" y="80711"/>
                  </a:lnTo>
                  <a:lnTo>
                    <a:pt x="143269" y="107754"/>
                  </a:lnTo>
                  <a:lnTo>
                    <a:pt x="111848" y="137995"/>
                  </a:lnTo>
                  <a:lnTo>
                    <a:pt x="83759" y="171175"/>
                  </a:lnTo>
                  <a:lnTo>
                    <a:pt x="59266" y="207038"/>
                  </a:lnTo>
                  <a:lnTo>
                    <a:pt x="38635" y="245325"/>
                  </a:lnTo>
                  <a:lnTo>
                    <a:pt x="22128" y="285780"/>
                  </a:lnTo>
                  <a:lnTo>
                    <a:pt x="10010" y="328145"/>
                  </a:lnTo>
                  <a:lnTo>
                    <a:pt x="2546" y="372163"/>
                  </a:lnTo>
                  <a:lnTo>
                    <a:pt x="0" y="417575"/>
                  </a:lnTo>
                  <a:lnTo>
                    <a:pt x="2546" y="463131"/>
                  </a:lnTo>
                  <a:lnTo>
                    <a:pt x="10010" y="507272"/>
                  </a:lnTo>
                  <a:lnTo>
                    <a:pt x="22128" y="549743"/>
                  </a:lnTo>
                  <a:lnTo>
                    <a:pt x="38635" y="590287"/>
                  </a:lnTo>
                  <a:lnTo>
                    <a:pt x="59266" y="628649"/>
                  </a:lnTo>
                  <a:lnTo>
                    <a:pt x="83759" y="664573"/>
                  </a:lnTo>
                  <a:lnTo>
                    <a:pt x="111848" y="697803"/>
                  </a:lnTo>
                  <a:lnTo>
                    <a:pt x="143269" y="728081"/>
                  </a:lnTo>
                  <a:lnTo>
                    <a:pt x="177759" y="755154"/>
                  </a:lnTo>
                  <a:lnTo>
                    <a:pt x="215053" y="778763"/>
                  </a:lnTo>
                  <a:lnTo>
                    <a:pt x="254887" y="798655"/>
                  </a:lnTo>
                  <a:lnTo>
                    <a:pt x="296997" y="814571"/>
                  </a:lnTo>
                  <a:lnTo>
                    <a:pt x="341118" y="826257"/>
                  </a:lnTo>
                  <a:lnTo>
                    <a:pt x="386987" y="833457"/>
                  </a:lnTo>
                  <a:lnTo>
                    <a:pt x="434339" y="835913"/>
                  </a:lnTo>
                  <a:lnTo>
                    <a:pt x="481702" y="833457"/>
                  </a:lnTo>
                  <a:lnTo>
                    <a:pt x="527598" y="826257"/>
                  </a:lnTo>
                  <a:lnTo>
                    <a:pt x="571762" y="814571"/>
                  </a:lnTo>
                  <a:lnTo>
                    <a:pt x="613926" y="798655"/>
                  </a:lnTo>
                  <a:lnTo>
                    <a:pt x="653824" y="778764"/>
                  </a:lnTo>
                  <a:lnTo>
                    <a:pt x="691188" y="755154"/>
                  </a:lnTo>
                  <a:lnTo>
                    <a:pt x="725753" y="728081"/>
                  </a:lnTo>
                  <a:lnTo>
                    <a:pt x="757250" y="697803"/>
                  </a:lnTo>
                  <a:lnTo>
                    <a:pt x="785414" y="664573"/>
                  </a:lnTo>
                  <a:lnTo>
                    <a:pt x="809977" y="628650"/>
                  </a:lnTo>
                  <a:lnTo>
                    <a:pt x="830673" y="590287"/>
                  </a:lnTo>
                  <a:lnTo>
                    <a:pt x="847234" y="549743"/>
                  </a:lnTo>
                  <a:lnTo>
                    <a:pt x="859393" y="507272"/>
                  </a:lnTo>
                  <a:lnTo>
                    <a:pt x="866885" y="463131"/>
                  </a:lnTo>
                  <a:lnTo>
                    <a:pt x="869441" y="417575"/>
                  </a:lnTo>
                  <a:lnTo>
                    <a:pt x="866885" y="372163"/>
                  </a:lnTo>
                  <a:lnTo>
                    <a:pt x="859393" y="328145"/>
                  </a:lnTo>
                  <a:lnTo>
                    <a:pt x="847234" y="285780"/>
                  </a:lnTo>
                  <a:lnTo>
                    <a:pt x="830673" y="245325"/>
                  </a:lnTo>
                  <a:lnTo>
                    <a:pt x="809977" y="207038"/>
                  </a:lnTo>
                  <a:lnTo>
                    <a:pt x="785414" y="171175"/>
                  </a:lnTo>
                  <a:lnTo>
                    <a:pt x="757250" y="137995"/>
                  </a:lnTo>
                  <a:lnTo>
                    <a:pt x="725753" y="107754"/>
                  </a:lnTo>
                  <a:lnTo>
                    <a:pt x="691188" y="80711"/>
                  </a:lnTo>
                  <a:lnTo>
                    <a:pt x="653824" y="57121"/>
                  </a:lnTo>
                  <a:lnTo>
                    <a:pt x="613926" y="37244"/>
                  </a:lnTo>
                  <a:lnTo>
                    <a:pt x="571762" y="21336"/>
                  </a:lnTo>
                  <a:lnTo>
                    <a:pt x="527598" y="9654"/>
                  </a:lnTo>
                  <a:lnTo>
                    <a:pt x="481702" y="2456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50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78707" y="2472689"/>
              <a:ext cx="869950" cy="836294"/>
            </a:xfrm>
            <a:custGeom>
              <a:avLst/>
              <a:gdLst/>
              <a:ahLst/>
              <a:cxnLst/>
              <a:rect l="l" t="t" r="r" b="b"/>
              <a:pathLst>
                <a:path w="869950" h="836295">
                  <a:moveTo>
                    <a:pt x="0" y="417575"/>
                  </a:moveTo>
                  <a:lnTo>
                    <a:pt x="2546" y="372163"/>
                  </a:lnTo>
                  <a:lnTo>
                    <a:pt x="10010" y="328145"/>
                  </a:lnTo>
                  <a:lnTo>
                    <a:pt x="22128" y="285780"/>
                  </a:lnTo>
                  <a:lnTo>
                    <a:pt x="38635" y="245325"/>
                  </a:lnTo>
                  <a:lnTo>
                    <a:pt x="59266" y="207038"/>
                  </a:lnTo>
                  <a:lnTo>
                    <a:pt x="83759" y="171175"/>
                  </a:lnTo>
                  <a:lnTo>
                    <a:pt x="111848" y="137995"/>
                  </a:lnTo>
                  <a:lnTo>
                    <a:pt x="143269" y="107754"/>
                  </a:lnTo>
                  <a:lnTo>
                    <a:pt x="177759" y="80711"/>
                  </a:lnTo>
                  <a:lnTo>
                    <a:pt x="215053" y="57121"/>
                  </a:lnTo>
                  <a:lnTo>
                    <a:pt x="254887" y="37244"/>
                  </a:lnTo>
                  <a:lnTo>
                    <a:pt x="296997" y="21336"/>
                  </a:lnTo>
                  <a:lnTo>
                    <a:pt x="341118" y="9654"/>
                  </a:lnTo>
                  <a:lnTo>
                    <a:pt x="386987" y="2456"/>
                  </a:lnTo>
                  <a:lnTo>
                    <a:pt x="434339" y="0"/>
                  </a:lnTo>
                  <a:lnTo>
                    <a:pt x="481702" y="2456"/>
                  </a:lnTo>
                  <a:lnTo>
                    <a:pt x="527598" y="9654"/>
                  </a:lnTo>
                  <a:lnTo>
                    <a:pt x="571762" y="21336"/>
                  </a:lnTo>
                  <a:lnTo>
                    <a:pt x="613926" y="37244"/>
                  </a:lnTo>
                  <a:lnTo>
                    <a:pt x="653824" y="57121"/>
                  </a:lnTo>
                  <a:lnTo>
                    <a:pt x="691188" y="80711"/>
                  </a:lnTo>
                  <a:lnTo>
                    <a:pt x="725753" y="107754"/>
                  </a:lnTo>
                  <a:lnTo>
                    <a:pt x="757250" y="137995"/>
                  </a:lnTo>
                  <a:lnTo>
                    <a:pt x="785414" y="171175"/>
                  </a:lnTo>
                  <a:lnTo>
                    <a:pt x="809977" y="207038"/>
                  </a:lnTo>
                  <a:lnTo>
                    <a:pt x="830673" y="245325"/>
                  </a:lnTo>
                  <a:lnTo>
                    <a:pt x="847234" y="285780"/>
                  </a:lnTo>
                  <a:lnTo>
                    <a:pt x="859393" y="328145"/>
                  </a:lnTo>
                  <a:lnTo>
                    <a:pt x="866885" y="372163"/>
                  </a:lnTo>
                  <a:lnTo>
                    <a:pt x="869441" y="417575"/>
                  </a:lnTo>
                  <a:lnTo>
                    <a:pt x="866885" y="463131"/>
                  </a:lnTo>
                  <a:lnTo>
                    <a:pt x="859393" y="507272"/>
                  </a:lnTo>
                  <a:lnTo>
                    <a:pt x="847234" y="549743"/>
                  </a:lnTo>
                  <a:lnTo>
                    <a:pt x="830673" y="590287"/>
                  </a:lnTo>
                  <a:lnTo>
                    <a:pt x="809977" y="628650"/>
                  </a:lnTo>
                  <a:lnTo>
                    <a:pt x="785414" y="664573"/>
                  </a:lnTo>
                  <a:lnTo>
                    <a:pt x="757250" y="697803"/>
                  </a:lnTo>
                  <a:lnTo>
                    <a:pt x="725753" y="728081"/>
                  </a:lnTo>
                  <a:lnTo>
                    <a:pt x="691188" y="755154"/>
                  </a:lnTo>
                  <a:lnTo>
                    <a:pt x="653824" y="778764"/>
                  </a:lnTo>
                  <a:lnTo>
                    <a:pt x="613926" y="798655"/>
                  </a:lnTo>
                  <a:lnTo>
                    <a:pt x="571762" y="814571"/>
                  </a:lnTo>
                  <a:lnTo>
                    <a:pt x="527598" y="826257"/>
                  </a:lnTo>
                  <a:lnTo>
                    <a:pt x="481702" y="833457"/>
                  </a:lnTo>
                  <a:lnTo>
                    <a:pt x="434339" y="835913"/>
                  </a:lnTo>
                  <a:lnTo>
                    <a:pt x="386987" y="833457"/>
                  </a:lnTo>
                  <a:lnTo>
                    <a:pt x="341118" y="826257"/>
                  </a:lnTo>
                  <a:lnTo>
                    <a:pt x="296997" y="814571"/>
                  </a:lnTo>
                  <a:lnTo>
                    <a:pt x="254887" y="798655"/>
                  </a:lnTo>
                  <a:lnTo>
                    <a:pt x="215053" y="778763"/>
                  </a:lnTo>
                  <a:lnTo>
                    <a:pt x="177759" y="755154"/>
                  </a:lnTo>
                  <a:lnTo>
                    <a:pt x="143269" y="728081"/>
                  </a:lnTo>
                  <a:lnTo>
                    <a:pt x="111848" y="697803"/>
                  </a:lnTo>
                  <a:lnTo>
                    <a:pt x="83759" y="664573"/>
                  </a:lnTo>
                  <a:lnTo>
                    <a:pt x="59266" y="628649"/>
                  </a:lnTo>
                  <a:lnTo>
                    <a:pt x="38635" y="590287"/>
                  </a:lnTo>
                  <a:lnTo>
                    <a:pt x="22128" y="549743"/>
                  </a:lnTo>
                  <a:lnTo>
                    <a:pt x="10010" y="507272"/>
                  </a:lnTo>
                  <a:lnTo>
                    <a:pt x="2546" y="463131"/>
                  </a:lnTo>
                  <a:lnTo>
                    <a:pt x="0" y="417575"/>
                  </a:lnTo>
                  <a:close/>
                </a:path>
              </a:pathLst>
            </a:custGeom>
            <a:ln w="3314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95550" y="2472689"/>
              <a:ext cx="869950" cy="836294"/>
            </a:xfrm>
            <a:custGeom>
              <a:avLst/>
              <a:gdLst/>
              <a:ahLst/>
              <a:cxnLst/>
              <a:rect l="l" t="t" r="r" b="b"/>
              <a:pathLst>
                <a:path w="869950" h="836295">
                  <a:moveTo>
                    <a:pt x="434339" y="0"/>
                  </a:moveTo>
                  <a:lnTo>
                    <a:pt x="386987" y="2456"/>
                  </a:lnTo>
                  <a:lnTo>
                    <a:pt x="341118" y="9654"/>
                  </a:lnTo>
                  <a:lnTo>
                    <a:pt x="296997" y="21336"/>
                  </a:lnTo>
                  <a:lnTo>
                    <a:pt x="254887" y="37244"/>
                  </a:lnTo>
                  <a:lnTo>
                    <a:pt x="215053" y="57121"/>
                  </a:lnTo>
                  <a:lnTo>
                    <a:pt x="177759" y="80711"/>
                  </a:lnTo>
                  <a:lnTo>
                    <a:pt x="143269" y="107754"/>
                  </a:lnTo>
                  <a:lnTo>
                    <a:pt x="111848" y="137995"/>
                  </a:lnTo>
                  <a:lnTo>
                    <a:pt x="83759" y="171175"/>
                  </a:lnTo>
                  <a:lnTo>
                    <a:pt x="59266" y="207038"/>
                  </a:lnTo>
                  <a:lnTo>
                    <a:pt x="38635" y="245325"/>
                  </a:lnTo>
                  <a:lnTo>
                    <a:pt x="22128" y="285780"/>
                  </a:lnTo>
                  <a:lnTo>
                    <a:pt x="10010" y="328145"/>
                  </a:lnTo>
                  <a:lnTo>
                    <a:pt x="2546" y="372163"/>
                  </a:lnTo>
                  <a:lnTo>
                    <a:pt x="0" y="417575"/>
                  </a:lnTo>
                  <a:lnTo>
                    <a:pt x="2546" y="463131"/>
                  </a:lnTo>
                  <a:lnTo>
                    <a:pt x="10010" y="507272"/>
                  </a:lnTo>
                  <a:lnTo>
                    <a:pt x="22128" y="549743"/>
                  </a:lnTo>
                  <a:lnTo>
                    <a:pt x="38635" y="590287"/>
                  </a:lnTo>
                  <a:lnTo>
                    <a:pt x="59266" y="628649"/>
                  </a:lnTo>
                  <a:lnTo>
                    <a:pt x="83759" y="664573"/>
                  </a:lnTo>
                  <a:lnTo>
                    <a:pt x="111848" y="697803"/>
                  </a:lnTo>
                  <a:lnTo>
                    <a:pt x="143269" y="728081"/>
                  </a:lnTo>
                  <a:lnTo>
                    <a:pt x="177759" y="755154"/>
                  </a:lnTo>
                  <a:lnTo>
                    <a:pt x="215053" y="778763"/>
                  </a:lnTo>
                  <a:lnTo>
                    <a:pt x="254887" y="798655"/>
                  </a:lnTo>
                  <a:lnTo>
                    <a:pt x="296997" y="814571"/>
                  </a:lnTo>
                  <a:lnTo>
                    <a:pt x="341118" y="826257"/>
                  </a:lnTo>
                  <a:lnTo>
                    <a:pt x="386987" y="833457"/>
                  </a:lnTo>
                  <a:lnTo>
                    <a:pt x="434339" y="835913"/>
                  </a:lnTo>
                  <a:lnTo>
                    <a:pt x="481702" y="833457"/>
                  </a:lnTo>
                  <a:lnTo>
                    <a:pt x="527598" y="826257"/>
                  </a:lnTo>
                  <a:lnTo>
                    <a:pt x="571762" y="814571"/>
                  </a:lnTo>
                  <a:lnTo>
                    <a:pt x="613926" y="798655"/>
                  </a:lnTo>
                  <a:lnTo>
                    <a:pt x="653824" y="778764"/>
                  </a:lnTo>
                  <a:lnTo>
                    <a:pt x="691188" y="755154"/>
                  </a:lnTo>
                  <a:lnTo>
                    <a:pt x="725753" y="728081"/>
                  </a:lnTo>
                  <a:lnTo>
                    <a:pt x="757250" y="697803"/>
                  </a:lnTo>
                  <a:lnTo>
                    <a:pt x="785414" y="664573"/>
                  </a:lnTo>
                  <a:lnTo>
                    <a:pt x="809977" y="628650"/>
                  </a:lnTo>
                  <a:lnTo>
                    <a:pt x="830673" y="590287"/>
                  </a:lnTo>
                  <a:lnTo>
                    <a:pt x="847234" y="549743"/>
                  </a:lnTo>
                  <a:lnTo>
                    <a:pt x="859393" y="507272"/>
                  </a:lnTo>
                  <a:lnTo>
                    <a:pt x="866885" y="463131"/>
                  </a:lnTo>
                  <a:lnTo>
                    <a:pt x="869441" y="417575"/>
                  </a:lnTo>
                  <a:lnTo>
                    <a:pt x="866885" y="372163"/>
                  </a:lnTo>
                  <a:lnTo>
                    <a:pt x="859393" y="328145"/>
                  </a:lnTo>
                  <a:lnTo>
                    <a:pt x="847234" y="285780"/>
                  </a:lnTo>
                  <a:lnTo>
                    <a:pt x="830673" y="245325"/>
                  </a:lnTo>
                  <a:lnTo>
                    <a:pt x="809977" y="207038"/>
                  </a:lnTo>
                  <a:lnTo>
                    <a:pt x="785414" y="171175"/>
                  </a:lnTo>
                  <a:lnTo>
                    <a:pt x="757250" y="137995"/>
                  </a:lnTo>
                  <a:lnTo>
                    <a:pt x="725753" y="107754"/>
                  </a:lnTo>
                  <a:lnTo>
                    <a:pt x="691188" y="80711"/>
                  </a:lnTo>
                  <a:lnTo>
                    <a:pt x="653824" y="57121"/>
                  </a:lnTo>
                  <a:lnTo>
                    <a:pt x="613926" y="37244"/>
                  </a:lnTo>
                  <a:lnTo>
                    <a:pt x="571762" y="21336"/>
                  </a:lnTo>
                  <a:lnTo>
                    <a:pt x="527598" y="9654"/>
                  </a:lnTo>
                  <a:lnTo>
                    <a:pt x="481702" y="2456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95550" y="2472689"/>
              <a:ext cx="869950" cy="836294"/>
            </a:xfrm>
            <a:custGeom>
              <a:avLst/>
              <a:gdLst/>
              <a:ahLst/>
              <a:cxnLst/>
              <a:rect l="l" t="t" r="r" b="b"/>
              <a:pathLst>
                <a:path w="869950" h="836295">
                  <a:moveTo>
                    <a:pt x="0" y="417575"/>
                  </a:moveTo>
                  <a:lnTo>
                    <a:pt x="2546" y="372163"/>
                  </a:lnTo>
                  <a:lnTo>
                    <a:pt x="10010" y="328145"/>
                  </a:lnTo>
                  <a:lnTo>
                    <a:pt x="22128" y="285780"/>
                  </a:lnTo>
                  <a:lnTo>
                    <a:pt x="38635" y="245325"/>
                  </a:lnTo>
                  <a:lnTo>
                    <a:pt x="59266" y="207038"/>
                  </a:lnTo>
                  <a:lnTo>
                    <a:pt x="83759" y="171175"/>
                  </a:lnTo>
                  <a:lnTo>
                    <a:pt x="111848" y="137995"/>
                  </a:lnTo>
                  <a:lnTo>
                    <a:pt x="143269" y="107754"/>
                  </a:lnTo>
                  <a:lnTo>
                    <a:pt x="177759" y="80711"/>
                  </a:lnTo>
                  <a:lnTo>
                    <a:pt x="215053" y="57121"/>
                  </a:lnTo>
                  <a:lnTo>
                    <a:pt x="254887" y="37244"/>
                  </a:lnTo>
                  <a:lnTo>
                    <a:pt x="296997" y="21336"/>
                  </a:lnTo>
                  <a:lnTo>
                    <a:pt x="341118" y="9654"/>
                  </a:lnTo>
                  <a:lnTo>
                    <a:pt x="386987" y="2456"/>
                  </a:lnTo>
                  <a:lnTo>
                    <a:pt x="434339" y="0"/>
                  </a:lnTo>
                  <a:lnTo>
                    <a:pt x="481702" y="2456"/>
                  </a:lnTo>
                  <a:lnTo>
                    <a:pt x="527598" y="9654"/>
                  </a:lnTo>
                  <a:lnTo>
                    <a:pt x="571762" y="21336"/>
                  </a:lnTo>
                  <a:lnTo>
                    <a:pt x="613926" y="37244"/>
                  </a:lnTo>
                  <a:lnTo>
                    <a:pt x="653824" y="57121"/>
                  </a:lnTo>
                  <a:lnTo>
                    <a:pt x="691188" y="80711"/>
                  </a:lnTo>
                  <a:lnTo>
                    <a:pt x="725753" y="107754"/>
                  </a:lnTo>
                  <a:lnTo>
                    <a:pt x="757250" y="137995"/>
                  </a:lnTo>
                  <a:lnTo>
                    <a:pt x="785414" y="171175"/>
                  </a:lnTo>
                  <a:lnTo>
                    <a:pt x="809977" y="207038"/>
                  </a:lnTo>
                  <a:lnTo>
                    <a:pt x="830673" y="245325"/>
                  </a:lnTo>
                  <a:lnTo>
                    <a:pt x="847234" y="285780"/>
                  </a:lnTo>
                  <a:lnTo>
                    <a:pt x="859393" y="328145"/>
                  </a:lnTo>
                  <a:lnTo>
                    <a:pt x="866885" y="372163"/>
                  </a:lnTo>
                  <a:lnTo>
                    <a:pt x="869441" y="417575"/>
                  </a:lnTo>
                  <a:lnTo>
                    <a:pt x="866885" y="463131"/>
                  </a:lnTo>
                  <a:lnTo>
                    <a:pt x="859393" y="507272"/>
                  </a:lnTo>
                  <a:lnTo>
                    <a:pt x="847234" y="549743"/>
                  </a:lnTo>
                  <a:lnTo>
                    <a:pt x="830673" y="590287"/>
                  </a:lnTo>
                  <a:lnTo>
                    <a:pt x="809977" y="628650"/>
                  </a:lnTo>
                  <a:lnTo>
                    <a:pt x="785414" y="664573"/>
                  </a:lnTo>
                  <a:lnTo>
                    <a:pt x="757250" y="697803"/>
                  </a:lnTo>
                  <a:lnTo>
                    <a:pt x="725753" y="728081"/>
                  </a:lnTo>
                  <a:lnTo>
                    <a:pt x="691188" y="755154"/>
                  </a:lnTo>
                  <a:lnTo>
                    <a:pt x="653824" y="778764"/>
                  </a:lnTo>
                  <a:lnTo>
                    <a:pt x="613926" y="798655"/>
                  </a:lnTo>
                  <a:lnTo>
                    <a:pt x="571762" y="814571"/>
                  </a:lnTo>
                  <a:lnTo>
                    <a:pt x="527598" y="826257"/>
                  </a:lnTo>
                  <a:lnTo>
                    <a:pt x="481702" y="833457"/>
                  </a:lnTo>
                  <a:lnTo>
                    <a:pt x="434339" y="835913"/>
                  </a:lnTo>
                  <a:lnTo>
                    <a:pt x="386987" y="833457"/>
                  </a:lnTo>
                  <a:lnTo>
                    <a:pt x="341118" y="826257"/>
                  </a:lnTo>
                  <a:lnTo>
                    <a:pt x="296997" y="814571"/>
                  </a:lnTo>
                  <a:lnTo>
                    <a:pt x="254887" y="798655"/>
                  </a:lnTo>
                  <a:lnTo>
                    <a:pt x="215053" y="778763"/>
                  </a:lnTo>
                  <a:lnTo>
                    <a:pt x="177759" y="755154"/>
                  </a:lnTo>
                  <a:lnTo>
                    <a:pt x="143269" y="728081"/>
                  </a:lnTo>
                  <a:lnTo>
                    <a:pt x="111848" y="697803"/>
                  </a:lnTo>
                  <a:lnTo>
                    <a:pt x="83759" y="664573"/>
                  </a:lnTo>
                  <a:lnTo>
                    <a:pt x="59266" y="628649"/>
                  </a:lnTo>
                  <a:lnTo>
                    <a:pt x="38635" y="590287"/>
                  </a:lnTo>
                  <a:lnTo>
                    <a:pt x="22128" y="549743"/>
                  </a:lnTo>
                  <a:lnTo>
                    <a:pt x="10010" y="507272"/>
                  </a:lnTo>
                  <a:lnTo>
                    <a:pt x="2546" y="463131"/>
                  </a:lnTo>
                  <a:lnTo>
                    <a:pt x="0" y="417575"/>
                  </a:lnTo>
                  <a:close/>
                </a:path>
              </a:pathLst>
            </a:custGeom>
            <a:ln w="3314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7300" y="1682495"/>
              <a:ext cx="1295400" cy="6873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85686" y="4195571"/>
              <a:ext cx="865633" cy="4023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4332" y="4453127"/>
              <a:ext cx="1153667" cy="31089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7567" y="4707636"/>
              <a:ext cx="1170432" cy="30175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4708" y="6021322"/>
              <a:ext cx="1193291" cy="31089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01866" y="6275830"/>
              <a:ext cx="1036321" cy="31089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03019" y="1665224"/>
            <a:ext cx="1050925" cy="6972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R="22225">
              <a:lnSpc>
                <a:spcPts val="960"/>
              </a:lnSpc>
              <a:spcBef>
                <a:spcPts val="334"/>
              </a:spcBef>
            </a:pPr>
            <a:r>
              <a:rPr sz="1000" b="1" spc="-105" dirty="0">
                <a:latin typeface="Arial"/>
                <a:cs typeface="Arial"/>
              </a:rPr>
              <a:t>Hardware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-130" dirty="0">
                <a:latin typeface="Arial"/>
                <a:cs typeface="Arial"/>
              </a:rPr>
              <a:t>&amp;</a:t>
            </a:r>
            <a:r>
              <a:rPr sz="1000" b="1" spc="-50" dirty="0">
                <a:latin typeface="Arial"/>
                <a:cs typeface="Arial"/>
              </a:rPr>
              <a:t> </a:t>
            </a:r>
            <a:r>
              <a:rPr sz="1000" b="1" spc="-90" dirty="0">
                <a:latin typeface="Arial"/>
                <a:cs typeface="Arial"/>
              </a:rPr>
              <a:t>Network  </a:t>
            </a:r>
            <a:r>
              <a:rPr sz="1000" b="1" spc="-114" dirty="0">
                <a:latin typeface="Arial"/>
                <a:cs typeface="Arial"/>
              </a:rPr>
              <a:t>Admin</a:t>
            </a:r>
            <a:endParaRPr sz="1000">
              <a:latin typeface="Arial"/>
              <a:cs typeface="Arial"/>
            </a:endParaRPr>
          </a:p>
          <a:p>
            <a:pPr marR="5080">
              <a:lnSpc>
                <a:spcPct val="80300"/>
              </a:lnSpc>
              <a:spcBef>
                <a:spcPts val="240"/>
              </a:spcBef>
            </a:pPr>
            <a:r>
              <a:rPr sz="1000" spc="-130" dirty="0">
                <a:latin typeface="Arial MT"/>
                <a:cs typeface="Arial MT"/>
              </a:rPr>
              <a:t>PC</a:t>
            </a:r>
            <a:r>
              <a:rPr sz="1000" spc="-50" dirty="0">
                <a:latin typeface="Arial MT"/>
                <a:cs typeface="Arial MT"/>
              </a:rPr>
              <a:t>, </a:t>
            </a:r>
            <a:r>
              <a:rPr sz="1000" spc="-95" dirty="0">
                <a:latin typeface="Arial MT"/>
                <a:cs typeface="Arial MT"/>
              </a:rPr>
              <a:t>Server</a:t>
            </a:r>
            <a:r>
              <a:rPr sz="1000" spc="-50" dirty="0">
                <a:latin typeface="Arial MT"/>
                <a:cs typeface="Arial MT"/>
              </a:rPr>
              <a:t>, </a:t>
            </a:r>
            <a:r>
              <a:rPr sz="1000" spc="-95" dirty="0">
                <a:latin typeface="Arial MT"/>
                <a:cs typeface="Arial MT"/>
              </a:rPr>
              <a:t>aksesor</a:t>
            </a:r>
            <a:r>
              <a:rPr sz="1000" spc="-40" dirty="0">
                <a:latin typeface="Arial MT"/>
                <a:cs typeface="Arial MT"/>
              </a:rPr>
              <a:t>i</a:t>
            </a:r>
            <a:r>
              <a:rPr sz="1000" spc="-65" dirty="0">
                <a:latin typeface="Arial MT"/>
                <a:cs typeface="Arial MT"/>
              </a:rPr>
              <a:t>s,  </a:t>
            </a:r>
            <a:r>
              <a:rPr sz="1000" spc="-105" dirty="0">
                <a:latin typeface="Arial MT"/>
                <a:cs typeface="Arial MT"/>
              </a:rPr>
              <a:t>hub</a:t>
            </a:r>
            <a:r>
              <a:rPr sz="1000" spc="-50" dirty="0">
                <a:latin typeface="Arial MT"/>
                <a:cs typeface="Arial MT"/>
              </a:rPr>
              <a:t>,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rout</a:t>
            </a:r>
            <a:r>
              <a:rPr sz="1000" spc="-110" dirty="0">
                <a:latin typeface="Arial MT"/>
                <a:cs typeface="Arial MT"/>
              </a:rPr>
              <a:t>e</a:t>
            </a:r>
            <a:r>
              <a:rPr sz="1000" spc="-60" dirty="0">
                <a:latin typeface="Arial MT"/>
                <a:cs typeface="Arial MT"/>
              </a:rPr>
              <a:t>r</a:t>
            </a:r>
            <a:r>
              <a:rPr sz="1000" spc="-50" dirty="0">
                <a:latin typeface="Arial MT"/>
                <a:cs typeface="Arial MT"/>
              </a:rPr>
              <a:t>,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switch,  </a:t>
            </a:r>
            <a:r>
              <a:rPr sz="1000" spc="-95" dirty="0">
                <a:latin typeface="Arial MT"/>
                <a:cs typeface="Arial MT"/>
              </a:rPr>
              <a:t>perkabelan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24300" y="3320796"/>
            <a:ext cx="1676400" cy="50292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970020" y="3327146"/>
            <a:ext cx="15424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b="1" spc="-120" dirty="0">
                <a:latin typeface="Arial"/>
                <a:cs typeface="Arial"/>
              </a:rPr>
              <a:t>Programme</a:t>
            </a:r>
            <a:r>
              <a:rPr sz="1000" b="1" spc="-70" dirty="0">
                <a:latin typeface="Arial"/>
                <a:cs typeface="Arial"/>
              </a:rPr>
              <a:t>r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spc="-130" dirty="0">
                <a:latin typeface="Arial"/>
                <a:cs typeface="Arial"/>
              </a:rPr>
              <a:t>&amp;</a:t>
            </a:r>
            <a:r>
              <a:rPr sz="1000" b="1" spc="-65" dirty="0">
                <a:latin typeface="Arial"/>
                <a:cs typeface="Arial"/>
              </a:rPr>
              <a:t> </a:t>
            </a:r>
            <a:r>
              <a:rPr sz="1000" b="1" spc="-105" dirty="0">
                <a:latin typeface="Arial"/>
                <a:cs typeface="Arial"/>
              </a:rPr>
              <a:t>Syste</a:t>
            </a:r>
            <a:r>
              <a:rPr sz="1000" b="1" spc="-160" dirty="0">
                <a:latin typeface="Arial"/>
                <a:cs typeface="Arial"/>
              </a:rPr>
              <a:t>m</a:t>
            </a:r>
            <a:r>
              <a:rPr sz="1000" b="1" spc="-50" dirty="0">
                <a:latin typeface="Arial"/>
                <a:cs typeface="Arial"/>
              </a:rPr>
              <a:t> </a:t>
            </a:r>
            <a:r>
              <a:rPr sz="1000" b="1" spc="-85" dirty="0">
                <a:latin typeface="Arial"/>
                <a:cs typeface="Arial"/>
              </a:rPr>
              <a:t>Analyst  </a:t>
            </a:r>
            <a:r>
              <a:rPr sz="1000" spc="-110" dirty="0">
                <a:latin typeface="Arial MT"/>
                <a:cs typeface="Arial MT"/>
              </a:rPr>
              <a:t>Pemrograma</a:t>
            </a:r>
            <a:r>
              <a:rPr sz="1000" spc="-100" dirty="0">
                <a:latin typeface="Arial MT"/>
                <a:cs typeface="Arial MT"/>
              </a:rPr>
              <a:t>n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105" dirty="0">
                <a:latin typeface="Arial MT"/>
                <a:cs typeface="Arial MT"/>
              </a:rPr>
              <a:t>(JSP</a:t>
            </a:r>
            <a:r>
              <a:rPr sz="1000" spc="-50" dirty="0">
                <a:latin typeface="Arial MT"/>
                <a:cs typeface="Arial MT"/>
              </a:rPr>
              <a:t>,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120" dirty="0">
                <a:latin typeface="Arial MT"/>
                <a:cs typeface="Arial MT"/>
              </a:rPr>
              <a:t>A</a:t>
            </a:r>
            <a:r>
              <a:rPr sz="1000" spc="-125" dirty="0">
                <a:latin typeface="Arial MT"/>
                <a:cs typeface="Arial MT"/>
              </a:rPr>
              <a:t>SP</a:t>
            </a:r>
            <a:r>
              <a:rPr sz="1000" spc="-50" dirty="0">
                <a:latin typeface="Arial MT"/>
                <a:cs typeface="Arial MT"/>
              </a:rPr>
              <a:t>,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125" dirty="0">
                <a:latin typeface="Arial MT"/>
                <a:cs typeface="Arial MT"/>
              </a:rPr>
              <a:t>PH</a:t>
            </a:r>
            <a:r>
              <a:rPr sz="1000" spc="-75" dirty="0">
                <a:latin typeface="Arial MT"/>
                <a:cs typeface="Arial MT"/>
              </a:rPr>
              <a:t>P,  </a:t>
            </a:r>
            <a:r>
              <a:rPr sz="1000" spc="-95" dirty="0">
                <a:latin typeface="Arial MT"/>
                <a:cs typeface="Arial MT"/>
              </a:rPr>
              <a:t>C)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33500" y="3206495"/>
            <a:ext cx="1295400" cy="65532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79219" y="3212845"/>
            <a:ext cx="11880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b="1" spc="-105" dirty="0">
                <a:latin typeface="Arial"/>
                <a:cs typeface="Arial"/>
              </a:rPr>
              <a:t>Databas</a:t>
            </a:r>
            <a:r>
              <a:rPr sz="1000" b="1" spc="-100" dirty="0">
                <a:latin typeface="Arial"/>
                <a:cs typeface="Arial"/>
              </a:rPr>
              <a:t>e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spc="-140" dirty="0">
                <a:latin typeface="Arial"/>
                <a:cs typeface="Arial"/>
              </a:rPr>
              <a:t>Adm</a:t>
            </a:r>
            <a:r>
              <a:rPr sz="1000" b="1" spc="-60" dirty="0">
                <a:latin typeface="Arial"/>
                <a:cs typeface="Arial"/>
              </a:rPr>
              <a:t>i</a:t>
            </a:r>
            <a:r>
              <a:rPr sz="1000" b="1" spc="-85" dirty="0">
                <a:latin typeface="Arial"/>
                <a:cs typeface="Arial"/>
              </a:rPr>
              <a:t>nistrator  Siste</a:t>
            </a:r>
            <a:r>
              <a:rPr sz="1000" b="1" spc="-160" dirty="0">
                <a:latin typeface="Arial"/>
                <a:cs typeface="Arial"/>
              </a:rPr>
              <a:t>m</a:t>
            </a:r>
            <a:r>
              <a:rPr sz="1000" b="1" spc="-50" dirty="0">
                <a:latin typeface="Arial"/>
                <a:cs typeface="Arial"/>
              </a:rPr>
              <a:t> </a:t>
            </a:r>
            <a:r>
              <a:rPr sz="1000" b="1" spc="-100" dirty="0">
                <a:latin typeface="Arial"/>
                <a:cs typeface="Arial"/>
              </a:rPr>
              <a:t>Basis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-90" dirty="0">
                <a:latin typeface="Arial"/>
                <a:cs typeface="Arial"/>
              </a:rPr>
              <a:t>Data  (Oracle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-105" dirty="0">
                <a:latin typeface="Arial"/>
                <a:cs typeface="Arial"/>
              </a:rPr>
              <a:t>DB,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-160" dirty="0">
                <a:latin typeface="Arial"/>
                <a:cs typeface="Arial"/>
              </a:rPr>
              <a:t>m</a:t>
            </a:r>
            <a:r>
              <a:rPr sz="1000" b="1" spc="-110" dirty="0">
                <a:latin typeface="Arial"/>
                <a:cs typeface="Arial"/>
              </a:rPr>
              <a:t>y</a:t>
            </a:r>
            <a:r>
              <a:rPr sz="1000" b="1" spc="-90" dirty="0">
                <a:latin typeface="Arial"/>
                <a:cs typeface="Arial"/>
              </a:rPr>
              <a:t>SQL,  </a:t>
            </a:r>
            <a:r>
              <a:rPr sz="1000" b="1" spc="-110" dirty="0">
                <a:latin typeface="Arial"/>
                <a:cs typeface="Arial"/>
              </a:rPr>
              <a:t>MS-SQL)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29100" y="1682495"/>
            <a:ext cx="1295400" cy="68732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274820" y="1665224"/>
            <a:ext cx="1193165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spc="-110" dirty="0">
                <a:latin typeface="Arial"/>
                <a:cs typeface="Arial"/>
              </a:rPr>
              <a:t>System</a:t>
            </a:r>
            <a:r>
              <a:rPr sz="1000" b="1" spc="-50" dirty="0">
                <a:latin typeface="Arial"/>
                <a:cs typeface="Arial"/>
              </a:rPr>
              <a:t> </a:t>
            </a:r>
            <a:r>
              <a:rPr sz="1000" b="1" spc="-135" dirty="0">
                <a:latin typeface="Arial"/>
                <a:cs typeface="Arial"/>
              </a:rPr>
              <a:t>Adm</a:t>
            </a:r>
            <a:r>
              <a:rPr sz="1000" b="1" spc="-60" dirty="0">
                <a:latin typeface="Arial"/>
                <a:cs typeface="Arial"/>
              </a:rPr>
              <a:t>i</a:t>
            </a:r>
            <a:r>
              <a:rPr sz="1000" b="1" spc="-110" dirty="0">
                <a:latin typeface="Arial"/>
                <a:cs typeface="Arial"/>
              </a:rPr>
              <a:t>n</a:t>
            </a:r>
            <a:r>
              <a:rPr sz="1000" b="1" spc="-60" dirty="0">
                <a:latin typeface="Arial"/>
                <a:cs typeface="Arial"/>
              </a:rPr>
              <a:t>i</a:t>
            </a:r>
            <a:r>
              <a:rPr sz="1000" b="1" spc="-90" dirty="0">
                <a:latin typeface="Arial"/>
                <a:cs typeface="Arial"/>
              </a:rPr>
              <a:t>strator</a:t>
            </a:r>
            <a:endParaRPr sz="1000">
              <a:latin typeface="Arial"/>
              <a:cs typeface="Arial"/>
            </a:endParaRPr>
          </a:p>
          <a:p>
            <a:pPr marR="5080">
              <a:lnSpc>
                <a:spcPct val="80200"/>
              </a:lnSpc>
              <a:spcBef>
                <a:spcPts val="240"/>
              </a:spcBef>
            </a:pPr>
            <a:r>
              <a:rPr sz="1000" spc="-85" dirty="0">
                <a:latin typeface="Arial MT"/>
                <a:cs typeface="Arial MT"/>
              </a:rPr>
              <a:t>Siste</a:t>
            </a:r>
            <a:r>
              <a:rPr sz="1000" spc="-150" dirty="0">
                <a:latin typeface="Arial MT"/>
                <a:cs typeface="Arial MT"/>
              </a:rPr>
              <a:t>m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95" dirty="0">
                <a:latin typeface="Arial MT"/>
                <a:cs typeface="Arial MT"/>
              </a:rPr>
              <a:t>Operasi</a:t>
            </a:r>
            <a:r>
              <a:rPr sz="1000" spc="-50" dirty="0">
                <a:latin typeface="Arial MT"/>
                <a:cs typeface="Arial MT"/>
              </a:rPr>
              <a:t>,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i="1" spc="-100" dirty="0">
                <a:latin typeface="Arial"/>
                <a:cs typeface="Arial"/>
              </a:rPr>
              <a:t>se</a:t>
            </a:r>
            <a:r>
              <a:rPr sz="1000" i="1" spc="-60" dirty="0">
                <a:latin typeface="Arial"/>
                <a:cs typeface="Arial"/>
              </a:rPr>
              <a:t>r</a:t>
            </a:r>
            <a:r>
              <a:rPr sz="1000" i="1" spc="-90" dirty="0">
                <a:latin typeface="Arial"/>
                <a:cs typeface="Arial"/>
              </a:rPr>
              <a:t>v</a:t>
            </a:r>
            <a:r>
              <a:rPr sz="1000" i="1" spc="-70" dirty="0">
                <a:latin typeface="Arial"/>
                <a:cs typeface="Arial"/>
              </a:rPr>
              <a:t>ic</a:t>
            </a:r>
            <a:r>
              <a:rPr sz="1000" i="1" spc="-100" dirty="0">
                <a:latin typeface="Arial"/>
                <a:cs typeface="Arial"/>
              </a:rPr>
              <a:t>e</a:t>
            </a:r>
            <a:r>
              <a:rPr sz="1000" i="1" spc="-95" dirty="0">
                <a:latin typeface="Arial"/>
                <a:cs typeface="Arial"/>
              </a:rPr>
              <a:t>s</a:t>
            </a:r>
            <a:r>
              <a:rPr sz="1000" spc="-50" dirty="0">
                <a:latin typeface="Arial MT"/>
                <a:cs typeface="Arial MT"/>
              </a:rPr>
              <a:t>,  </a:t>
            </a:r>
            <a:r>
              <a:rPr sz="1000" spc="-105" dirty="0">
                <a:latin typeface="Arial MT"/>
                <a:cs typeface="Arial MT"/>
              </a:rPr>
              <a:t>Workgrou</a:t>
            </a:r>
            <a:r>
              <a:rPr sz="1000" spc="-100" dirty="0">
                <a:latin typeface="Arial MT"/>
                <a:cs typeface="Arial MT"/>
              </a:rPr>
              <a:t>p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90" dirty="0">
                <a:latin typeface="Arial MT"/>
                <a:cs typeface="Arial MT"/>
              </a:rPr>
              <a:t>Domain,  </a:t>
            </a:r>
            <a:r>
              <a:rPr sz="1000" spc="-85" dirty="0">
                <a:latin typeface="Arial MT"/>
                <a:cs typeface="Arial MT"/>
              </a:rPr>
              <a:t>Intern</a:t>
            </a:r>
            <a:r>
              <a:rPr sz="1000" spc="-110" dirty="0">
                <a:latin typeface="Arial MT"/>
                <a:cs typeface="Arial MT"/>
              </a:rPr>
              <a:t>e</a:t>
            </a:r>
            <a:r>
              <a:rPr sz="1000" spc="-50" dirty="0">
                <a:latin typeface="Arial MT"/>
                <a:cs typeface="Arial MT"/>
              </a:rPr>
              <a:t>t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110" dirty="0">
                <a:latin typeface="Arial MT"/>
                <a:cs typeface="Arial MT"/>
              </a:rPr>
              <a:t>Domai</a:t>
            </a:r>
            <a:r>
              <a:rPr sz="1000" spc="-100" dirty="0">
                <a:latin typeface="Arial MT"/>
                <a:cs typeface="Arial MT"/>
              </a:rPr>
              <a:t>n</a:t>
            </a:r>
            <a:r>
              <a:rPr sz="1000" spc="-65" dirty="0">
                <a:latin typeface="Arial MT"/>
                <a:cs typeface="Arial MT"/>
              </a:rPr>
              <a:t> </a:t>
            </a:r>
            <a:r>
              <a:rPr sz="1000" spc="-135" dirty="0">
                <a:latin typeface="Arial MT"/>
                <a:cs typeface="Arial MT"/>
              </a:rPr>
              <a:t>Nam</a:t>
            </a:r>
            <a:r>
              <a:rPr sz="1000" spc="-100" dirty="0">
                <a:latin typeface="Arial MT"/>
                <a:cs typeface="Arial MT"/>
              </a:rPr>
              <a:t>e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,  </a:t>
            </a:r>
            <a:r>
              <a:rPr sz="1000" spc="-105" dirty="0">
                <a:latin typeface="Arial MT"/>
                <a:cs typeface="Arial MT"/>
              </a:rPr>
              <a:t>messagin</a:t>
            </a:r>
            <a:r>
              <a:rPr sz="1000" spc="-100" dirty="0">
                <a:latin typeface="Arial MT"/>
                <a:cs typeface="Arial MT"/>
              </a:rPr>
              <a:t>g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(-E</a:t>
            </a:r>
            <a:r>
              <a:rPr sz="1000" spc="-145" dirty="0">
                <a:latin typeface="Arial MT"/>
                <a:cs typeface="Arial MT"/>
              </a:rPr>
              <a:t>m</a:t>
            </a:r>
            <a:r>
              <a:rPr sz="1000" spc="-105" dirty="0">
                <a:latin typeface="Arial MT"/>
                <a:cs typeface="Arial MT"/>
              </a:rPr>
              <a:t>a</a:t>
            </a:r>
            <a:r>
              <a:rPr sz="1000" spc="-55" dirty="0">
                <a:latin typeface="Arial MT"/>
                <a:cs typeface="Arial MT"/>
              </a:rPr>
              <a:t>il)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42428" y="767524"/>
            <a:ext cx="4572635" cy="7607300"/>
            <a:chOff x="1142428" y="767524"/>
            <a:chExt cx="4572635" cy="7607300"/>
          </a:xfrm>
        </p:grpSpPr>
        <p:sp>
          <p:nvSpPr>
            <p:cNvPr id="26" name="object 26"/>
            <p:cNvSpPr/>
            <p:nvPr/>
          </p:nvSpPr>
          <p:spPr>
            <a:xfrm>
              <a:off x="1149096" y="774192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5"/>
                  </a:moveTo>
                  <a:lnTo>
                    <a:pt x="4559046" y="3416045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5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43000" y="4945379"/>
              <a:ext cx="4572000" cy="3429000"/>
            </a:xfrm>
            <a:custGeom>
              <a:avLst/>
              <a:gdLst/>
              <a:ahLst/>
              <a:cxnLst/>
              <a:rect l="l" t="t" r="r" b="b"/>
              <a:pathLst>
                <a:path w="4572000" h="3429000">
                  <a:moveTo>
                    <a:pt x="4572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4572000" y="3429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19200" y="5593079"/>
              <a:ext cx="4381500" cy="2590800"/>
            </a:xfrm>
            <a:custGeom>
              <a:avLst/>
              <a:gdLst/>
              <a:ahLst/>
              <a:cxnLst/>
              <a:rect l="l" t="t" r="r" b="b"/>
              <a:pathLst>
                <a:path w="4381500" h="2590800">
                  <a:moveTo>
                    <a:pt x="4381500" y="0"/>
                  </a:moveTo>
                  <a:lnTo>
                    <a:pt x="0" y="0"/>
                  </a:lnTo>
                  <a:lnTo>
                    <a:pt x="0" y="2590800"/>
                  </a:lnTo>
                  <a:lnTo>
                    <a:pt x="4381500" y="2590800"/>
                  </a:lnTo>
                  <a:lnTo>
                    <a:pt x="4381500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19200" y="5593079"/>
              <a:ext cx="4381500" cy="2590800"/>
            </a:xfrm>
            <a:custGeom>
              <a:avLst/>
              <a:gdLst/>
              <a:ahLst/>
              <a:cxnLst/>
              <a:rect l="l" t="t" r="r" b="b"/>
              <a:pathLst>
                <a:path w="4381500" h="2590800">
                  <a:moveTo>
                    <a:pt x="0" y="2590800"/>
                  </a:moveTo>
                  <a:lnTo>
                    <a:pt x="4381500" y="2590800"/>
                  </a:lnTo>
                  <a:lnTo>
                    <a:pt x="4381500" y="0"/>
                  </a:lnTo>
                  <a:lnTo>
                    <a:pt x="0" y="0"/>
                  </a:lnTo>
                  <a:lnTo>
                    <a:pt x="0" y="2590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09700" y="6316979"/>
              <a:ext cx="3581400" cy="1447800"/>
            </a:xfrm>
            <a:custGeom>
              <a:avLst/>
              <a:gdLst/>
              <a:ahLst/>
              <a:cxnLst/>
              <a:rect l="l" t="t" r="r" b="b"/>
              <a:pathLst>
                <a:path w="3581400" h="1447800">
                  <a:moveTo>
                    <a:pt x="0" y="0"/>
                  </a:moveTo>
                  <a:lnTo>
                    <a:pt x="0" y="1447800"/>
                  </a:lnTo>
                  <a:lnTo>
                    <a:pt x="3581400" y="1447800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76400" y="7155179"/>
              <a:ext cx="495300" cy="2286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638300" y="7117079"/>
              <a:ext cx="495300" cy="228600"/>
            </a:xfrm>
            <a:custGeom>
              <a:avLst/>
              <a:gdLst/>
              <a:ahLst/>
              <a:cxnLst/>
              <a:rect l="l" t="t" r="r" b="b"/>
              <a:pathLst>
                <a:path w="495300" h="228600">
                  <a:moveTo>
                    <a:pt x="332994" y="0"/>
                  </a:moveTo>
                  <a:lnTo>
                    <a:pt x="247650" y="61722"/>
                  </a:lnTo>
                  <a:lnTo>
                    <a:pt x="191262" y="24384"/>
                  </a:lnTo>
                  <a:lnTo>
                    <a:pt x="167639" y="67056"/>
                  </a:lnTo>
                  <a:lnTo>
                    <a:pt x="8381" y="24384"/>
                  </a:lnTo>
                  <a:lnTo>
                    <a:pt x="105918" y="80772"/>
                  </a:lnTo>
                  <a:lnTo>
                    <a:pt x="0" y="91440"/>
                  </a:lnTo>
                  <a:lnTo>
                    <a:pt x="85343" y="124968"/>
                  </a:lnTo>
                  <a:lnTo>
                    <a:pt x="3048" y="154686"/>
                  </a:lnTo>
                  <a:lnTo>
                    <a:pt x="130301" y="147828"/>
                  </a:lnTo>
                  <a:lnTo>
                    <a:pt x="108966" y="186690"/>
                  </a:lnTo>
                  <a:lnTo>
                    <a:pt x="176783" y="165354"/>
                  </a:lnTo>
                  <a:lnTo>
                    <a:pt x="194310" y="228600"/>
                  </a:lnTo>
                  <a:lnTo>
                    <a:pt x="241554" y="157734"/>
                  </a:lnTo>
                  <a:lnTo>
                    <a:pt x="304038" y="208788"/>
                  </a:lnTo>
                  <a:lnTo>
                    <a:pt x="321563" y="153162"/>
                  </a:lnTo>
                  <a:lnTo>
                    <a:pt x="416051" y="191262"/>
                  </a:lnTo>
                  <a:lnTo>
                    <a:pt x="386333" y="137160"/>
                  </a:lnTo>
                  <a:lnTo>
                    <a:pt x="495300" y="140970"/>
                  </a:lnTo>
                  <a:lnTo>
                    <a:pt x="403860" y="110490"/>
                  </a:lnTo>
                  <a:lnTo>
                    <a:pt x="483869" y="86106"/>
                  </a:lnTo>
                  <a:lnTo>
                    <a:pt x="383286" y="77724"/>
                  </a:lnTo>
                  <a:lnTo>
                    <a:pt x="421386" y="47244"/>
                  </a:lnTo>
                  <a:lnTo>
                    <a:pt x="324612" y="56388"/>
                  </a:lnTo>
                  <a:lnTo>
                    <a:pt x="33299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38300" y="7117079"/>
              <a:ext cx="495300" cy="228600"/>
            </a:xfrm>
            <a:custGeom>
              <a:avLst/>
              <a:gdLst/>
              <a:ahLst/>
              <a:cxnLst/>
              <a:rect l="l" t="t" r="r" b="b"/>
              <a:pathLst>
                <a:path w="495300" h="228600">
                  <a:moveTo>
                    <a:pt x="247650" y="61722"/>
                  </a:moveTo>
                  <a:lnTo>
                    <a:pt x="191262" y="24384"/>
                  </a:lnTo>
                  <a:lnTo>
                    <a:pt x="167639" y="67056"/>
                  </a:lnTo>
                  <a:lnTo>
                    <a:pt x="8381" y="24384"/>
                  </a:lnTo>
                  <a:lnTo>
                    <a:pt x="105918" y="80772"/>
                  </a:lnTo>
                  <a:lnTo>
                    <a:pt x="0" y="91440"/>
                  </a:lnTo>
                  <a:lnTo>
                    <a:pt x="85343" y="124968"/>
                  </a:lnTo>
                  <a:lnTo>
                    <a:pt x="3048" y="154686"/>
                  </a:lnTo>
                  <a:lnTo>
                    <a:pt x="130301" y="147828"/>
                  </a:lnTo>
                  <a:lnTo>
                    <a:pt x="108966" y="186690"/>
                  </a:lnTo>
                  <a:lnTo>
                    <a:pt x="176783" y="165354"/>
                  </a:lnTo>
                  <a:lnTo>
                    <a:pt x="194310" y="228600"/>
                  </a:lnTo>
                  <a:lnTo>
                    <a:pt x="241554" y="157734"/>
                  </a:lnTo>
                  <a:lnTo>
                    <a:pt x="304038" y="208788"/>
                  </a:lnTo>
                  <a:lnTo>
                    <a:pt x="321563" y="153162"/>
                  </a:lnTo>
                  <a:lnTo>
                    <a:pt x="416051" y="191262"/>
                  </a:lnTo>
                  <a:lnTo>
                    <a:pt x="386333" y="137160"/>
                  </a:lnTo>
                  <a:lnTo>
                    <a:pt x="495300" y="140970"/>
                  </a:lnTo>
                  <a:lnTo>
                    <a:pt x="403860" y="110490"/>
                  </a:lnTo>
                  <a:lnTo>
                    <a:pt x="483869" y="86106"/>
                  </a:lnTo>
                  <a:lnTo>
                    <a:pt x="383286" y="77724"/>
                  </a:lnTo>
                  <a:lnTo>
                    <a:pt x="421386" y="47244"/>
                  </a:lnTo>
                  <a:lnTo>
                    <a:pt x="324612" y="56388"/>
                  </a:lnTo>
                  <a:lnTo>
                    <a:pt x="332994" y="0"/>
                  </a:lnTo>
                  <a:lnTo>
                    <a:pt x="247650" y="61722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799082" y="7166100"/>
            <a:ext cx="18161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b="1" spc="-5" dirty="0">
                <a:latin typeface="Arial"/>
                <a:cs typeface="Arial"/>
              </a:rPr>
              <a:t>CMP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445260" y="7381240"/>
            <a:ext cx="383540" cy="231140"/>
            <a:chOff x="1445260" y="7381240"/>
            <a:chExt cx="383540" cy="231140"/>
          </a:xfrm>
        </p:grpSpPr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85900" y="7421880"/>
              <a:ext cx="342900" cy="1905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447800" y="7383780"/>
              <a:ext cx="342900" cy="190500"/>
            </a:xfrm>
            <a:custGeom>
              <a:avLst/>
              <a:gdLst/>
              <a:ahLst/>
              <a:cxnLst/>
              <a:rect l="l" t="t" r="r" b="b"/>
              <a:pathLst>
                <a:path w="342900" h="190500">
                  <a:moveTo>
                    <a:pt x="230886" y="0"/>
                  </a:moveTo>
                  <a:lnTo>
                    <a:pt x="171450" y="51054"/>
                  </a:lnTo>
                  <a:lnTo>
                    <a:pt x="132587" y="20574"/>
                  </a:lnTo>
                  <a:lnTo>
                    <a:pt x="115824" y="55626"/>
                  </a:lnTo>
                  <a:lnTo>
                    <a:pt x="6095" y="20574"/>
                  </a:lnTo>
                  <a:lnTo>
                    <a:pt x="73151" y="67056"/>
                  </a:lnTo>
                  <a:lnTo>
                    <a:pt x="0" y="76200"/>
                  </a:lnTo>
                  <a:lnTo>
                    <a:pt x="59436" y="103632"/>
                  </a:lnTo>
                  <a:lnTo>
                    <a:pt x="2286" y="128778"/>
                  </a:lnTo>
                  <a:lnTo>
                    <a:pt x="89916" y="122682"/>
                  </a:lnTo>
                  <a:lnTo>
                    <a:pt x="75437" y="155448"/>
                  </a:lnTo>
                  <a:lnTo>
                    <a:pt x="122681" y="137922"/>
                  </a:lnTo>
                  <a:lnTo>
                    <a:pt x="134874" y="190500"/>
                  </a:lnTo>
                  <a:lnTo>
                    <a:pt x="166877" y="131826"/>
                  </a:lnTo>
                  <a:lnTo>
                    <a:pt x="210312" y="173736"/>
                  </a:lnTo>
                  <a:lnTo>
                    <a:pt x="222504" y="127254"/>
                  </a:lnTo>
                  <a:lnTo>
                    <a:pt x="288036" y="159258"/>
                  </a:lnTo>
                  <a:lnTo>
                    <a:pt x="267462" y="114300"/>
                  </a:lnTo>
                  <a:lnTo>
                    <a:pt x="342900" y="117348"/>
                  </a:lnTo>
                  <a:lnTo>
                    <a:pt x="279654" y="92202"/>
                  </a:lnTo>
                  <a:lnTo>
                    <a:pt x="334518" y="71628"/>
                  </a:lnTo>
                  <a:lnTo>
                    <a:pt x="265175" y="64770"/>
                  </a:lnTo>
                  <a:lnTo>
                    <a:pt x="291845" y="39624"/>
                  </a:lnTo>
                  <a:lnTo>
                    <a:pt x="224789" y="47244"/>
                  </a:lnTo>
                  <a:lnTo>
                    <a:pt x="230886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47800" y="7383780"/>
              <a:ext cx="342900" cy="190500"/>
            </a:xfrm>
            <a:custGeom>
              <a:avLst/>
              <a:gdLst/>
              <a:ahLst/>
              <a:cxnLst/>
              <a:rect l="l" t="t" r="r" b="b"/>
              <a:pathLst>
                <a:path w="342900" h="190500">
                  <a:moveTo>
                    <a:pt x="171450" y="51054"/>
                  </a:moveTo>
                  <a:lnTo>
                    <a:pt x="132587" y="20574"/>
                  </a:lnTo>
                  <a:lnTo>
                    <a:pt x="115824" y="55626"/>
                  </a:lnTo>
                  <a:lnTo>
                    <a:pt x="6095" y="20574"/>
                  </a:lnTo>
                  <a:lnTo>
                    <a:pt x="73151" y="67056"/>
                  </a:lnTo>
                  <a:lnTo>
                    <a:pt x="0" y="76200"/>
                  </a:lnTo>
                  <a:lnTo>
                    <a:pt x="59436" y="103632"/>
                  </a:lnTo>
                  <a:lnTo>
                    <a:pt x="2286" y="128778"/>
                  </a:lnTo>
                  <a:lnTo>
                    <a:pt x="89916" y="122682"/>
                  </a:lnTo>
                  <a:lnTo>
                    <a:pt x="75437" y="155448"/>
                  </a:lnTo>
                  <a:lnTo>
                    <a:pt x="122681" y="137922"/>
                  </a:lnTo>
                  <a:lnTo>
                    <a:pt x="134874" y="190500"/>
                  </a:lnTo>
                  <a:lnTo>
                    <a:pt x="166877" y="131826"/>
                  </a:lnTo>
                  <a:lnTo>
                    <a:pt x="210312" y="173736"/>
                  </a:lnTo>
                  <a:lnTo>
                    <a:pt x="222504" y="127254"/>
                  </a:lnTo>
                  <a:lnTo>
                    <a:pt x="288036" y="159258"/>
                  </a:lnTo>
                  <a:lnTo>
                    <a:pt x="267462" y="114300"/>
                  </a:lnTo>
                  <a:lnTo>
                    <a:pt x="342900" y="117348"/>
                  </a:lnTo>
                  <a:lnTo>
                    <a:pt x="279654" y="92202"/>
                  </a:lnTo>
                  <a:lnTo>
                    <a:pt x="334518" y="71628"/>
                  </a:lnTo>
                  <a:lnTo>
                    <a:pt x="265175" y="64770"/>
                  </a:lnTo>
                  <a:lnTo>
                    <a:pt x="291845" y="39624"/>
                  </a:lnTo>
                  <a:lnTo>
                    <a:pt x="224789" y="47244"/>
                  </a:lnTo>
                  <a:lnTo>
                    <a:pt x="230886" y="0"/>
                  </a:lnTo>
                  <a:lnTo>
                    <a:pt x="171450" y="5105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562861" y="7415274"/>
            <a:ext cx="1231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latin typeface="Arial"/>
                <a:cs typeface="Arial"/>
              </a:rPr>
              <a:t>OS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978660" y="6847840"/>
            <a:ext cx="459740" cy="269240"/>
            <a:chOff x="1978660" y="6847840"/>
            <a:chExt cx="459740" cy="269240"/>
          </a:xfrm>
        </p:grpSpPr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19300" y="6888480"/>
              <a:ext cx="419100" cy="2286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981200" y="6850380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281939" y="0"/>
                  </a:moveTo>
                  <a:lnTo>
                    <a:pt x="209550" y="61722"/>
                  </a:lnTo>
                  <a:lnTo>
                    <a:pt x="162306" y="24384"/>
                  </a:lnTo>
                  <a:lnTo>
                    <a:pt x="141731" y="67056"/>
                  </a:lnTo>
                  <a:lnTo>
                    <a:pt x="6857" y="24384"/>
                  </a:lnTo>
                  <a:lnTo>
                    <a:pt x="89916" y="80772"/>
                  </a:lnTo>
                  <a:lnTo>
                    <a:pt x="0" y="91440"/>
                  </a:lnTo>
                  <a:lnTo>
                    <a:pt x="72389" y="124968"/>
                  </a:lnTo>
                  <a:lnTo>
                    <a:pt x="2286" y="154686"/>
                  </a:lnTo>
                  <a:lnTo>
                    <a:pt x="109727" y="147828"/>
                  </a:lnTo>
                  <a:lnTo>
                    <a:pt x="92201" y="186690"/>
                  </a:lnTo>
                  <a:lnTo>
                    <a:pt x="149351" y="165354"/>
                  </a:lnTo>
                  <a:lnTo>
                    <a:pt x="164592" y="228600"/>
                  </a:lnTo>
                  <a:lnTo>
                    <a:pt x="204216" y="157734"/>
                  </a:lnTo>
                  <a:lnTo>
                    <a:pt x="256794" y="208788"/>
                  </a:lnTo>
                  <a:lnTo>
                    <a:pt x="272033" y="153162"/>
                  </a:lnTo>
                  <a:lnTo>
                    <a:pt x="352044" y="191262"/>
                  </a:lnTo>
                  <a:lnTo>
                    <a:pt x="326898" y="137160"/>
                  </a:lnTo>
                  <a:lnTo>
                    <a:pt x="419100" y="140970"/>
                  </a:lnTo>
                  <a:lnTo>
                    <a:pt x="341375" y="110490"/>
                  </a:lnTo>
                  <a:lnTo>
                    <a:pt x="409194" y="86106"/>
                  </a:lnTo>
                  <a:lnTo>
                    <a:pt x="323850" y="77724"/>
                  </a:lnTo>
                  <a:lnTo>
                    <a:pt x="356616" y="47244"/>
                  </a:lnTo>
                  <a:lnTo>
                    <a:pt x="274319" y="56388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81200" y="6850380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209550" y="61722"/>
                  </a:moveTo>
                  <a:lnTo>
                    <a:pt x="162306" y="24384"/>
                  </a:lnTo>
                  <a:lnTo>
                    <a:pt x="141731" y="67056"/>
                  </a:lnTo>
                  <a:lnTo>
                    <a:pt x="6857" y="24384"/>
                  </a:lnTo>
                  <a:lnTo>
                    <a:pt x="89916" y="80772"/>
                  </a:lnTo>
                  <a:lnTo>
                    <a:pt x="0" y="91440"/>
                  </a:lnTo>
                  <a:lnTo>
                    <a:pt x="72389" y="124968"/>
                  </a:lnTo>
                  <a:lnTo>
                    <a:pt x="2286" y="154686"/>
                  </a:lnTo>
                  <a:lnTo>
                    <a:pt x="109727" y="147828"/>
                  </a:lnTo>
                  <a:lnTo>
                    <a:pt x="92201" y="186690"/>
                  </a:lnTo>
                  <a:lnTo>
                    <a:pt x="149351" y="165354"/>
                  </a:lnTo>
                  <a:lnTo>
                    <a:pt x="164592" y="228600"/>
                  </a:lnTo>
                  <a:lnTo>
                    <a:pt x="204216" y="157734"/>
                  </a:lnTo>
                  <a:lnTo>
                    <a:pt x="256794" y="208788"/>
                  </a:lnTo>
                  <a:lnTo>
                    <a:pt x="272033" y="153162"/>
                  </a:lnTo>
                  <a:lnTo>
                    <a:pt x="352044" y="191262"/>
                  </a:lnTo>
                  <a:lnTo>
                    <a:pt x="326898" y="137160"/>
                  </a:lnTo>
                  <a:lnTo>
                    <a:pt x="419100" y="140970"/>
                  </a:lnTo>
                  <a:lnTo>
                    <a:pt x="341375" y="110490"/>
                  </a:lnTo>
                  <a:lnTo>
                    <a:pt x="409194" y="86106"/>
                  </a:lnTo>
                  <a:lnTo>
                    <a:pt x="323850" y="77724"/>
                  </a:lnTo>
                  <a:lnTo>
                    <a:pt x="356616" y="47244"/>
                  </a:lnTo>
                  <a:lnTo>
                    <a:pt x="274319" y="56388"/>
                  </a:lnTo>
                  <a:lnTo>
                    <a:pt x="281939" y="0"/>
                  </a:lnTo>
                  <a:lnTo>
                    <a:pt x="209550" y="61722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146554" y="6891018"/>
            <a:ext cx="9779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 MT"/>
                <a:cs typeface="Arial MT"/>
              </a:rPr>
              <a:t>IE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321560" y="6619240"/>
            <a:ext cx="459740" cy="231140"/>
            <a:chOff x="2321560" y="6619240"/>
            <a:chExt cx="459740" cy="231140"/>
          </a:xfrm>
        </p:grpSpPr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62200" y="6659880"/>
              <a:ext cx="419100" cy="19050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24100" y="6621780"/>
              <a:ext cx="419100" cy="190500"/>
            </a:xfrm>
            <a:custGeom>
              <a:avLst/>
              <a:gdLst/>
              <a:ahLst/>
              <a:cxnLst/>
              <a:rect l="l" t="t" r="r" b="b"/>
              <a:pathLst>
                <a:path w="419100" h="190500">
                  <a:moveTo>
                    <a:pt x="281939" y="0"/>
                  </a:moveTo>
                  <a:lnTo>
                    <a:pt x="209550" y="51054"/>
                  </a:lnTo>
                  <a:lnTo>
                    <a:pt x="162306" y="20574"/>
                  </a:lnTo>
                  <a:lnTo>
                    <a:pt x="141731" y="55626"/>
                  </a:lnTo>
                  <a:lnTo>
                    <a:pt x="6857" y="20574"/>
                  </a:lnTo>
                  <a:lnTo>
                    <a:pt x="89916" y="67056"/>
                  </a:lnTo>
                  <a:lnTo>
                    <a:pt x="0" y="76200"/>
                  </a:lnTo>
                  <a:lnTo>
                    <a:pt x="72389" y="103632"/>
                  </a:lnTo>
                  <a:lnTo>
                    <a:pt x="2286" y="128778"/>
                  </a:lnTo>
                  <a:lnTo>
                    <a:pt x="109727" y="122682"/>
                  </a:lnTo>
                  <a:lnTo>
                    <a:pt x="92201" y="155448"/>
                  </a:lnTo>
                  <a:lnTo>
                    <a:pt x="149351" y="137922"/>
                  </a:lnTo>
                  <a:lnTo>
                    <a:pt x="164592" y="190500"/>
                  </a:lnTo>
                  <a:lnTo>
                    <a:pt x="204216" y="131826"/>
                  </a:lnTo>
                  <a:lnTo>
                    <a:pt x="256794" y="173736"/>
                  </a:lnTo>
                  <a:lnTo>
                    <a:pt x="272033" y="127254"/>
                  </a:lnTo>
                  <a:lnTo>
                    <a:pt x="352044" y="159258"/>
                  </a:lnTo>
                  <a:lnTo>
                    <a:pt x="326898" y="114300"/>
                  </a:lnTo>
                  <a:lnTo>
                    <a:pt x="419100" y="117348"/>
                  </a:lnTo>
                  <a:lnTo>
                    <a:pt x="341375" y="92202"/>
                  </a:lnTo>
                  <a:lnTo>
                    <a:pt x="409194" y="71628"/>
                  </a:lnTo>
                  <a:lnTo>
                    <a:pt x="323850" y="64770"/>
                  </a:lnTo>
                  <a:lnTo>
                    <a:pt x="356616" y="39624"/>
                  </a:lnTo>
                  <a:lnTo>
                    <a:pt x="274319" y="47244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324100" y="6621780"/>
              <a:ext cx="419100" cy="190500"/>
            </a:xfrm>
            <a:custGeom>
              <a:avLst/>
              <a:gdLst/>
              <a:ahLst/>
              <a:cxnLst/>
              <a:rect l="l" t="t" r="r" b="b"/>
              <a:pathLst>
                <a:path w="419100" h="190500">
                  <a:moveTo>
                    <a:pt x="209550" y="51054"/>
                  </a:moveTo>
                  <a:lnTo>
                    <a:pt x="162306" y="20574"/>
                  </a:lnTo>
                  <a:lnTo>
                    <a:pt x="141731" y="55626"/>
                  </a:lnTo>
                  <a:lnTo>
                    <a:pt x="6857" y="20574"/>
                  </a:lnTo>
                  <a:lnTo>
                    <a:pt x="89916" y="67056"/>
                  </a:lnTo>
                  <a:lnTo>
                    <a:pt x="0" y="76200"/>
                  </a:lnTo>
                  <a:lnTo>
                    <a:pt x="72389" y="103632"/>
                  </a:lnTo>
                  <a:lnTo>
                    <a:pt x="2286" y="128778"/>
                  </a:lnTo>
                  <a:lnTo>
                    <a:pt x="109727" y="122682"/>
                  </a:lnTo>
                  <a:lnTo>
                    <a:pt x="92201" y="155448"/>
                  </a:lnTo>
                  <a:lnTo>
                    <a:pt x="149351" y="137922"/>
                  </a:lnTo>
                  <a:lnTo>
                    <a:pt x="164592" y="190500"/>
                  </a:lnTo>
                  <a:lnTo>
                    <a:pt x="204216" y="131826"/>
                  </a:lnTo>
                  <a:lnTo>
                    <a:pt x="256794" y="173736"/>
                  </a:lnTo>
                  <a:lnTo>
                    <a:pt x="272033" y="127254"/>
                  </a:lnTo>
                  <a:lnTo>
                    <a:pt x="352044" y="159258"/>
                  </a:lnTo>
                  <a:lnTo>
                    <a:pt x="326898" y="114300"/>
                  </a:lnTo>
                  <a:lnTo>
                    <a:pt x="419100" y="117348"/>
                  </a:lnTo>
                  <a:lnTo>
                    <a:pt x="341375" y="92202"/>
                  </a:lnTo>
                  <a:lnTo>
                    <a:pt x="409194" y="71628"/>
                  </a:lnTo>
                  <a:lnTo>
                    <a:pt x="323850" y="64770"/>
                  </a:lnTo>
                  <a:lnTo>
                    <a:pt x="356616" y="39624"/>
                  </a:lnTo>
                  <a:lnTo>
                    <a:pt x="274319" y="47244"/>
                  </a:lnTo>
                  <a:lnTo>
                    <a:pt x="281939" y="0"/>
                  </a:lnTo>
                  <a:lnTo>
                    <a:pt x="209550" y="5105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489454" y="6644130"/>
            <a:ext cx="9779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 MT"/>
                <a:cs typeface="Arial MT"/>
              </a:rPr>
              <a:t>IA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626360" y="6428740"/>
            <a:ext cx="383540" cy="255270"/>
            <a:chOff x="2626360" y="6428740"/>
            <a:chExt cx="383540" cy="255270"/>
          </a:xfrm>
        </p:grpSpPr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67000" y="6469380"/>
              <a:ext cx="342900" cy="214121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628900" y="6431280"/>
              <a:ext cx="342900" cy="214629"/>
            </a:xfrm>
            <a:custGeom>
              <a:avLst/>
              <a:gdLst/>
              <a:ahLst/>
              <a:cxnLst/>
              <a:rect l="l" t="t" r="r" b="b"/>
              <a:pathLst>
                <a:path w="342900" h="214629">
                  <a:moveTo>
                    <a:pt x="230886" y="0"/>
                  </a:moveTo>
                  <a:lnTo>
                    <a:pt x="171450" y="57150"/>
                  </a:lnTo>
                  <a:lnTo>
                    <a:pt x="132587" y="22860"/>
                  </a:lnTo>
                  <a:lnTo>
                    <a:pt x="115824" y="62484"/>
                  </a:lnTo>
                  <a:lnTo>
                    <a:pt x="6095" y="22860"/>
                  </a:lnTo>
                  <a:lnTo>
                    <a:pt x="73151" y="75438"/>
                  </a:lnTo>
                  <a:lnTo>
                    <a:pt x="0" y="85344"/>
                  </a:lnTo>
                  <a:lnTo>
                    <a:pt x="59436" y="116586"/>
                  </a:lnTo>
                  <a:lnTo>
                    <a:pt x="2286" y="144780"/>
                  </a:lnTo>
                  <a:lnTo>
                    <a:pt x="89916" y="137922"/>
                  </a:lnTo>
                  <a:lnTo>
                    <a:pt x="75437" y="174498"/>
                  </a:lnTo>
                  <a:lnTo>
                    <a:pt x="122681" y="154686"/>
                  </a:lnTo>
                  <a:lnTo>
                    <a:pt x="134874" y="214122"/>
                  </a:lnTo>
                  <a:lnTo>
                    <a:pt x="166877" y="147828"/>
                  </a:lnTo>
                  <a:lnTo>
                    <a:pt x="210312" y="195834"/>
                  </a:lnTo>
                  <a:lnTo>
                    <a:pt x="222503" y="143256"/>
                  </a:lnTo>
                  <a:lnTo>
                    <a:pt x="288036" y="179832"/>
                  </a:lnTo>
                  <a:lnTo>
                    <a:pt x="267462" y="128016"/>
                  </a:lnTo>
                  <a:lnTo>
                    <a:pt x="342900" y="131826"/>
                  </a:lnTo>
                  <a:lnTo>
                    <a:pt x="279653" y="103632"/>
                  </a:lnTo>
                  <a:lnTo>
                    <a:pt x="334517" y="80772"/>
                  </a:lnTo>
                  <a:lnTo>
                    <a:pt x="265175" y="72390"/>
                  </a:lnTo>
                  <a:lnTo>
                    <a:pt x="291846" y="44196"/>
                  </a:lnTo>
                  <a:lnTo>
                    <a:pt x="224789" y="52578"/>
                  </a:lnTo>
                  <a:lnTo>
                    <a:pt x="230886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28900" y="6431280"/>
              <a:ext cx="342900" cy="214629"/>
            </a:xfrm>
            <a:custGeom>
              <a:avLst/>
              <a:gdLst/>
              <a:ahLst/>
              <a:cxnLst/>
              <a:rect l="l" t="t" r="r" b="b"/>
              <a:pathLst>
                <a:path w="342900" h="214629">
                  <a:moveTo>
                    <a:pt x="171450" y="57150"/>
                  </a:moveTo>
                  <a:lnTo>
                    <a:pt x="132587" y="22860"/>
                  </a:lnTo>
                  <a:lnTo>
                    <a:pt x="115824" y="62484"/>
                  </a:lnTo>
                  <a:lnTo>
                    <a:pt x="6095" y="22860"/>
                  </a:lnTo>
                  <a:lnTo>
                    <a:pt x="73151" y="75438"/>
                  </a:lnTo>
                  <a:lnTo>
                    <a:pt x="0" y="85344"/>
                  </a:lnTo>
                  <a:lnTo>
                    <a:pt x="59436" y="116586"/>
                  </a:lnTo>
                  <a:lnTo>
                    <a:pt x="2286" y="144780"/>
                  </a:lnTo>
                  <a:lnTo>
                    <a:pt x="89916" y="137922"/>
                  </a:lnTo>
                  <a:lnTo>
                    <a:pt x="75437" y="174498"/>
                  </a:lnTo>
                  <a:lnTo>
                    <a:pt x="122681" y="154686"/>
                  </a:lnTo>
                  <a:lnTo>
                    <a:pt x="134874" y="214122"/>
                  </a:lnTo>
                  <a:lnTo>
                    <a:pt x="166877" y="147828"/>
                  </a:lnTo>
                  <a:lnTo>
                    <a:pt x="210312" y="195834"/>
                  </a:lnTo>
                  <a:lnTo>
                    <a:pt x="222503" y="143256"/>
                  </a:lnTo>
                  <a:lnTo>
                    <a:pt x="288036" y="179832"/>
                  </a:lnTo>
                  <a:lnTo>
                    <a:pt x="267462" y="128016"/>
                  </a:lnTo>
                  <a:lnTo>
                    <a:pt x="342900" y="131826"/>
                  </a:lnTo>
                  <a:lnTo>
                    <a:pt x="279653" y="103632"/>
                  </a:lnTo>
                  <a:lnTo>
                    <a:pt x="334517" y="80772"/>
                  </a:lnTo>
                  <a:lnTo>
                    <a:pt x="265175" y="72390"/>
                  </a:lnTo>
                  <a:lnTo>
                    <a:pt x="291846" y="44196"/>
                  </a:lnTo>
                  <a:lnTo>
                    <a:pt x="224789" y="52578"/>
                  </a:lnTo>
                  <a:lnTo>
                    <a:pt x="230886" y="0"/>
                  </a:lnTo>
                  <a:lnTo>
                    <a:pt x="171450" y="5715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760726" y="6474205"/>
            <a:ext cx="8572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b="1" spc="-15" dirty="0">
                <a:latin typeface="Arial"/>
                <a:cs typeface="Arial"/>
              </a:rPr>
              <a:t>AI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969260" y="6238240"/>
            <a:ext cx="383540" cy="307340"/>
            <a:chOff x="2969260" y="6238240"/>
            <a:chExt cx="383540" cy="307340"/>
          </a:xfrm>
        </p:grpSpPr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09900" y="6278880"/>
              <a:ext cx="342900" cy="2667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971800" y="6240780"/>
              <a:ext cx="342900" cy="266700"/>
            </a:xfrm>
            <a:custGeom>
              <a:avLst/>
              <a:gdLst/>
              <a:ahLst/>
              <a:cxnLst/>
              <a:rect l="l" t="t" r="r" b="b"/>
              <a:pathLst>
                <a:path w="342900" h="266700">
                  <a:moveTo>
                    <a:pt x="230886" y="0"/>
                  </a:moveTo>
                  <a:lnTo>
                    <a:pt x="171450" y="71628"/>
                  </a:lnTo>
                  <a:lnTo>
                    <a:pt x="132587" y="28194"/>
                  </a:lnTo>
                  <a:lnTo>
                    <a:pt x="115824" y="77724"/>
                  </a:lnTo>
                  <a:lnTo>
                    <a:pt x="6096" y="28194"/>
                  </a:lnTo>
                  <a:lnTo>
                    <a:pt x="73151" y="93725"/>
                  </a:lnTo>
                  <a:lnTo>
                    <a:pt x="0" y="106680"/>
                  </a:lnTo>
                  <a:lnTo>
                    <a:pt x="59436" y="145542"/>
                  </a:lnTo>
                  <a:lnTo>
                    <a:pt x="2286" y="179832"/>
                  </a:lnTo>
                  <a:lnTo>
                    <a:pt x="89915" y="172212"/>
                  </a:lnTo>
                  <a:lnTo>
                    <a:pt x="75437" y="217170"/>
                  </a:lnTo>
                  <a:lnTo>
                    <a:pt x="122682" y="192786"/>
                  </a:lnTo>
                  <a:lnTo>
                    <a:pt x="134874" y="266700"/>
                  </a:lnTo>
                  <a:lnTo>
                    <a:pt x="166877" y="184404"/>
                  </a:lnTo>
                  <a:lnTo>
                    <a:pt x="210312" y="243840"/>
                  </a:lnTo>
                  <a:lnTo>
                    <a:pt x="222503" y="178308"/>
                  </a:lnTo>
                  <a:lnTo>
                    <a:pt x="288036" y="223266"/>
                  </a:lnTo>
                  <a:lnTo>
                    <a:pt x="267462" y="160020"/>
                  </a:lnTo>
                  <a:lnTo>
                    <a:pt x="342900" y="163830"/>
                  </a:lnTo>
                  <a:lnTo>
                    <a:pt x="279653" y="129540"/>
                  </a:lnTo>
                  <a:lnTo>
                    <a:pt x="334517" y="100584"/>
                  </a:lnTo>
                  <a:lnTo>
                    <a:pt x="265175" y="89916"/>
                  </a:lnTo>
                  <a:lnTo>
                    <a:pt x="291846" y="54864"/>
                  </a:lnTo>
                  <a:lnTo>
                    <a:pt x="224789" y="65532"/>
                  </a:lnTo>
                  <a:lnTo>
                    <a:pt x="230886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971800" y="6240780"/>
              <a:ext cx="342900" cy="266700"/>
            </a:xfrm>
            <a:custGeom>
              <a:avLst/>
              <a:gdLst/>
              <a:ahLst/>
              <a:cxnLst/>
              <a:rect l="l" t="t" r="r" b="b"/>
              <a:pathLst>
                <a:path w="342900" h="266700">
                  <a:moveTo>
                    <a:pt x="171450" y="71628"/>
                  </a:moveTo>
                  <a:lnTo>
                    <a:pt x="132587" y="28194"/>
                  </a:lnTo>
                  <a:lnTo>
                    <a:pt x="115824" y="77724"/>
                  </a:lnTo>
                  <a:lnTo>
                    <a:pt x="6096" y="28194"/>
                  </a:lnTo>
                  <a:lnTo>
                    <a:pt x="73151" y="93725"/>
                  </a:lnTo>
                  <a:lnTo>
                    <a:pt x="0" y="106680"/>
                  </a:lnTo>
                  <a:lnTo>
                    <a:pt x="59436" y="145542"/>
                  </a:lnTo>
                  <a:lnTo>
                    <a:pt x="2286" y="179832"/>
                  </a:lnTo>
                  <a:lnTo>
                    <a:pt x="89915" y="172212"/>
                  </a:lnTo>
                  <a:lnTo>
                    <a:pt x="75437" y="217170"/>
                  </a:lnTo>
                  <a:lnTo>
                    <a:pt x="122682" y="192786"/>
                  </a:lnTo>
                  <a:lnTo>
                    <a:pt x="134874" y="266700"/>
                  </a:lnTo>
                  <a:lnTo>
                    <a:pt x="166877" y="184404"/>
                  </a:lnTo>
                  <a:lnTo>
                    <a:pt x="210312" y="243840"/>
                  </a:lnTo>
                  <a:lnTo>
                    <a:pt x="222503" y="178308"/>
                  </a:lnTo>
                  <a:lnTo>
                    <a:pt x="288036" y="223266"/>
                  </a:lnTo>
                  <a:lnTo>
                    <a:pt x="267462" y="160020"/>
                  </a:lnTo>
                  <a:lnTo>
                    <a:pt x="342900" y="163830"/>
                  </a:lnTo>
                  <a:lnTo>
                    <a:pt x="279653" y="129540"/>
                  </a:lnTo>
                  <a:lnTo>
                    <a:pt x="334517" y="100584"/>
                  </a:lnTo>
                  <a:lnTo>
                    <a:pt x="265175" y="89916"/>
                  </a:lnTo>
                  <a:lnTo>
                    <a:pt x="291846" y="54864"/>
                  </a:lnTo>
                  <a:lnTo>
                    <a:pt x="224789" y="65532"/>
                  </a:lnTo>
                  <a:lnTo>
                    <a:pt x="230886" y="0"/>
                  </a:lnTo>
                  <a:lnTo>
                    <a:pt x="171450" y="7162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117342" y="6298182"/>
            <a:ext cx="6350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 MT"/>
                <a:cs typeface="Arial MT"/>
              </a:rPr>
              <a:t>II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350259" y="6047740"/>
            <a:ext cx="497840" cy="307340"/>
            <a:chOff x="3350259" y="6047740"/>
            <a:chExt cx="497840" cy="307340"/>
          </a:xfrm>
        </p:grpSpPr>
        <p:pic>
          <p:nvPicPr>
            <p:cNvPr id="61" name="object 6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90899" y="6088380"/>
              <a:ext cx="457200" cy="2667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352799" y="6050280"/>
              <a:ext cx="457200" cy="266700"/>
            </a:xfrm>
            <a:custGeom>
              <a:avLst/>
              <a:gdLst/>
              <a:ahLst/>
              <a:cxnLst/>
              <a:rect l="l" t="t" r="r" b="b"/>
              <a:pathLst>
                <a:path w="457200" h="266700">
                  <a:moveTo>
                    <a:pt x="307086" y="0"/>
                  </a:moveTo>
                  <a:lnTo>
                    <a:pt x="228600" y="71628"/>
                  </a:lnTo>
                  <a:lnTo>
                    <a:pt x="176784" y="28194"/>
                  </a:lnTo>
                  <a:lnTo>
                    <a:pt x="154686" y="77724"/>
                  </a:lnTo>
                  <a:lnTo>
                    <a:pt x="7620" y="28194"/>
                  </a:lnTo>
                  <a:lnTo>
                    <a:pt x="97536" y="93725"/>
                  </a:lnTo>
                  <a:lnTo>
                    <a:pt x="0" y="106680"/>
                  </a:lnTo>
                  <a:lnTo>
                    <a:pt x="78486" y="145542"/>
                  </a:lnTo>
                  <a:lnTo>
                    <a:pt x="3048" y="179832"/>
                  </a:lnTo>
                  <a:lnTo>
                    <a:pt x="119634" y="172212"/>
                  </a:lnTo>
                  <a:lnTo>
                    <a:pt x="100584" y="217170"/>
                  </a:lnTo>
                  <a:lnTo>
                    <a:pt x="163067" y="192786"/>
                  </a:lnTo>
                  <a:lnTo>
                    <a:pt x="179832" y="266700"/>
                  </a:lnTo>
                  <a:lnTo>
                    <a:pt x="223265" y="184404"/>
                  </a:lnTo>
                  <a:lnTo>
                    <a:pt x="280415" y="243840"/>
                  </a:lnTo>
                  <a:lnTo>
                    <a:pt x="296417" y="178308"/>
                  </a:lnTo>
                  <a:lnTo>
                    <a:pt x="384048" y="223266"/>
                  </a:lnTo>
                  <a:lnTo>
                    <a:pt x="356615" y="160020"/>
                  </a:lnTo>
                  <a:lnTo>
                    <a:pt x="457200" y="163830"/>
                  </a:lnTo>
                  <a:lnTo>
                    <a:pt x="372617" y="129540"/>
                  </a:lnTo>
                  <a:lnTo>
                    <a:pt x="446532" y="100584"/>
                  </a:lnTo>
                  <a:lnTo>
                    <a:pt x="353567" y="89916"/>
                  </a:lnTo>
                  <a:lnTo>
                    <a:pt x="389382" y="54864"/>
                  </a:lnTo>
                  <a:lnTo>
                    <a:pt x="299465" y="65532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352799" y="6050280"/>
              <a:ext cx="457200" cy="266700"/>
            </a:xfrm>
            <a:custGeom>
              <a:avLst/>
              <a:gdLst/>
              <a:ahLst/>
              <a:cxnLst/>
              <a:rect l="l" t="t" r="r" b="b"/>
              <a:pathLst>
                <a:path w="457200" h="266700">
                  <a:moveTo>
                    <a:pt x="228600" y="71628"/>
                  </a:moveTo>
                  <a:lnTo>
                    <a:pt x="176784" y="28194"/>
                  </a:lnTo>
                  <a:lnTo>
                    <a:pt x="154686" y="77724"/>
                  </a:lnTo>
                  <a:lnTo>
                    <a:pt x="7620" y="28194"/>
                  </a:lnTo>
                  <a:lnTo>
                    <a:pt x="97536" y="93725"/>
                  </a:lnTo>
                  <a:lnTo>
                    <a:pt x="0" y="106680"/>
                  </a:lnTo>
                  <a:lnTo>
                    <a:pt x="78486" y="145542"/>
                  </a:lnTo>
                  <a:lnTo>
                    <a:pt x="3048" y="179832"/>
                  </a:lnTo>
                  <a:lnTo>
                    <a:pt x="119634" y="172212"/>
                  </a:lnTo>
                  <a:lnTo>
                    <a:pt x="100584" y="217170"/>
                  </a:lnTo>
                  <a:lnTo>
                    <a:pt x="163067" y="192786"/>
                  </a:lnTo>
                  <a:lnTo>
                    <a:pt x="179832" y="266700"/>
                  </a:lnTo>
                  <a:lnTo>
                    <a:pt x="223265" y="184404"/>
                  </a:lnTo>
                  <a:lnTo>
                    <a:pt x="280415" y="243840"/>
                  </a:lnTo>
                  <a:lnTo>
                    <a:pt x="296417" y="178308"/>
                  </a:lnTo>
                  <a:lnTo>
                    <a:pt x="384048" y="223266"/>
                  </a:lnTo>
                  <a:lnTo>
                    <a:pt x="356615" y="160020"/>
                  </a:lnTo>
                  <a:lnTo>
                    <a:pt x="457200" y="163830"/>
                  </a:lnTo>
                  <a:lnTo>
                    <a:pt x="372617" y="129540"/>
                  </a:lnTo>
                  <a:lnTo>
                    <a:pt x="446532" y="100584"/>
                  </a:lnTo>
                  <a:lnTo>
                    <a:pt x="353567" y="89916"/>
                  </a:lnTo>
                  <a:lnTo>
                    <a:pt x="389382" y="54864"/>
                  </a:lnTo>
                  <a:lnTo>
                    <a:pt x="299465" y="65532"/>
                  </a:lnTo>
                  <a:lnTo>
                    <a:pt x="307086" y="0"/>
                  </a:lnTo>
                  <a:lnTo>
                    <a:pt x="228600" y="7162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540252" y="6107683"/>
            <a:ext cx="9144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spc="-5" dirty="0">
                <a:latin typeface="Arial MT"/>
                <a:cs typeface="Arial MT"/>
              </a:rPr>
              <a:t>TI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40949" y="7203028"/>
            <a:ext cx="153670" cy="209550"/>
          </a:xfrm>
          <a:prstGeom prst="rect">
            <a:avLst/>
          </a:prstGeom>
        </p:spPr>
        <p:txBody>
          <a:bodyPr vert="vert270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" dirty="0">
                <a:latin typeface="Arial MT"/>
                <a:cs typeface="Arial MT"/>
              </a:rPr>
              <a:t>SW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276350" y="5819140"/>
            <a:ext cx="1428750" cy="2117090"/>
            <a:chOff x="1276350" y="5819140"/>
            <a:chExt cx="1428750" cy="2117090"/>
          </a:xfrm>
        </p:grpSpPr>
        <p:sp>
          <p:nvSpPr>
            <p:cNvPr id="67" name="object 67"/>
            <p:cNvSpPr/>
            <p:nvPr/>
          </p:nvSpPr>
          <p:spPr>
            <a:xfrm>
              <a:off x="1276350" y="6850380"/>
              <a:ext cx="1428750" cy="1085850"/>
            </a:xfrm>
            <a:custGeom>
              <a:avLst/>
              <a:gdLst/>
              <a:ahLst/>
              <a:cxnLst/>
              <a:rect l="l" t="t" r="r" b="b"/>
              <a:pathLst>
                <a:path w="1428750" h="1085850">
                  <a:moveTo>
                    <a:pt x="38100" y="38100"/>
                  </a:moveTo>
                  <a:lnTo>
                    <a:pt x="33909" y="29718"/>
                  </a:lnTo>
                  <a:lnTo>
                    <a:pt x="19050" y="0"/>
                  </a:lnTo>
                  <a:lnTo>
                    <a:pt x="0" y="38100"/>
                  </a:lnTo>
                  <a:lnTo>
                    <a:pt x="16764" y="38100"/>
                  </a:lnTo>
                  <a:lnTo>
                    <a:pt x="16764" y="304800"/>
                  </a:lnTo>
                  <a:lnTo>
                    <a:pt x="17526" y="306324"/>
                  </a:lnTo>
                  <a:lnTo>
                    <a:pt x="19050" y="307086"/>
                  </a:lnTo>
                  <a:lnTo>
                    <a:pt x="20574" y="306324"/>
                  </a:lnTo>
                  <a:lnTo>
                    <a:pt x="21336" y="304800"/>
                  </a:lnTo>
                  <a:lnTo>
                    <a:pt x="21336" y="38100"/>
                  </a:lnTo>
                  <a:lnTo>
                    <a:pt x="38100" y="38100"/>
                  </a:lnTo>
                  <a:close/>
                </a:path>
                <a:path w="1428750" h="1085850">
                  <a:moveTo>
                    <a:pt x="1428750" y="1066800"/>
                  </a:moveTo>
                  <a:lnTo>
                    <a:pt x="1424178" y="1064514"/>
                  </a:lnTo>
                  <a:lnTo>
                    <a:pt x="1390650" y="1047750"/>
                  </a:lnTo>
                  <a:lnTo>
                    <a:pt x="1390650" y="1064514"/>
                  </a:lnTo>
                  <a:lnTo>
                    <a:pt x="933450" y="1064514"/>
                  </a:lnTo>
                  <a:lnTo>
                    <a:pt x="931926" y="1065276"/>
                  </a:lnTo>
                  <a:lnTo>
                    <a:pt x="931164" y="1066800"/>
                  </a:lnTo>
                  <a:lnTo>
                    <a:pt x="931926" y="1068324"/>
                  </a:lnTo>
                  <a:lnTo>
                    <a:pt x="933450" y="1069086"/>
                  </a:lnTo>
                  <a:lnTo>
                    <a:pt x="1390650" y="1069086"/>
                  </a:lnTo>
                  <a:lnTo>
                    <a:pt x="1390650" y="1085850"/>
                  </a:lnTo>
                  <a:lnTo>
                    <a:pt x="1424178" y="1069086"/>
                  </a:lnTo>
                  <a:lnTo>
                    <a:pt x="1428750" y="106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409700" y="582168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457200"/>
                  </a:moveTo>
                  <a:lnTo>
                    <a:pt x="0" y="0"/>
                  </a:lnTo>
                </a:path>
              </a:pathLst>
            </a:custGeom>
            <a:ln w="476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900430">
              <a:lnSpc>
                <a:spcPct val="100000"/>
              </a:lnSpc>
              <a:spcBef>
                <a:spcPts val="969"/>
              </a:spcBef>
            </a:pPr>
            <a:r>
              <a:rPr sz="2200" spc="-5" dirty="0">
                <a:latin typeface="Arial MT"/>
                <a:cs typeface="Arial MT"/>
              </a:rPr>
              <a:t>Computing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Trends</a:t>
            </a:r>
            <a:endParaRPr sz="2200">
              <a:latin typeface="Arial MT"/>
              <a:cs typeface="Arial MT"/>
            </a:endParaRPr>
          </a:p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sz="800" spc="-5" dirty="0">
                <a:latin typeface="Arial MT"/>
                <a:cs typeface="Arial MT"/>
              </a:rPr>
              <a:t>Human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4683759" y="5653785"/>
            <a:ext cx="601980" cy="361315"/>
            <a:chOff x="4683759" y="5653785"/>
            <a:chExt cx="601980" cy="361315"/>
          </a:xfrm>
        </p:grpSpPr>
        <p:sp>
          <p:nvSpPr>
            <p:cNvPr id="71" name="object 71"/>
            <p:cNvSpPr/>
            <p:nvPr/>
          </p:nvSpPr>
          <p:spPr>
            <a:xfrm>
              <a:off x="4686299" y="5656325"/>
              <a:ext cx="596900" cy="356235"/>
            </a:xfrm>
            <a:custGeom>
              <a:avLst/>
              <a:gdLst/>
              <a:ahLst/>
              <a:cxnLst/>
              <a:rect l="l" t="t" r="r" b="b"/>
              <a:pathLst>
                <a:path w="596900" h="356235">
                  <a:moveTo>
                    <a:pt x="401574" y="0"/>
                  </a:moveTo>
                  <a:lnTo>
                    <a:pt x="298703" y="96012"/>
                  </a:lnTo>
                  <a:lnTo>
                    <a:pt x="230886" y="38100"/>
                  </a:lnTo>
                  <a:lnTo>
                    <a:pt x="201929" y="104394"/>
                  </a:lnTo>
                  <a:lnTo>
                    <a:pt x="9905" y="38100"/>
                  </a:lnTo>
                  <a:lnTo>
                    <a:pt x="128015" y="125729"/>
                  </a:lnTo>
                  <a:lnTo>
                    <a:pt x="0" y="141732"/>
                  </a:lnTo>
                  <a:lnTo>
                    <a:pt x="102870" y="194310"/>
                  </a:lnTo>
                  <a:lnTo>
                    <a:pt x="3810" y="240029"/>
                  </a:lnTo>
                  <a:lnTo>
                    <a:pt x="156210" y="229362"/>
                  </a:lnTo>
                  <a:lnTo>
                    <a:pt x="131825" y="290322"/>
                  </a:lnTo>
                  <a:lnTo>
                    <a:pt x="213360" y="257556"/>
                  </a:lnTo>
                  <a:lnTo>
                    <a:pt x="234696" y="355853"/>
                  </a:lnTo>
                  <a:lnTo>
                    <a:pt x="291084" y="246125"/>
                  </a:lnTo>
                  <a:lnTo>
                    <a:pt x="365760" y="325374"/>
                  </a:lnTo>
                  <a:lnTo>
                    <a:pt x="387096" y="238506"/>
                  </a:lnTo>
                  <a:lnTo>
                    <a:pt x="501396" y="297941"/>
                  </a:lnTo>
                  <a:lnTo>
                    <a:pt x="465582" y="213360"/>
                  </a:lnTo>
                  <a:lnTo>
                    <a:pt x="596646" y="218694"/>
                  </a:lnTo>
                  <a:lnTo>
                    <a:pt x="486155" y="172974"/>
                  </a:lnTo>
                  <a:lnTo>
                    <a:pt x="582929" y="134112"/>
                  </a:lnTo>
                  <a:lnTo>
                    <a:pt x="461772" y="120396"/>
                  </a:lnTo>
                  <a:lnTo>
                    <a:pt x="508253" y="73913"/>
                  </a:lnTo>
                  <a:lnTo>
                    <a:pt x="390905" y="87629"/>
                  </a:lnTo>
                  <a:lnTo>
                    <a:pt x="40157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686299" y="5656325"/>
              <a:ext cx="596900" cy="356235"/>
            </a:xfrm>
            <a:custGeom>
              <a:avLst/>
              <a:gdLst/>
              <a:ahLst/>
              <a:cxnLst/>
              <a:rect l="l" t="t" r="r" b="b"/>
              <a:pathLst>
                <a:path w="596900" h="356235">
                  <a:moveTo>
                    <a:pt x="298703" y="96012"/>
                  </a:moveTo>
                  <a:lnTo>
                    <a:pt x="230886" y="38100"/>
                  </a:lnTo>
                  <a:lnTo>
                    <a:pt x="201929" y="104394"/>
                  </a:lnTo>
                  <a:lnTo>
                    <a:pt x="9905" y="38100"/>
                  </a:lnTo>
                  <a:lnTo>
                    <a:pt x="128015" y="125729"/>
                  </a:lnTo>
                  <a:lnTo>
                    <a:pt x="0" y="141732"/>
                  </a:lnTo>
                  <a:lnTo>
                    <a:pt x="102870" y="194310"/>
                  </a:lnTo>
                  <a:lnTo>
                    <a:pt x="3810" y="240029"/>
                  </a:lnTo>
                  <a:lnTo>
                    <a:pt x="156210" y="229362"/>
                  </a:lnTo>
                  <a:lnTo>
                    <a:pt x="131825" y="290322"/>
                  </a:lnTo>
                  <a:lnTo>
                    <a:pt x="213360" y="257556"/>
                  </a:lnTo>
                  <a:lnTo>
                    <a:pt x="234696" y="355853"/>
                  </a:lnTo>
                  <a:lnTo>
                    <a:pt x="291084" y="246125"/>
                  </a:lnTo>
                  <a:lnTo>
                    <a:pt x="365760" y="325374"/>
                  </a:lnTo>
                  <a:lnTo>
                    <a:pt x="387096" y="238506"/>
                  </a:lnTo>
                  <a:lnTo>
                    <a:pt x="501396" y="297941"/>
                  </a:lnTo>
                  <a:lnTo>
                    <a:pt x="465582" y="213360"/>
                  </a:lnTo>
                  <a:lnTo>
                    <a:pt x="596646" y="218694"/>
                  </a:lnTo>
                  <a:lnTo>
                    <a:pt x="486155" y="172974"/>
                  </a:lnTo>
                  <a:lnTo>
                    <a:pt x="582929" y="134112"/>
                  </a:lnTo>
                  <a:lnTo>
                    <a:pt x="461772" y="120396"/>
                  </a:lnTo>
                  <a:lnTo>
                    <a:pt x="508253" y="73913"/>
                  </a:lnTo>
                  <a:lnTo>
                    <a:pt x="390905" y="87629"/>
                  </a:lnTo>
                  <a:lnTo>
                    <a:pt x="401574" y="0"/>
                  </a:lnTo>
                  <a:lnTo>
                    <a:pt x="298703" y="96012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859273" y="5716778"/>
            <a:ext cx="258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KIT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341119" y="7771890"/>
            <a:ext cx="169608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485265" algn="l"/>
              </a:tabLst>
            </a:pPr>
            <a:r>
              <a:rPr sz="700" spc="-5" dirty="0">
                <a:latin typeface="Arial MT"/>
                <a:cs typeface="Arial MT"/>
              </a:rPr>
              <a:t>19</a:t>
            </a:r>
            <a:r>
              <a:rPr sz="700" spc="-10" dirty="0">
                <a:latin typeface="Arial MT"/>
                <a:cs typeface="Arial MT"/>
              </a:rPr>
              <a:t>6</a:t>
            </a:r>
            <a:r>
              <a:rPr sz="700" dirty="0">
                <a:latin typeface="Arial MT"/>
                <a:cs typeface="Arial MT"/>
              </a:rPr>
              <a:t>0	</a:t>
            </a:r>
            <a:r>
              <a:rPr sz="700" spc="-5" dirty="0">
                <a:latin typeface="Arial MT"/>
                <a:cs typeface="Arial MT"/>
              </a:rPr>
              <a:t>20</a:t>
            </a:r>
            <a:r>
              <a:rPr sz="700" spc="-10" dirty="0">
                <a:latin typeface="Arial MT"/>
                <a:cs typeface="Arial MT"/>
              </a:rPr>
              <a:t>0</a:t>
            </a:r>
            <a:r>
              <a:rPr sz="700" dirty="0"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521460" y="6276340"/>
            <a:ext cx="3967479" cy="1452880"/>
            <a:chOff x="1521460" y="6276340"/>
            <a:chExt cx="3967479" cy="1452880"/>
          </a:xfrm>
        </p:grpSpPr>
        <p:sp>
          <p:nvSpPr>
            <p:cNvPr id="76" name="object 76"/>
            <p:cNvSpPr/>
            <p:nvPr/>
          </p:nvSpPr>
          <p:spPr>
            <a:xfrm>
              <a:off x="1524000" y="6278880"/>
              <a:ext cx="2628900" cy="1371600"/>
            </a:xfrm>
            <a:custGeom>
              <a:avLst/>
              <a:gdLst/>
              <a:ahLst/>
              <a:cxnLst/>
              <a:rect l="l" t="t" r="r" b="b"/>
              <a:pathLst>
                <a:path w="2628900" h="1371600">
                  <a:moveTo>
                    <a:pt x="0" y="0"/>
                  </a:moveTo>
                  <a:lnTo>
                    <a:pt x="20810" y="46744"/>
                  </a:lnTo>
                  <a:lnTo>
                    <a:pt x="41792" y="93403"/>
                  </a:lnTo>
                  <a:lnTo>
                    <a:pt x="63118" y="139890"/>
                  </a:lnTo>
                  <a:lnTo>
                    <a:pt x="84959" y="186120"/>
                  </a:lnTo>
                  <a:lnTo>
                    <a:pt x="107487" y="232006"/>
                  </a:lnTo>
                  <a:lnTo>
                    <a:pt x="130873" y="277463"/>
                  </a:lnTo>
                  <a:lnTo>
                    <a:pt x="155291" y="322404"/>
                  </a:lnTo>
                  <a:lnTo>
                    <a:pt x="180910" y="366744"/>
                  </a:lnTo>
                  <a:lnTo>
                    <a:pt x="207904" y="410397"/>
                  </a:lnTo>
                  <a:lnTo>
                    <a:pt x="236443" y="453278"/>
                  </a:lnTo>
                  <a:lnTo>
                    <a:pt x="266700" y="495300"/>
                  </a:lnTo>
                  <a:lnTo>
                    <a:pt x="294707" y="533261"/>
                  </a:lnTo>
                  <a:lnTo>
                    <a:pt x="321980" y="570900"/>
                  </a:lnTo>
                  <a:lnTo>
                    <a:pt x="349115" y="608147"/>
                  </a:lnTo>
                  <a:lnTo>
                    <a:pt x="376710" y="644934"/>
                  </a:lnTo>
                  <a:lnTo>
                    <a:pt x="405363" y="681191"/>
                  </a:lnTo>
                  <a:lnTo>
                    <a:pt x="435673" y="716851"/>
                  </a:lnTo>
                  <a:lnTo>
                    <a:pt x="468237" y="751844"/>
                  </a:lnTo>
                  <a:lnTo>
                    <a:pt x="503653" y="786101"/>
                  </a:lnTo>
                  <a:lnTo>
                    <a:pt x="542520" y="819554"/>
                  </a:lnTo>
                  <a:lnTo>
                    <a:pt x="585434" y="852134"/>
                  </a:lnTo>
                  <a:lnTo>
                    <a:pt x="632995" y="883772"/>
                  </a:lnTo>
                  <a:lnTo>
                    <a:pt x="685800" y="914400"/>
                  </a:lnTo>
                  <a:lnTo>
                    <a:pt x="722114" y="933305"/>
                  </a:lnTo>
                  <a:lnTo>
                    <a:pt x="760681" y="951991"/>
                  </a:lnTo>
                  <a:lnTo>
                    <a:pt x="801335" y="970439"/>
                  </a:lnTo>
                  <a:lnTo>
                    <a:pt x="843910" y="988633"/>
                  </a:lnTo>
                  <a:lnTo>
                    <a:pt x="888240" y="1006555"/>
                  </a:lnTo>
                  <a:lnTo>
                    <a:pt x="934159" y="1024187"/>
                  </a:lnTo>
                  <a:lnTo>
                    <a:pt x="981502" y="1041513"/>
                  </a:lnTo>
                  <a:lnTo>
                    <a:pt x="1030101" y="1058515"/>
                  </a:lnTo>
                  <a:lnTo>
                    <a:pt x="1079792" y="1075176"/>
                  </a:lnTo>
                  <a:lnTo>
                    <a:pt x="1130408" y="1091478"/>
                  </a:lnTo>
                  <a:lnTo>
                    <a:pt x="1181783" y="1107404"/>
                  </a:lnTo>
                  <a:lnTo>
                    <a:pt x="1233752" y="1122937"/>
                  </a:lnTo>
                  <a:lnTo>
                    <a:pt x="1286147" y="1138059"/>
                  </a:lnTo>
                  <a:lnTo>
                    <a:pt x="1338804" y="1152754"/>
                  </a:lnTo>
                  <a:lnTo>
                    <a:pt x="1391557" y="1167003"/>
                  </a:lnTo>
                  <a:lnTo>
                    <a:pt x="1444238" y="1180789"/>
                  </a:lnTo>
                  <a:lnTo>
                    <a:pt x="1496683" y="1194096"/>
                  </a:lnTo>
                  <a:lnTo>
                    <a:pt x="1548726" y="1206905"/>
                  </a:lnTo>
                  <a:lnTo>
                    <a:pt x="1600200" y="1219200"/>
                  </a:lnTo>
                  <a:lnTo>
                    <a:pt x="1646653" y="1229830"/>
                  </a:lnTo>
                  <a:lnTo>
                    <a:pt x="1693472" y="1239967"/>
                  </a:lnTo>
                  <a:lnTo>
                    <a:pt x="1740639" y="1249635"/>
                  </a:lnTo>
                  <a:lnTo>
                    <a:pt x="1788136" y="1258859"/>
                  </a:lnTo>
                  <a:lnTo>
                    <a:pt x="1835946" y="1267663"/>
                  </a:lnTo>
                  <a:lnTo>
                    <a:pt x="1884050" y="1276072"/>
                  </a:lnTo>
                  <a:lnTo>
                    <a:pt x="1932431" y="1284111"/>
                  </a:lnTo>
                  <a:lnTo>
                    <a:pt x="1981072" y="1291804"/>
                  </a:lnTo>
                  <a:lnTo>
                    <a:pt x="2029954" y="1299176"/>
                  </a:lnTo>
                  <a:lnTo>
                    <a:pt x="2079060" y="1306252"/>
                  </a:lnTo>
                  <a:lnTo>
                    <a:pt x="2128371" y="1313057"/>
                  </a:lnTo>
                  <a:lnTo>
                    <a:pt x="2177871" y="1319615"/>
                  </a:lnTo>
                  <a:lnTo>
                    <a:pt x="2227541" y="1325950"/>
                  </a:lnTo>
                  <a:lnTo>
                    <a:pt x="2277364" y="1332088"/>
                  </a:lnTo>
                  <a:lnTo>
                    <a:pt x="2327321" y="1338054"/>
                  </a:lnTo>
                  <a:lnTo>
                    <a:pt x="2377395" y="1343871"/>
                  </a:lnTo>
                  <a:lnTo>
                    <a:pt x="2427569" y="1349565"/>
                  </a:lnTo>
                  <a:lnTo>
                    <a:pt x="2477824" y="1355160"/>
                  </a:lnTo>
                  <a:lnTo>
                    <a:pt x="2528142" y="1360681"/>
                  </a:lnTo>
                  <a:lnTo>
                    <a:pt x="2578507" y="1366153"/>
                  </a:lnTo>
                  <a:lnTo>
                    <a:pt x="2628900" y="1371600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191000" y="7650480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0" y="0"/>
                  </a:moveTo>
                  <a:lnTo>
                    <a:pt x="1295400" y="76200"/>
                  </a:lnTo>
                </a:path>
              </a:pathLst>
            </a:custGeom>
            <a:ln w="476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1447800" y="8020302"/>
            <a:ext cx="242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b="1" dirty="0">
                <a:latin typeface="Arial"/>
                <a:cs typeface="Arial"/>
              </a:rPr>
              <a:t>T</a:t>
            </a:r>
            <a:r>
              <a:rPr sz="500" b="1" spc="-10" dirty="0">
                <a:latin typeface="Arial"/>
                <a:cs typeface="Arial"/>
              </a:rPr>
              <a:t>a</a:t>
            </a:r>
            <a:r>
              <a:rPr sz="500" b="1" spc="-5" dirty="0">
                <a:latin typeface="Arial"/>
                <a:cs typeface="Arial"/>
              </a:rPr>
              <a:t>bung</a:t>
            </a:r>
            <a:endParaRPr sz="5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798461" y="7813800"/>
            <a:ext cx="319214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 MT"/>
                <a:cs typeface="Arial MT"/>
              </a:rPr>
              <a:t>HW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tabLst>
                <a:tab pos="466725" algn="l"/>
                <a:tab pos="956944" algn="l"/>
                <a:tab pos="1469390" algn="l"/>
                <a:tab pos="2107565" algn="l"/>
                <a:tab pos="2774950" algn="l"/>
              </a:tabLst>
            </a:pPr>
            <a:r>
              <a:rPr sz="500" b="1" dirty="0">
                <a:latin typeface="Arial"/>
                <a:cs typeface="Arial"/>
              </a:rPr>
              <a:t>T</a:t>
            </a:r>
            <a:r>
              <a:rPr sz="500" b="1" spc="-10" dirty="0">
                <a:latin typeface="Arial"/>
                <a:cs typeface="Arial"/>
              </a:rPr>
              <a:t>r</a:t>
            </a:r>
            <a:r>
              <a:rPr sz="500" b="1" spc="-5" dirty="0">
                <a:latin typeface="Arial"/>
                <a:cs typeface="Arial"/>
              </a:rPr>
              <a:t>ansistor</a:t>
            </a:r>
            <a:r>
              <a:rPr sz="500" b="1" dirty="0">
                <a:latin typeface="Arial"/>
                <a:cs typeface="Arial"/>
              </a:rPr>
              <a:t>	</a:t>
            </a:r>
            <a:r>
              <a:rPr sz="500" b="1" spc="-10" dirty="0">
                <a:latin typeface="Arial"/>
                <a:cs typeface="Arial"/>
              </a:rPr>
              <a:t>V</a:t>
            </a:r>
            <a:r>
              <a:rPr sz="500" b="1" spc="-5" dirty="0">
                <a:latin typeface="Arial"/>
                <a:cs typeface="Arial"/>
              </a:rPr>
              <a:t>L</a:t>
            </a:r>
            <a:r>
              <a:rPr sz="500" b="1" spc="-10" dirty="0">
                <a:latin typeface="Arial"/>
                <a:cs typeface="Arial"/>
              </a:rPr>
              <a:t>S</a:t>
            </a:r>
            <a:r>
              <a:rPr sz="500" b="1" spc="-5" dirty="0">
                <a:latin typeface="Arial"/>
                <a:cs typeface="Arial"/>
              </a:rPr>
              <a:t>I</a:t>
            </a:r>
            <a:r>
              <a:rPr sz="500" b="1" dirty="0">
                <a:latin typeface="Arial"/>
                <a:cs typeface="Arial"/>
              </a:rPr>
              <a:t>	</a:t>
            </a:r>
            <a:r>
              <a:rPr sz="500" b="1" spc="-5" dirty="0">
                <a:latin typeface="Arial"/>
                <a:cs typeface="Arial"/>
              </a:rPr>
              <a:t>UL</a:t>
            </a:r>
            <a:r>
              <a:rPr sz="500" b="1" spc="-10" dirty="0">
                <a:latin typeface="Arial"/>
                <a:cs typeface="Arial"/>
              </a:rPr>
              <a:t>S</a:t>
            </a:r>
            <a:r>
              <a:rPr sz="500" b="1" spc="-5" dirty="0">
                <a:latin typeface="Arial"/>
                <a:cs typeface="Arial"/>
              </a:rPr>
              <a:t>I</a:t>
            </a:r>
            <a:r>
              <a:rPr sz="500" b="1" dirty="0">
                <a:latin typeface="Arial"/>
                <a:cs typeface="Arial"/>
              </a:rPr>
              <a:t>	</a:t>
            </a:r>
            <a:r>
              <a:rPr sz="500" b="1" spc="-10" dirty="0">
                <a:latin typeface="Arial"/>
                <a:cs typeface="Arial"/>
              </a:rPr>
              <a:t>………….</a:t>
            </a:r>
            <a:r>
              <a:rPr sz="500" b="1" spc="-5" dirty="0">
                <a:latin typeface="Arial"/>
                <a:cs typeface="Arial"/>
              </a:rPr>
              <a:t>.</a:t>
            </a:r>
            <a:r>
              <a:rPr sz="500" b="1" dirty="0">
                <a:latin typeface="Arial"/>
                <a:cs typeface="Arial"/>
              </a:rPr>
              <a:t>	</a:t>
            </a:r>
            <a:r>
              <a:rPr sz="500" b="1" spc="-10" dirty="0">
                <a:latin typeface="Arial"/>
                <a:cs typeface="Arial"/>
              </a:rPr>
              <a:t>Opti</a:t>
            </a:r>
            <a:r>
              <a:rPr sz="500" b="1" spc="-5" dirty="0">
                <a:latin typeface="Arial"/>
                <a:cs typeface="Arial"/>
              </a:rPr>
              <a:t>k</a:t>
            </a:r>
            <a:r>
              <a:rPr sz="500" b="1" dirty="0">
                <a:latin typeface="Arial"/>
                <a:cs typeface="Arial"/>
              </a:rPr>
              <a:t>	</a:t>
            </a:r>
            <a:r>
              <a:rPr sz="500" b="1" spc="-10" dirty="0">
                <a:latin typeface="Arial"/>
                <a:cs typeface="Arial"/>
              </a:rPr>
              <a:t>…….</a:t>
            </a:r>
            <a:r>
              <a:rPr sz="500" b="1" spc="-5" dirty="0">
                <a:latin typeface="Arial"/>
                <a:cs typeface="Arial"/>
              </a:rPr>
              <a:t>.</a:t>
            </a:r>
            <a:r>
              <a:rPr sz="500" b="1" dirty="0">
                <a:latin typeface="Arial"/>
                <a:cs typeface="Arial"/>
              </a:rPr>
              <a:t>      </a:t>
            </a:r>
            <a:r>
              <a:rPr sz="500" b="1" spc="-10" dirty="0">
                <a:latin typeface="Arial"/>
                <a:cs typeface="Arial"/>
              </a:rPr>
              <a:t> </a:t>
            </a:r>
            <a:r>
              <a:rPr sz="500" b="1" spc="-5" dirty="0">
                <a:latin typeface="Arial"/>
                <a:cs typeface="Arial"/>
              </a:rPr>
              <a:t>Gas</a:t>
            </a:r>
            <a:endParaRPr sz="5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 rot="300000">
            <a:off x="3195244" y="7577272"/>
            <a:ext cx="343962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"/>
              </a:lnSpc>
            </a:pPr>
            <a:r>
              <a:rPr sz="1050" i="1" spc="-30" baseline="3968" dirty="0">
                <a:latin typeface="Arial"/>
                <a:cs typeface="Arial"/>
              </a:rPr>
              <a:t>H</a:t>
            </a:r>
            <a:r>
              <a:rPr sz="1050" i="1" baseline="3968" dirty="0">
                <a:latin typeface="Arial"/>
                <a:cs typeface="Arial"/>
              </a:rPr>
              <a:t>W</a:t>
            </a:r>
            <a:r>
              <a:rPr sz="1050" i="1" spc="-15" baseline="3968" dirty="0">
                <a:latin typeface="Arial"/>
                <a:cs typeface="Arial"/>
              </a:rPr>
              <a:t> </a:t>
            </a:r>
            <a:r>
              <a:rPr sz="700" i="1" spc="-10" dirty="0">
                <a:latin typeface="Arial"/>
                <a:cs typeface="Arial"/>
              </a:rPr>
              <a:t>s</a:t>
            </a:r>
            <a:r>
              <a:rPr sz="700" i="1" spc="-15" dirty="0">
                <a:latin typeface="Arial"/>
                <a:cs typeface="Arial"/>
              </a:rPr>
              <a:t>i</a:t>
            </a:r>
            <a:r>
              <a:rPr sz="700" i="1" spc="-35" dirty="0">
                <a:latin typeface="Arial"/>
                <a:cs typeface="Arial"/>
              </a:rPr>
              <a:t>z</a:t>
            </a:r>
            <a:r>
              <a:rPr sz="700" i="1" dirty="0">
                <a:latin typeface="Arial"/>
                <a:cs typeface="Arial"/>
              </a:rPr>
              <a:t>e</a:t>
            </a:r>
            <a:endParaRPr sz="7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581400" y="6431279"/>
            <a:ext cx="1943100" cy="1066800"/>
          </a:xfrm>
          <a:prstGeom prst="rect">
            <a:avLst/>
          </a:prstGeom>
          <a:solidFill>
            <a:srgbClr val="F8F8F8"/>
          </a:solidFill>
          <a:ln w="4762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33985" marR="22225" indent="-85725">
              <a:lnSpc>
                <a:spcPct val="100000"/>
              </a:lnSpc>
              <a:spcBef>
                <a:spcPts val="180"/>
              </a:spcBef>
            </a:pPr>
            <a:r>
              <a:rPr sz="800" spc="-5" dirty="0">
                <a:latin typeface="Arial MT"/>
                <a:cs typeface="Arial MT"/>
              </a:rPr>
              <a:t>K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IT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: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Knowledge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Information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Technology </a:t>
            </a:r>
            <a:r>
              <a:rPr sz="800" spc="-204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TI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: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Tutoring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Intelligent</a:t>
            </a:r>
            <a:endParaRPr sz="800">
              <a:latin typeface="Arial MT"/>
              <a:cs typeface="Arial MT"/>
            </a:endParaRPr>
          </a:p>
          <a:p>
            <a:pPr marL="133350" marR="656590" indent="635">
              <a:lnSpc>
                <a:spcPct val="100000"/>
              </a:lnSpc>
              <a:spcBef>
                <a:spcPts val="10"/>
              </a:spcBef>
            </a:pPr>
            <a:r>
              <a:rPr sz="800" spc="-5" dirty="0">
                <a:latin typeface="Arial MT"/>
                <a:cs typeface="Arial MT"/>
              </a:rPr>
              <a:t>I I :  </a:t>
            </a:r>
            <a:r>
              <a:rPr sz="800" dirty="0">
                <a:latin typeface="Arial MT"/>
                <a:cs typeface="Arial MT"/>
              </a:rPr>
              <a:t>Instrument </a:t>
            </a:r>
            <a:r>
              <a:rPr sz="800" spc="-5" dirty="0">
                <a:latin typeface="Arial MT"/>
                <a:cs typeface="Arial MT"/>
              </a:rPr>
              <a:t>Intelligent </a:t>
            </a:r>
            <a:r>
              <a:rPr sz="800" spc="-2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AI </a:t>
            </a:r>
            <a:r>
              <a:rPr sz="800" spc="-5" dirty="0">
                <a:latin typeface="Arial MT"/>
                <a:cs typeface="Arial MT"/>
              </a:rPr>
              <a:t>: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Artificial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Intelligent</a:t>
            </a:r>
            <a:endParaRPr sz="800">
              <a:latin typeface="Arial MT"/>
              <a:cs typeface="Arial MT"/>
            </a:endParaRPr>
          </a:p>
          <a:p>
            <a:pPr marL="133985" marR="562610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IA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: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Integrated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Application 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IE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: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Integrated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Environment</a:t>
            </a:r>
            <a:endParaRPr sz="800">
              <a:latin typeface="Arial MT"/>
              <a:cs typeface="Arial MT"/>
            </a:endParaRPr>
          </a:p>
          <a:p>
            <a:pPr marL="48260">
              <a:lnSpc>
                <a:spcPct val="100000"/>
              </a:lnSpc>
              <a:spcBef>
                <a:spcPts val="5"/>
              </a:spcBef>
            </a:pPr>
            <a:r>
              <a:rPr sz="800" spc="-5" dirty="0">
                <a:latin typeface="Arial MT"/>
                <a:cs typeface="Arial MT"/>
              </a:rPr>
              <a:t>CMP: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Compiler</a:t>
            </a:r>
            <a:endParaRPr sz="800">
              <a:latin typeface="Arial MT"/>
              <a:cs typeface="Arial MT"/>
            </a:endParaRPr>
          </a:p>
          <a:p>
            <a:pPr marL="105410">
              <a:lnSpc>
                <a:spcPct val="100000"/>
              </a:lnSpc>
              <a:spcBef>
                <a:spcPts val="5"/>
              </a:spcBef>
            </a:pPr>
            <a:r>
              <a:rPr sz="800" spc="-5" dirty="0">
                <a:latin typeface="Arial MT"/>
                <a:cs typeface="Arial MT"/>
              </a:rPr>
              <a:t>OS: Operating System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413128" y="5933598"/>
            <a:ext cx="3237865" cy="1781810"/>
            <a:chOff x="1413128" y="5933598"/>
            <a:chExt cx="3237865" cy="1781810"/>
          </a:xfrm>
        </p:grpSpPr>
        <p:sp>
          <p:nvSpPr>
            <p:cNvPr id="83" name="object 83"/>
            <p:cNvSpPr/>
            <p:nvPr/>
          </p:nvSpPr>
          <p:spPr>
            <a:xfrm>
              <a:off x="1415510" y="6306311"/>
              <a:ext cx="2108200" cy="1406525"/>
            </a:xfrm>
            <a:custGeom>
              <a:avLst/>
              <a:gdLst/>
              <a:ahLst/>
              <a:cxnLst/>
              <a:rect l="l" t="t" r="r" b="b"/>
              <a:pathLst>
                <a:path w="2108200" h="1406525">
                  <a:moveTo>
                    <a:pt x="34575" y="1384554"/>
                  </a:moveTo>
                  <a:lnTo>
                    <a:pt x="15726" y="1397553"/>
                  </a:lnTo>
                  <a:lnTo>
                    <a:pt x="2402" y="1406256"/>
                  </a:lnTo>
                  <a:lnTo>
                    <a:pt x="0" y="1406366"/>
                  </a:lnTo>
                  <a:lnTo>
                    <a:pt x="13917" y="1393585"/>
                  </a:lnTo>
                  <a:lnTo>
                    <a:pt x="49551" y="1363616"/>
                  </a:lnTo>
                  <a:lnTo>
                    <a:pt x="112299" y="1312164"/>
                  </a:lnTo>
                  <a:lnTo>
                    <a:pt x="135549" y="1293172"/>
                  </a:lnTo>
                  <a:lnTo>
                    <a:pt x="162290" y="1271282"/>
                  </a:lnTo>
                  <a:lnTo>
                    <a:pt x="192226" y="1246749"/>
                  </a:lnTo>
                  <a:lnTo>
                    <a:pt x="225059" y="1219830"/>
                  </a:lnTo>
                  <a:lnTo>
                    <a:pt x="260494" y="1190782"/>
                  </a:lnTo>
                  <a:lnTo>
                    <a:pt x="298233" y="1159860"/>
                  </a:lnTo>
                  <a:lnTo>
                    <a:pt x="337980" y="1127321"/>
                  </a:lnTo>
                  <a:lnTo>
                    <a:pt x="379438" y="1093422"/>
                  </a:lnTo>
                  <a:lnTo>
                    <a:pt x="422310" y="1058418"/>
                  </a:lnTo>
                  <a:lnTo>
                    <a:pt x="466300" y="1022566"/>
                  </a:lnTo>
                  <a:lnTo>
                    <a:pt x="511111" y="986123"/>
                  </a:lnTo>
                  <a:lnTo>
                    <a:pt x="556446" y="949344"/>
                  </a:lnTo>
                  <a:lnTo>
                    <a:pt x="602009" y="912486"/>
                  </a:lnTo>
                  <a:lnTo>
                    <a:pt x="647503" y="875805"/>
                  </a:lnTo>
                  <a:lnTo>
                    <a:pt x="692630" y="839559"/>
                  </a:lnTo>
                  <a:lnTo>
                    <a:pt x="737096" y="804002"/>
                  </a:lnTo>
                  <a:lnTo>
                    <a:pt x="780602" y="769391"/>
                  </a:lnTo>
                  <a:lnTo>
                    <a:pt x="822852" y="735983"/>
                  </a:lnTo>
                  <a:lnTo>
                    <a:pt x="863549" y="704034"/>
                  </a:lnTo>
                  <a:lnTo>
                    <a:pt x="902398" y="673801"/>
                  </a:lnTo>
                  <a:lnTo>
                    <a:pt x="939100" y="645539"/>
                  </a:lnTo>
                  <a:lnTo>
                    <a:pt x="973359" y="619506"/>
                  </a:lnTo>
                  <a:lnTo>
                    <a:pt x="1023858" y="581486"/>
                  </a:lnTo>
                  <a:lnTo>
                    <a:pt x="1072002" y="545398"/>
                  </a:lnTo>
                  <a:lnTo>
                    <a:pt x="1118050" y="511120"/>
                  </a:lnTo>
                  <a:lnTo>
                    <a:pt x="1162260" y="478529"/>
                  </a:lnTo>
                  <a:lnTo>
                    <a:pt x="1204890" y="447504"/>
                  </a:lnTo>
                  <a:lnTo>
                    <a:pt x="1246200" y="417924"/>
                  </a:lnTo>
                  <a:lnTo>
                    <a:pt x="1286446" y="389667"/>
                  </a:lnTo>
                  <a:lnTo>
                    <a:pt x="1325888" y="362612"/>
                  </a:lnTo>
                  <a:lnTo>
                    <a:pt x="1364783" y="336635"/>
                  </a:lnTo>
                  <a:lnTo>
                    <a:pt x="1403389" y="311618"/>
                  </a:lnTo>
                  <a:lnTo>
                    <a:pt x="1441966" y="287436"/>
                  </a:lnTo>
                  <a:lnTo>
                    <a:pt x="1480771" y="263969"/>
                  </a:lnTo>
                  <a:lnTo>
                    <a:pt x="1520063" y="241096"/>
                  </a:lnTo>
                  <a:lnTo>
                    <a:pt x="1560099" y="218694"/>
                  </a:lnTo>
                  <a:lnTo>
                    <a:pt x="1608831" y="193363"/>
                  </a:lnTo>
                  <a:lnTo>
                    <a:pt x="1659949" y="168892"/>
                  </a:lnTo>
                  <a:lnTo>
                    <a:pt x="1712571" y="145411"/>
                  </a:lnTo>
                  <a:lnTo>
                    <a:pt x="1765811" y="123048"/>
                  </a:lnTo>
                  <a:lnTo>
                    <a:pt x="1818787" y="101935"/>
                  </a:lnTo>
                  <a:lnTo>
                    <a:pt x="1870614" y="82200"/>
                  </a:lnTo>
                  <a:lnTo>
                    <a:pt x="1920410" y="63974"/>
                  </a:lnTo>
                  <a:lnTo>
                    <a:pt x="1967289" y="47385"/>
                  </a:lnTo>
                  <a:lnTo>
                    <a:pt x="2010370" y="32563"/>
                  </a:lnTo>
                  <a:lnTo>
                    <a:pt x="2048767" y="19639"/>
                  </a:lnTo>
                  <a:lnTo>
                    <a:pt x="2081597" y="8741"/>
                  </a:lnTo>
                  <a:lnTo>
                    <a:pt x="2107977" y="0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523487" y="5935979"/>
              <a:ext cx="1125220" cy="370840"/>
            </a:xfrm>
            <a:custGeom>
              <a:avLst/>
              <a:gdLst/>
              <a:ahLst/>
              <a:cxnLst/>
              <a:rect l="l" t="t" r="r" b="b"/>
              <a:pathLst>
                <a:path w="1125220" h="370839">
                  <a:moveTo>
                    <a:pt x="0" y="370332"/>
                  </a:moveTo>
                  <a:lnTo>
                    <a:pt x="1124712" y="0"/>
                  </a:lnTo>
                </a:path>
              </a:pathLst>
            </a:custGeom>
            <a:ln w="476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5080" indent="-116839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Kesempatan Kerja </a:t>
            </a:r>
            <a:r>
              <a:rPr dirty="0"/>
              <a:t>Sektor </a:t>
            </a:r>
            <a:r>
              <a:rPr spc="-600" dirty="0"/>
              <a:t> </a:t>
            </a:r>
            <a:r>
              <a:rPr dirty="0"/>
              <a:t>Telematika</a:t>
            </a:r>
            <a:r>
              <a:rPr spc="-40" dirty="0"/>
              <a:t> </a:t>
            </a:r>
            <a:r>
              <a:rPr spc="-5" dirty="0"/>
              <a:t>di</a:t>
            </a:r>
            <a:r>
              <a:rPr spc="-20" dirty="0"/>
              <a:t> </a:t>
            </a:r>
            <a:r>
              <a:rPr spc="-5" dirty="0"/>
              <a:t>Indonesia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95400" y="1813560"/>
            <a:ext cx="2148840" cy="2269490"/>
            <a:chOff x="1295400" y="1813560"/>
            <a:chExt cx="2148840" cy="22694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3979164"/>
              <a:ext cx="304800" cy="1036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1223" y="1813560"/>
              <a:ext cx="1283208" cy="4419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67000" y="22418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A1A1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67000" y="22539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7000" y="2257044"/>
              <a:ext cx="6350" cy="15240"/>
            </a:xfrm>
            <a:custGeom>
              <a:avLst/>
              <a:gdLst/>
              <a:ahLst/>
              <a:cxnLst/>
              <a:rect l="l" t="t" r="r" b="b"/>
              <a:pathLst>
                <a:path w="6350" h="15239">
                  <a:moveTo>
                    <a:pt x="0" y="0"/>
                  </a:moveTo>
                  <a:lnTo>
                    <a:pt x="6095" y="0"/>
                  </a:lnTo>
                </a:path>
                <a:path w="6350" h="15239">
                  <a:moveTo>
                    <a:pt x="0" y="3048"/>
                  </a:moveTo>
                  <a:lnTo>
                    <a:pt x="6095" y="3048"/>
                  </a:lnTo>
                </a:path>
                <a:path w="6350" h="15239">
                  <a:moveTo>
                    <a:pt x="0" y="6094"/>
                  </a:moveTo>
                  <a:lnTo>
                    <a:pt x="6095" y="6094"/>
                  </a:lnTo>
                </a:path>
                <a:path w="6350" h="15239">
                  <a:moveTo>
                    <a:pt x="0" y="9143"/>
                  </a:moveTo>
                  <a:lnTo>
                    <a:pt x="6095" y="9143"/>
                  </a:lnTo>
                </a:path>
                <a:path w="6350" h="15239">
                  <a:moveTo>
                    <a:pt x="0" y="12191"/>
                  </a:moveTo>
                  <a:lnTo>
                    <a:pt x="6095" y="12191"/>
                  </a:lnTo>
                </a:path>
                <a:path w="6350" h="15239">
                  <a:moveTo>
                    <a:pt x="0" y="15239"/>
                  </a:moveTo>
                  <a:lnTo>
                    <a:pt x="6095" y="15239"/>
                  </a:lnTo>
                </a:path>
              </a:pathLst>
            </a:custGeom>
            <a:ln w="317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000" y="22753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9D9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2600" y="2255520"/>
              <a:ext cx="713232" cy="10363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3952" y="2252472"/>
              <a:ext cx="624839" cy="1798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49551" y="2353056"/>
              <a:ext cx="722376" cy="1219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746504" y="23637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67840" y="23637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3080" y="23637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70887" y="23667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70887" y="23698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67840" y="23728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67840" y="237591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64791" y="237896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D0D0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61744" y="238201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58695" y="23850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D0D0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52600" y="2388108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6095" y="0"/>
                  </a:lnTo>
                </a:path>
                <a:path w="43180">
                  <a:moveTo>
                    <a:pt x="36575" y="0"/>
                  </a:moveTo>
                  <a:lnTo>
                    <a:pt x="42671" y="0"/>
                  </a:lnTo>
                </a:path>
              </a:pathLst>
            </a:custGeom>
            <a:ln w="3175">
              <a:solidFill>
                <a:srgbClr val="DCDC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49551" y="2391156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0" y="0"/>
                  </a:moveTo>
                  <a:lnTo>
                    <a:pt x="6095" y="0"/>
                  </a:lnTo>
                </a:path>
                <a:path w="43180">
                  <a:moveTo>
                    <a:pt x="36575" y="0"/>
                  </a:moveTo>
                  <a:lnTo>
                    <a:pt x="42671" y="0"/>
                  </a:lnTo>
                </a:path>
              </a:pathLst>
            </a:custGeom>
            <a:ln w="3175">
              <a:solidFill>
                <a:srgbClr val="DBDB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46704" y="2404872"/>
              <a:ext cx="91439" cy="60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43655" y="2410968"/>
              <a:ext cx="100584" cy="30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82695" y="2410968"/>
              <a:ext cx="161544" cy="396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14271" y="2365248"/>
              <a:ext cx="1871471" cy="52425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49751" y="2862072"/>
              <a:ext cx="85344" cy="914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29000" y="2868168"/>
              <a:ext cx="12191" cy="304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43655" y="2868168"/>
              <a:ext cx="76200" cy="609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40607" y="2871214"/>
              <a:ext cx="97536" cy="1219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2800" y="2880360"/>
              <a:ext cx="88392" cy="609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276600" y="28879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B5B5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52800" y="2883408"/>
              <a:ext cx="88392" cy="2438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352800" y="29062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17320" y="2889502"/>
              <a:ext cx="1773935" cy="20726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56360" y="3096768"/>
              <a:ext cx="128015" cy="914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53311" y="3102863"/>
              <a:ext cx="100584" cy="304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426463" y="31043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463039" y="31043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78279" y="31043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A4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50264" y="31074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71600" y="31074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86839" y="31074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08176" y="31074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423415" y="31074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44752" y="31074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459992" y="31074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535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481328" y="31074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74647" y="31104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86839" y="31104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411223" y="311048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423415" y="31104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447800" y="311048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459992" y="31104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484376" y="311048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1E1E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374647" y="311353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386839" y="31135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411223" y="311353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423415" y="31135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447800" y="311353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459992" y="31135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484376" y="311353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371600" y="31165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386839" y="31165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411223" y="31165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423415" y="31165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447800" y="31165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459992" y="31165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484376" y="31165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82495" y="3096768"/>
              <a:ext cx="1560576" cy="39623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371600" y="311962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222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386839" y="311962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411223" y="311962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423415" y="311962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447800" y="311962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459992" y="311962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368552" y="312267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386839" y="31226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411223" y="31226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423415" y="31226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47800" y="31226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63039" y="3118102"/>
              <a:ext cx="30480" cy="914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50264" y="3124200"/>
              <a:ext cx="137160" cy="18286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35480" y="3133344"/>
              <a:ext cx="1301495" cy="1828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78151" y="3142488"/>
              <a:ext cx="1264919" cy="12191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3200400" y="3153156"/>
              <a:ext cx="40005" cy="3175"/>
            </a:xfrm>
            <a:custGeom>
              <a:avLst/>
              <a:gdLst/>
              <a:ahLst/>
              <a:cxnLst/>
              <a:rect l="l" t="t" r="r" b="b"/>
              <a:pathLst>
                <a:path w="40005" h="3175">
                  <a:moveTo>
                    <a:pt x="33527" y="0"/>
                  </a:moveTo>
                  <a:lnTo>
                    <a:pt x="39624" y="0"/>
                  </a:lnTo>
                </a:path>
                <a:path w="40005" h="3175">
                  <a:moveTo>
                    <a:pt x="0" y="3048"/>
                  </a:moveTo>
                  <a:lnTo>
                    <a:pt x="3048" y="3048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36976" y="31562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200400" y="315925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C9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236976" y="31592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E3E3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197351" y="31623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D7D7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212592" y="31623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DCDC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236976" y="31623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197351" y="31653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DADA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12592" y="31653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CFCF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233927" y="31653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91056" y="3182112"/>
              <a:ext cx="128015" cy="9143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88008" y="3188208"/>
              <a:ext cx="100584" cy="3048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92223" y="3136392"/>
              <a:ext cx="1447800" cy="131063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84959" y="3188208"/>
              <a:ext cx="140207" cy="39622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1679447" y="322021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>
                  <a:moveTo>
                    <a:pt x="0" y="0"/>
                  </a:moveTo>
                  <a:lnTo>
                    <a:pt x="6095" y="0"/>
                  </a:lnTo>
                </a:path>
                <a:path w="21589">
                  <a:moveTo>
                    <a:pt x="15239" y="0"/>
                  </a:moveTo>
                  <a:lnTo>
                    <a:pt x="21335" y="0"/>
                  </a:lnTo>
                </a:path>
              </a:pathLst>
            </a:custGeom>
            <a:ln w="3175">
              <a:solidFill>
                <a:srgbClr val="343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716023" y="32202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83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831848" y="3267456"/>
              <a:ext cx="134112" cy="9144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8800" y="3270502"/>
              <a:ext cx="137160" cy="609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154936" y="3267456"/>
              <a:ext cx="1127760" cy="82294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25751" y="3273552"/>
              <a:ext cx="137160" cy="39622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1941576" y="33116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346704" y="3316224"/>
              <a:ext cx="85344" cy="9143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40607" y="3322320"/>
              <a:ext cx="97535" cy="6096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337560" y="3325368"/>
              <a:ext cx="100584" cy="36576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3349751" y="33604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078736" y="3358896"/>
              <a:ext cx="128015" cy="6095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075687" y="3364992"/>
              <a:ext cx="137160" cy="3048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148839" y="33665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185416" y="33665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072640" y="33695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093976" y="33695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109216" y="33695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130552" y="33695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145791" y="33695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167127" y="33695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185416" y="336956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1212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203703" y="33695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535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097023" y="33726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109216" y="33726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133600" y="337261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145791" y="33726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170175" y="337261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182367" y="33726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380488" y="3346702"/>
              <a:ext cx="899160" cy="57913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2097023" y="33756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109216" y="33756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133600" y="33756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145791" y="33756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170175" y="33756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182367" y="33756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197608" y="33756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093976" y="337870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109216" y="337870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133600" y="337870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145791" y="337870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2170175" y="337870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182367" y="337870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093976" y="338175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222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109216" y="33817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182367" y="3377182"/>
              <a:ext cx="30480" cy="6097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072640" y="3380232"/>
              <a:ext cx="140207" cy="24384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532888" y="3401568"/>
              <a:ext cx="445008" cy="54862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334767" y="3450336"/>
              <a:ext cx="134111" cy="9143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31719" y="3456432"/>
              <a:ext cx="100584" cy="3048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2404872" y="34579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2441447" y="34579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2663952" y="34579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A8A8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2328672" y="34610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2350008" y="34610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2365247" y="34610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2386583" y="34610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2401824" y="34610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423160" y="34610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441447" y="34610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663952" y="34610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353055" y="34640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365247" y="34640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389632" y="346405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401824" y="34640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426208" y="346405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441447" y="34640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663952" y="34640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353055" y="34671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2365247" y="34671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2389632" y="34671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2401824" y="34671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2426208" y="34671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438400" y="34671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453639" y="34671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6F6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663952" y="34671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A8A8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075432" y="3450336"/>
              <a:ext cx="109727" cy="18287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2350008" y="34701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365247" y="34701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389632" y="34701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2401824" y="34701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426208" y="34701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438400" y="3468624"/>
              <a:ext cx="24383" cy="3048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075432" y="3468624"/>
              <a:ext cx="64007" cy="304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3142488" y="347014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163823" y="34701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182111" y="34701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1919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075432" y="34731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090672" y="34731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3636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112007" y="34731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343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127248" y="34731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145535" y="34731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163823" y="34731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075432" y="34762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090672" y="34762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343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115055" y="3476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127248" y="34762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148583" y="3476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075432" y="34792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090672" y="34792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3030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115055" y="34792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127248" y="34792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3030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148583" y="34792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6" y="0"/>
                  </a:lnTo>
                </a:path>
              </a:pathLst>
            </a:custGeom>
            <a:ln w="317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5" name="object 20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163823" y="3474720"/>
              <a:ext cx="30479" cy="12192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328672" y="3471670"/>
              <a:ext cx="140207" cy="24385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057144" y="3480814"/>
              <a:ext cx="131063" cy="15241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127248" y="3493008"/>
              <a:ext cx="57912" cy="3048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599944" y="3547870"/>
              <a:ext cx="91439" cy="6097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596896" y="3550920"/>
              <a:ext cx="134112" cy="6096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2670047" y="35554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593847" y="355853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615183" y="355853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630424" y="355853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2651760" y="355853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667000" y="355853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2688336" y="355853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2618232" y="35615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2630424" y="35615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0" name="object 22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715767" y="3557014"/>
              <a:ext cx="15240" cy="6097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2654808" y="356158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2667000" y="35615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2691383" y="356158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2618232" y="356463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2630424" y="35646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2654808" y="356463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2667000" y="35646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2691383" y="356463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2712719" y="356463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2721863" y="35646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2615183" y="35676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2630424" y="35676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2654808" y="35676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2667000" y="35676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2691383" y="35676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2709672" y="35676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6161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2721863" y="356768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2615183" y="357073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222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2630424" y="35707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2654808" y="35707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2667000" y="35707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2691383" y="35707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2706624" y="35707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A4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2721863" y="35707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2612136" y="357378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2630424" y="35737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2654808" y="35737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2667000" y="35737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2691383" y="35737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2706624" y="357378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3030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2721863" y="35737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2609088" y="357682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2630424" y="357682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2654808" y="357682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2667000" y="357682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2691383" y="357682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2606039" y="357987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2630424" y="35798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2654808" y="357987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0" name="object 26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703575" y="3575302"/>
              <a:ext cx="30480" cy="9145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593847" y="3578352"/>
              <a:ext cx="140207" cy="15239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2721863" y="35890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2721863" y="359206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4" name="object 26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343911" y="3892295"/>
              <a:ext cx="109727" cy="18287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343911" y="3910583"/>
              <a:ext cx="64007" cy="3048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2410967" y="3912108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2" y="0"/>
                  </a:lnTo>
                </a:path>
              </a:pathLst>
            </a:custGeom>
            <a:ln w="3175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2432303" y="39121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2450591" y="39121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1919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2343911" y="39151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2359152" y="39151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636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2380488" y="39151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43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2395727" y="39151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2414016" y="39151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2432303" y="39151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5" name="object 27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432303" y="3898392"/>
              <a:ext cx="91439" cy="30480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276855" y="3898392"/>
              <a:ext cx="179831" cy="39624"/>
            </a:xfrm>
            <a:prstGeom prst="rect">
              <a:avLst/>
            </a:prstGeom>
          </p:spPr>
        </p:pic>
        <p:sp>
          <p:nvSpPr>
            <p:cNvPr id="277" name="object 277"/>
            <p:cNvSpPr/>
            <p:nvPr/>
          </p:nvSpPr>
          <p:spPr>
            <a:xfrm>
              <a:off x="2343911" y="39212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2359152" y="39212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030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2383536" y="39212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2395727" y="39212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030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2417063" y="392125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2343911" y="39243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D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2359152" y="39243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030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2383536" y="39243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2395727" y="39243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2417063" y="39243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2325624" y="39273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2343911" y="39273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2359152" y="39273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2383536" y="392734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E0E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2395727" y="39273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2417063" y="392734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E0E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2325624" y="39303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030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2340863" y="39303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2359152" y="39303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2380488" y="39303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2395727" y="39303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2414016" y="393039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3030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2432303" y="393039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2453639" y="393039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2395727" y="39364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2" name="object 30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404872" y="3934967"/>
              <a:ext cx="48767" cy="3048"/>
            </a:xfrm>
            <a:prstGeom prst="rect">
              <a:avLst/>
            </a:prstGeom>
          </p:spPr>
        </p:pic>
      </p:grpSp>
      <p:sp>
        <p:nvSpPr>
          <p:cNvPr id="303" name="object 303"/>
          <p:cNvSpPr txBox="1"/>
          <p:nvPr/>
        </p:nvSpPr>
        <p:spPr>
          <a:xfrm>
            <a:off x="3665220" y="1612646"/>
            <a:ext cx="1855470" cy="2571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815" marR="486409" indent="-1714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71450" algn="l"/>
              </a:tabLst>
            </a:pPr>
            <a:r>
              <a:rPr sz="1100" b="1" spc="-5" dirty="0">
                <a:latin typeface="Arial"/>
                <a:cs typeface="Arial"/>
              </a:rPr>
              <a:t>Telematika = 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Telekomunikasi &amp; </a:t>
            </a:r>
            <a:r>
              <a:rPr sz="1100" b="1" spc="-300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Informatika</a:t>
            </a:r>
            <a:endParaRPr sz="1100">
              <a:latin typeface="Arial"/>
              <a:cs typeface="Arial"/>
            </a:endParaRPr>
          </a:p>
          <a:p>
            <a:pPr marL="170815" marR="5080" indent="-17145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171450" algn="l"/>
              </a:tabLst>
            </a:pPr>
            <a:r>
              <a:rPr sz="1100" b="1" spc="-5" dirty="0">
                <a:latin typeface="Arial"/>
                <a:cs typeface="Arial"/>
              </a:rPr>
              <a:t>Dimulai </a:t>
            </a:r>
            <a:r>
              <a:rPr sz="1100" b="1" dirty="0">
                <a:latin typeface="Arial"/>
                <a:cs typeface="Arial"/>
              </a:rPr>
              <a:t>dengan </a:t>
            </a:r>
            <a:r>
              <a:rPr sz="1100" b="1" spc="-5" dirty="0">
                <a:latin typeface="Arial"/>
                <a:cs typeface="Arial"/>
              </a:rPr>
              <a:t>hanya 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150 ribu,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sektor 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telematika </a:t>
            </a:r>
            <a:r>
              <a:rPr sz="1100" b="1" dirty="0">
                <a:latin typeface="Arial"/>
                <a:cs typeface="Arial"/>
              </a:rPr>
              <a:t>Indonesia 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akan membangun secara </a:t>
            </a:r>
            <a:r>
              <a:rPr sz="1100" b="1" spc="-29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agregat </a:t>
            </a:r>
            <a:r>
              <a:rPr sz="1100" b="1" dirty="0">
                <a:latin typeface="Arial"/>
                <a:cs typeface="Arial"/>
              </a:rPr>
              <a:t>lebih </a:t>
            </a:r>
            <a:r>
              <a:rPr sz="1100" b="1" spc="-5" dirty="0">
                <a:latin typeface="Arial"/>
                <a:cs typeface="Arial"/>
              </a:rPr>
              <a:t>dari 81.000 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lapangan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kerja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baru 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sejak tahun 2004 </a:t>
            </a:r>
            <a:r>
              <a:rPr sz="1100" b="1" dirty="0">
                <a:latin typeface="Arial"/>
                <a:cs typeface="Arial"/>
              </a:rPr>
              <a:t>hingga 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2009 dan </a:t>
            </a:r>
            <a:r>
              <a:rPr sz="1100" b="1" dirty="0">
                <a:latin typeface="Arial"/>
                <a:cs typeface="Arial"/>
              </a:rPr>
              <a:t>berkontribusi 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terhadap </a:t>
            </a:r>
            <a:r>
              <a:rPr sz="1100" b="1" dirty="0">
                <a:latin typeface="Arial"/>
                <a:cs typeface="Arial"/>
              </a:rPr>
              <a:t>pertumbuhan 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lebih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dari </a:t>
            </a:r>
            <a:r>
              <a:rPr sz="1100" b="1" dirty="0">
                <a:latin typeface="Arial"/>
                <a:cs typeface="Arial"/>
              </a:rPr>
              <a:t>1.100 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perusahaan telematika 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baru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4" name="object 304"/>
          <p:cNvSpPr txBox="1"/>
          <p:nvPr/>
        </p:nvSpPr>
        <p:spPr>
          <a:xfrm>
            <a:off x="1379219" y="1538732"/>
            <a:ext cx="6165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 MT"/>
                <a:cs typeface="Arial MT"/>
              </a:rPr>
              <a:t>Dalam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ribuan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05" name="object 305"/>
          <p:cNvSpPr/>
          <p:nvPr/>
        </p:nvSpPr>
        <p:spPr>
          <a:xfrm>
            <a:off x="1149096" y="77419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6" name="object 30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8156447"/>
            <a:ext cx="304800" cy="103631"/>
          </a:xfrm>
          <a:prstGeom prst="rect">
            <a:avLst/>
          </a:prstGeom>
        </p:spPr>
      </p:pic>
      <p:sp>
        <p:nvSpPr>
          <p:cNvPr id="307" name="object 307"/>
          <p:cNvSpPr txBox="1"/>
          <p:nvPr/>
        </p:nvSpPr>
        <p:spPr>
          <a:xfrm>
            <a:off x="1303019" y="5107930"/>
            <a:ext cx="4218305" cy="1548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95"/>
              </a:spcBef>
            </a:pPr>
            <a:r>
              <a:rPr sz="1850" spc="-5" dirty="0">
                <a:latin typeface="Arial MT"/>
                <a:cs typeface="Arial MT"/>
              </a:rPr>
              <a:t>Kesempatan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kerja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di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Industri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5" dirty="0">
                <a:latin typeface="Arial MT"/>
                <a:cs typeface="Arial MT"/>
              </a:rPr>
              <a:t>Telematika</a:t>
            </a:r>
            <a:endParaRPr sz="1850">
              <a:latin typeface="Arial MT"/>
              <a:cs typeface="Arial MT"/>
            </a:endParaRPr>
          </a:p>
          <a:p>
            <a:pPr marL="171450" marR="297180" indent="-171450">
              <a:lnSpc>
                <a:spcPct val="100000"/>
              </a:lnSpc>
              <a:spcBef>
                <a:spcPts val="1655"/>
              </a:spcBef>
              <a:buChar char="•"/>
              <a:tabLst>
                <a:tab pos="171450" algn="l"/>
              </a:tabLst>
            </a:pPr>
            <a:r>
              <a:rPr sz="1300" dirty="0">
                <a:latin typeface="Arial MT"/>
                <a:cs typeface="Arial MT"/>
              </a:rPr>
              <a:t>Di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Indonesia,</a:t>
            </a:r>
            <a:r>
              <a:rPr sz="1300" spc="-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150.000</a:t>
            </a:r>
            <a:r>
              <a:rPr sz="1300" spc="-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orang</a:t>
            </a:r>
            <a:r>
              <a:rPr sz="1300" spc="-5" dirty="0">
                <a:latin typeface="Arial MT"/>
                <a:cs typeface="Arial MT"/>
              </a:rPr>
              <a:t> bekerja </a:t>
            </a:r>
            <a:r>
              <a:rPr sz="1300" dirty="0">
                <a:latin typeface="Arial MT"/>
                <a:cs typeface="Arial MT"/>
              </a:rPr>
              <a:t>di</a:t>
            </a:r>
            <a:r>
              <a:rPr sz="1300" spc="-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sektor</a:t>
            </a:r>
            <a:r>
              <a:rPr sz="1300" spc="-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yang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berhubungan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dengan telematika.</a:t>
            </a:r>
            <a:endParaRPr sz="1300">
              <a:latin typeface="Arial MT"/>
              <a:cs typeface="Arial MT"/>
            </a:endParaRPr>
          </a:p>
          <a:p>
            <a:pPr marL="171450" marR="146685" indent="-171450">
              <a:lnSpc>
                <a:spcPct val="100000"/>
              </a:lnSpc>
              <a:spcBef>
                <a:spcPts val="320"/>
              </a:spcBef>
              <a:buChar char="•"/>
              <a:tabLst>
                <a:tab pos="171450" algn="l"/>
              </a:tabLst>
            </a:pPr>
            <a:r>
              <a:rPr sz="1300" dirty="0">
                <a:latin typeface="Arial MT"/>
                <a:cs typeface="Arial MT"/>
              </a:rPr>
              <a:t>Organisasi atau perusahaan </a:t>
            </a:r>
            <a:r>
              <a:rPr sz="1300" spc="-5" dirty="0">
                <a:latin typeface="Arial MT"/>
                <a:cs typeface="Arial MT"/>
              </a:rPr>
              <a:t>lokal </a:t>
            </a:r>
            <a:r>
              <a:rPr sz="1300" dirty="0">
                <a:latin typeface="Arial MT"/>
                <a:cs typeface="Arial MT"/>
              </a:rPr>
              <a:t>adalah 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penyumbang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terbesar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terhadap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penciptaan</a:t>
            </a:r>
            <a:r>
              <a:rPr sz="1300" spc="-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lapangan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kerja</a:t>
            </a:r>
            <a:r>
              <a:rPr sz="1300" spc="-5" dirty="0">
                <a:latin typeface="Arial MT"/>
                <a:cs typeface="Arial MT"/>
              </a:rPr>
              <a:t> sektor telematika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2014727" y="6760464"/>
            <a:ext cx="2700655" cy="1423670"/>
            <a:chOff x="2014727" y="6760464"/>
            <a:chExt cx="2700655" cy="1423670"/>
          </a:xfrm>
        </p:grpSpPr>
        <p:pic>
          <p:nvPicPr>
            <p:cNvPr id="309" name="object 30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014727" y="6760464"/>
              <a:ext cx="2700528" cy="1423414"/>
            </a:xfrm>
            <a:prstGeom prst="rect">
              <a:avLst/>
            </a:prstGeom>
          </p:spPr>
        </p:pic>
        <p:sp>
          <p:nvSpPr>
            <p:cNvPr id="310" name="object 310"/>
            <p:cNvSpPr/>
            <p:nvPr/>
          </p:nvSpPr>
          <p:spPr>
            <a:xfrm>
              <a:off x="2228088" y="7110221"/>
              <a:ext cx="2223135" cy="807085"/>
            </a:xfrm>
            <a:custGeom>
              <a:avLst/>
              <a:gdLst/>
              <a:ahLst/>
              <a:cxnLst/>
              <a:rect l="l" t="t" r="r" b="b"/>
              <a:pathLst>
                <a:path w="2223135" h="807084">
                  <a:moveTo>
                    <a:pt x="416052" y="691134"/>
                  </a:moveTo>
                  <a:lnTo>
                    <a:pt x="387680" y="632663"/>
                  </a:lnTo>
                  <a:lnTo>
                    <a:pt x="355180" y="609219"/>
                  </a:lnTo>
                  <a:lnTo>
                    <a:pt x="313093" y="591121"/>
                  </a:lnTo>
                  <a:lnTo>
                    <a:pt x="263385" y="579450"/>
                  </a:lnTo>
                  <a:lnTo>
                    <a:pt x="208026" y="575310"/>
                  </a:lnTo>
                  <a:lnTo>
                    <a:pt x="152654" y="579450"/>
                  </a:lnTo>
                  <a:lnTo>
                    <a:pt x="102946" y="591121"/>
                  </a:lnTo>
                  <a:lnTo>
                    <a:pt x="60858" y="609219"/>
                  </a:lnTo>
                  <a:lnTo>
                    <a:pt x="28359" y="632663"/>
                  </a:lnTo>
                  <a:lnTo>
                    <a:pt x="0" y="691134"/>
                  </a:lnTo>
                  <a:lnTo>
                    <a:pt x="7416" y="721944"/>
                  </a:lnTo>
                  <a:lnTo>
                    <a:pt x="60858" y="773049"/>
                  </a:lnTo>
                  <a:lnTo>
                    <a:pt x="102946" y="791159"/>
                  </a:lnTo>
                  <a:lnTo>
                    <a:pt x="152654" y="802830"/>
                  </a:lnTo>
                  <a:lnTo>
                    <a:pt x="208026" y="806958"/>
                  </a:lnTo>
                  <a:lnTo>
                    <a:pt x="263385" y="802830"/>
                  </a:lnTo>
                  <a:lnTo>
                    <a:pt x="313093" y="791159"/>
                  </a:lnTo>
                  <a:lnTo>
                    <a:pt x="355180" y="773061"/>
                  </a:lnTo>
                  <a:lnTo>
                    <a:pt x="387680" y="749617"/>
                  </a:lnTo>
                  <a:lnTo>
                    <a:pt x="416052" y="691134"/>
                  </a:lnTo>
                  <a:close/>
                </a:path>
                <a:path w="2223135" h="807084">
                  <a:moveTo>
                    <a:pt x="1295400" y="435102"/>
                  </a:moveTo>
                  <a:lnTo>
                    <a:pt x="1272247" y="372249"/>
                  </a:lnTo>
                  <a:lnTo>
                    <a:pt x="1245082" y="344817"/>
                  </a:lnTo>
                  <a:lnTo>
                    <a:pt x="1209103" y="320903"/>
                  </a:lnTo>
                  <a:lnTo>
                    <a:pt x="1165466" y="301167"/>
                  </a:lnTo>
                  <a:lnTo>
                    <a:pt x="1115377" y="286270"/>
                  </a:lnTo>
                  <a:lnTo>
                    <a:pt x="1059992" y="276847"/>
                  </a:lnTo>
                  <a:lnTo>
                    <a:pt x="1000506" y="273558"/>
                  </a:lnTo>
                  <a:lnTo>
                    <a:pt x="941006" y="276847"/>
                  </a:lnTo>
                  <a:lnTo>
                    <a:pt x="885634" y="286270"/>
                  </a:lnTo>
                  <a:lnTo>
                    <a:pt x="835533" y="301167"/>
                  </a:lnTo>
                  <a:lnTo>
                    <a:pt x="791908" y="320903"/>
                  </a:lnTo>
                  <a:lnTo>
                    <a:pt x="755916" y="344817"/>
                  </a:lnTo>
                  <a:lnTo>
                    <a:pt x="728751" y="372249"/>
                  </a:lnTo>
                  <a:lnTo>
                    <a:pt x="705612" y="435102"/>
                  </a:lnTo>
                  <a:lnTo>
                    <a:pt x="711593" y="467652"/>
                  </a:lnTo>
                  <a:lnTo>
                    <a:pt x="755916" y="525399"/>
                  </a:lnTo>
                  <a:lnTo>
                    <a:pt x="791908" y="549313"/>
                  </a:lnTo>
                  <a:lnTo>
                    <a:pt x="835533" y="569048"/>
                  </a:lnTo>
                  <a:lnTo>
                    <a:pt x="885634" y="583946"/>
                  </a:lnTo>
                  <a:lnTo>
                    <a:pt x="941006" y="593369"/>
                  </a:lnTo>
                  <a:lnTo>
                    <a:pt x="1000506" y="596646"/>
                  </a:lnTo>
                  <a:lnTo>
                    <a:pt x="1059992" y="593369"/>
                  </a:lnTo>
                  <a:lnTo>
                    <a:pt x="1115377" y="583946"/>
                  </a:lnTo>
                  <a:lnTo>
                    <a:pt x="1165466" y="569048"/>
                  </a:lnTo>
                  <a:lnTo>
                    <a:pt x="1209103" y="549313"/>
                  </a:lnTo>
                  <a:lnTo>
                    <a:pt x="1245082" y="525399"/>
                  </a:lnTo>
                  <a:lnTo>
                    <a:pt x="1272247" y="497967"/>
                  </a:lnTo>
                  <a:lnTo>
                    <a:pt x="1295400" y="435102"/>
                  </a:lnTo>
                  <a:close/>
                </a:path>
                <a:path w="2223135" h="807084">
                  <a:moveTo>
                    <a:pt x="2222754" y="250698"/>
                  </a:moveTo>
                  <a:lnTo>
                    <a:pt x="2207183" y="183984"/>
                  </a:lnTo>
                  <a:lnTo>
                    <a:pt x="2163280" y="124066"/>
                  </a:lnTo>
                  <a:lnTo>
                    <a:pt x="2132012" y="97409"/>
                  </a:lnTo>
                  <a:lnTo>
                    <a:pt x="2095207" y="73355"/>
                  </a:lnTo>
                  <a:lnTo>
                    <a:pt x="2053412" y="52171"/>
                  </a:lnTo>
                  <a:lnTo>
                    <a:pt x="2007133" y="34188"/>
                  </a:lnTo>
                  <a:lnTo>
                    <a:pt x="1956892" y="19672"/>
                  </a:lnTo>
                  <a:lnTo>
                    <a:pt x="1903222" y="8940"/>
                  </a:lnTo>
                  <a:lnTo>
                    <a:pt x="1846630" y="2286"/>
                  </a:lnTo>
                  <a:lnTo>
                    <a:pt x="1787652" y="0"/>
                  </a:lnTo>
                  <a:lnTo>
                    <a:pt x="1728673" y="2286"/>
                  </a:lnTo>
                  <a:lnTo>
                    <a:pt x="1672132" y="8940"/>
                  </a:lnTo>
                  <a:lnTo>
                    <a:pt x="1618513" y="19672"/>
                  </a:lnTo>
                  <a:lnTo>
                    <a:pt x="1568361" y="34188"/>
                  </a:lnTo>
                  <a:lnTo>
                    <a:pt x="1522171" y="52171"/>
                  </a:lnTo>
                  <a:lnTo>
                    <a:pt x="1480464" y="73355"/>
                  </a:lnTo>
                  <a:lnTo>
                    <a:pt x="1443761" y="97409"/>
                  </a:lnTo>
                  <a:lnTo>
                    <a:pt x="1412570" y="124066"/>
                  </a:lnTo>
                  <a:lnTo>
                    <a:pt x="1387411" y="153022"/>
                  </a:lnTo>
                  <a:lnTo>
                    <a:pt x="1357261" y="216636"/>
                  </a:lnTo>
                  <a:lnTo>
                    <a:pt x="1353312" y="250698"/>
                  </a:lnTo>
                  <a:lnTo>
                    <a:pt x="1357261" y="284784"/>
                  </a:lnTo>
                  <a:lnTo>
                    <a:pt x="1387411" y="348500"/>
                  </a:lnTo>
                  <a:lnTo>
                    <a:pt x="1412570" y="377532"/>
                  </a:lnTo>
                  <a:lnTo>
                    <a:pt x="1443761" y="404279"/>
                  </a:lnTo>
                  <a:lnTo>
                    <a:pt x="1480464" y="428447"/>
                  </a:lnTo>
                  <a:lnTo>
                    <a:pt x="1522171" y="449707"/>
                  </a:lnTo>
                  <a:lnTo>
                    <a:pt x="1568361" y="467791"/>
                  </a:lnTo>
                  <a:lnTo>
                    <a:pt x="1618513" y="482371"/>
                  </a:lnTo>
                  <a:lnTo>
                    <a:pt x="1672132" y="493166"/>
                  </a:lnTo>
                  <a:lnTo>
                    <a:pt x="1728673" y="499859"/>
                  </a:lnTo>
                  <a:lnTo>
                    <a:pt x="1787652" y="502158"/>
                  </a:lnTo>
                  <a:lnTo>
                    <a:pt x="1846630" y="499859"/>
                  </a:lnTo>
                  <a:lnTo>
                    <a:pt x="1903222" y="493166"/>
                  </a:lnTo>
                  <a:lnTo>
                    <a:pt x="1956892" y="482371"/>
                  </a:lnTo>
                  <a:lnTo>
                    <a:pt x="2007133" y="467791"/>
                  </a:lnTo>
                  <a:lnTo>
                    <a:pt x="2053412" y="449707"/>
                  </a:lnTo>
                  <a:lnTo>
                    <a:pt x="2095207" y="428447"/>
                  </a:lnTo>
                  <a:lnTo>
                    <a:pt x="2132012" y="404279"/>
                  </a:lnTo>
                  <a:lnTo>
                    <a:pt x="2163280" y="377532"/>
                  </a:lnTo>
                  <a:lnTo>
                    <a:pt x="2188514" y="348500"/>
                  </a:lnTo>
                  <a:lnTo>
                    <a:pt x="2218766" y="284784"/>
                  </a:lnTo>
                  <a:lnTo>
                    <a:pt x="2222754" y="250698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1" name="object 311"/>
          <p:cNvSpPr txBox="1"/>
          <p:nvPr/>
        </p:nvSpPr>
        <p:spPr>
          <a:xfrm>
            <a:off x="2700527" y="6895590"/>
            <a:ext cx="6927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700" b="1" spc="-5" dirty="0">
                <a:latin typeface="Arial"/>
                <a:cs typeface="Arial"/>
              </a:rPr>
              <a:t>D</a:t>
            </a:r>
            <a:r>
              <a:rPr sz="700" b="1" dirty="0">
                <a:latin typeface="Arial"/>
                <a:cs typeface="Arial"/>
              </a:rPr>
              <a:t>i</a:t>
            </a:r>
            <a:r>
              <a:rPr sz="700" b="1" spc="-5" dirty="0">
                <a:latin typeface="Arial"/>
                <a:cs typeface="Arial"/>
              </a:rPr>
              <a:t>str</a:t>
            </a:r>
            <a:r>
              <a:rPr sz="700" b="1" dirty="0">
                <a:latin typeface="Arial"/>
                <a:cs typeface="Arial"/>
              </a:rPr>
              <a:t>i</a:t>
            </a:r>
            <a:r>
              <a:rPr sz="700" b="1" spc="-5" dirty="0">
                <a:latin typeface="Arial"/>
                <a:cs typeface="Arial"/>
              </a:rPr>
              <a:t>b</a:t>
            </a:r>
            <a:r>
              <a:rPr sz="700" b="1" spc="-10" dirty="0">
                <a:latin typeface="Arial"/>
                <a:cs typeface="Arial"/>
              </a:rPr>
              <a:t>u</a:t>
            </a:r>
            <a:r>
              <a:rPr sz="700" b="1" spc="-5" dirty="0">
                <a:latin typeface="Arial"/>
                <a:cs typeface="Arial"/>
              </a:rPr>
              <a:t>to</a:t>
            </a:r>
            <a:r>
              <a:rPr sz="700" b="1" dirty="0">
                <a:latin typeface="Arial"/>
                <a:cs typeface="Arial"/>
              </a:rPr>
              <a:t>r</a:t>
            </a:r>
            <a:r>
              <a:rPr sz="700" b="1" spc="-5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l</a:t>
            </a:r>
            <a:r>
              <a:rPr sz="700" b="1" spc="-5" dirty="0">
                <a:latin typeface="Arial"/>
                <a:cs typeface="Arial"/>
              </a:rPr>
              <a:t>okal  da</a:t>
            </a:r>
            <a:r>
              <a:rPr sz="700" b="1" dirty="0">
                <a:latin typeface="Arial"/>
                <a:cs typeface="Arial"/>
              </a:rPr>
              <a:t>n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spc="-5" dirty="0">
                <a:latin typeface="Arial"/>
                <a:cs typeface="Arial"/>
              </a:rPr>
              <a:t>per</a:t>
            </a:r>
            <a:r>
              <a:rPr sz="700" b="1" spc="-10" dirty="0">
                <a:latin typeface="Arial"/>
                <a:cs typeface="Arial"/>
              </a:rPr>
              <a:t>u</a:t>
            </a:r>
            <a:r>
              <a:rPr sz="700" b="1" spc="-5" dirty="0">
                <a:latin typeface="Arial"/>
                <a:cs typeface="Arial"/>
              </a:rPr>
              <a:t>sa</a:t>
            </a:r>
            <a:r>
              <a:rPr sz="700" b="1" spc="-10" dirty="0">
                <a:latin typeface="Arial"/>
                <a:cs typeface="Arial"/>
              </a:rPr>
              <a:t>h</a:t>
            </a:r>
            <a:r>
              <a:rPr sz="700" b="1" spc="-5" dirty="0">
                <a:latin typeface="Arial"/>
                <a:cs typeface="Arial"/>
              </a:rPr>
              <a:t>aan  jasa</a:t>
            </a:r>
            <a:endParaRPr sz="700">
              <a:latin typeface="Arial"/>
              <a:cs typeface="Arial"/>
            </a:endParaRPr>
          </a:p>
        </p:txBody>
      </p:sp>
      <p:sp>
        <p:nvSpPr>
          <p:cNvPr id="312" name="object 312"/>
          <p:cNvSpPr txBox="1"/>
          <p:nvPr/>
        </p:nvSpPr>
        <p:spPr>
          <a:xfrm>
            <a:off x="3912113" y="7276590"/>
            <a:ext cx="33401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latin typeface="Arial"/>
                <a:cs typeface="Arial"/>
              </a:rPr>
              <a:t>12</a:t>
            </a:r>
            <a:r>
              <a:rPr sz="700" b="1" spc="-10" dirty="0">
                <a:latin typeface="Arial"/>
                <a:cs typeface="Arial"/>
              </a:rPr>
              <a:t>6</a:t>
            </a:r>
            <a:r>
              <a:rPr sz="700" b="1" dirty="0">
                <a:latin typeface="Arial"/>
                <a:cs typeface="Arial"/>
              </a:rPr>
              <a:t>,</a:t>
            </a:r>
            <a:r>
              <a:rPr sz="700" b="1" spc="-10" dirty="0">
                <a:latin typeface="Arial"/>
                <a:cs typeface="Arial"/>
              </a:rPr>
              <a:t>7</a:t>
            </a:r>
            <a:r>
              <a:rPr sz="700" b="1" dirty="0">
                <a:latin typeface="Arial"/>
                <a:cs typeface="Arial"/>
              </a:rPr>
              <a:t>89</a:t>
            </a:r>
            <a:endParaRPr sz="700">
              <a:latin typeface="Arial"/>
              <a:cs typeface="Arial"/>
            </a:endParaRPr>
          </a:p>
        </p:txBody>
      </p:sp>
      <p:sp>
        <p:nvSpPr>
          <p:cNvPr id="313" name="object 313"/>
          <p:cNvSpPr txBox="1"/>
          <p:nvPr/>
        </p:nvSpPr>
        <p:spPr>
          <a:xfrm>
            <a:off x="1534670" y="7162286"/>
            <a:ext cx="965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">
              <a:lnSpc>
                <a:spcPct val="100000"/>
              </a:lnSpc>
              <a:spcBef>
                <a:spcPts val="100"/>
              </a:spcBef>
            </a:pPr>
            <a:r>
              <a:rPr sz="700" b="1" spc="-5" dirty="0">
                <a:latin typeface="Arial"/>
                <a:cs typeface="Arial"/>
              </a:rPr>
              <a:t>Produsen Telematika </a:t>
            </a:r>
            <a:r>
              <a:rPr sz="700" b="1" dirty="0">
                <a:latin typeface="Arial"/>
                <a:cs typeface="Arial"/>
              </a:rPr>
              <a:t> </a:t>
            </a:r>
            <a:r>
              <a:rPr sz="700" b="1" spc="-5" dirty="0">
                <a:latin typeface="Arial"/>
                <a:cs typeface="Arial"/>
              </a:rPr>
              <a:t>(Hardware</a:t>
            </a:r>
            <a:r>
              <a:rPr sz="700" b="1" spc="-3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&amp;</a:t>
            </a:r>
            <a:r>
              <a:rPr sz="700" b="1" spc="-30" dirty="0">
                <a:latin typeface="Arial"/>
                <a:cs typeface="Arial"/>
              </a:rPr>
              <a:t> </a:t>
            </a:r>
            <a:r>
              <a:rPr sz="700" b="1" spc="-5" dirty="0">
                <a:latin typeface="Arial"/>
                <a:cs typeface="Arial"/>
              </a:rPr>
              <a:t>Software)</a:t>
            </a:r>
            <a:endParaRPr sz="700">
              <a:latin typeface="Arial"/>
              <a:cs typeface="Arial"/>
            </a:endParaRPr>
          </a:p>
        </p:txBody>
      </p:sp>
      <p:sp>
        <p:nvSpPr>
          <p:cNvPr id="314" name="object 314"/>
          <p:cNvSpPr txBox="1"/>
          <p:nvPr/>
        </p:nvSpPr>
        <p:spPr>
          <a:xfrm>
            <a:off x="2336298" y="7505189"/>
            <a:ext cx="2665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265">
              <a:lnSpc>
                <a:spcPct val="100000"/>
              </a:lnSpc>
              <a:spcBef>
                <a:spcPts val="100"/>
              </a:spcBef>
            </a:pPr>
            <a:r>
              <a:rPr sz="700" b="1" spc="-5" dirty="0">
                <a:latin typeface="Arial"/>
                <a:cs typeface="Arial"/>
              </a:rPr>
              <a:t>15,545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700" b="1" spc="-5" dirty="0">
                <a:latin typeface="Arial"/>
                <a:cs typeface="Arial"/>
              </a:rPr>
              <a:t>5,161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Arial"/>
              <a:cs typeface="Arial"/>
            </a:endParaRPr>
          </a:p>
          <a:p>
            <a:pPr marL="1334770" marR="5080" indent="-110489">
              <a:lnSpc>
                <a:spcPct val="100000"/>
              </a:lnSpc>
              <a:spcBef>
                <a:spcPts val="5"/>
              </a:spcBef>
            </a:pPr>
            <a:r>
              <a:rPr sz="700" b="1" spc="-5" dirty="0">
                <a:latin typeface="Arial"/>
                <a:cs typeface="Arial"/>
              </a:rPr>
              <a:t>O</a:t>
            </a:r>
            <a:r>
              <a:rPr sz="700" b="1" dirty="0">
                <a:latin typeface="Arial"/>
                <a:cs typeface="Arial"/>
              </a:rPr>
              <a:t>r</a:t>
            </a:r>
            <a:r>
              <a:rPr sz="700" b="1" spc="-5" dirty="0">
                <a:latin typeface="Arial"/>
                <a:cs typeface="Arial"/>
              </a:rPr>
              <a:t>ga</a:t>
            </a:r>
            <a:r>
              <a:rPr sz="700" b="1" spc="-10" dirty="0">
                <a:latin typeface="Arial"/>
                <a:cs typeface="Arial"/>
              </a:rPr>
              <a:t>n</a:t>
            </a:r>
            <a:r>
              <a:rPr sz="700" b="1" dirty="0">
                <a:latin typeface="Arial"/>
                <a:cs typeface="Arial"/>
              </a:rPr>
              <a:t>i</a:t>
            </a:r>
            <a:r>
              <a:rPr sz="700" b="1" spc="-10" dirty="0">
                <a:latin typeface="Arial"/>
                <a:cs typeface="Arial"/>
              </a:rPr>
              <a:t>s</a:t>
            </a:r>
            <a:r>
              <a:rPr sz="700" b="1" spc="-5" dirty="0">
                <a:latin typeface="Arial"/>
                <a:cs typeface="Arial"/>
              </a:rPr>
              <a:t>a</a:t>
            </a:r>
            <a:r>
              <a:rPr sz="700" b="1" spc="-10" dirty="0">
                <a:latin typeface="Arial"/>
                <a:cs typeface="Arial"/>
              </a:rPr>
              <a:t>s</a:t>
            </a:r>
            <a:r>
              <a:rPr sz="700" b="1" spc="-5" dirty="0">
                <a:latin typeface="Arial"/>
                <a:cs typeface="Arial"/>
              </a:rPr>
              <a:t>i</a:t>
            </a:r>
            <a:r>
              <a:rPr sz="700" b="1" dirty="0">
                <a:latin typeface="Arial"/>
                <a:cs typeface="Arial"/>
              </a:rPr>
              <a:t>/</a:t>
            </a:r>
            <a:r>
              <a:rPr sz="700" b="1" spc="-5" dirty="0">
                <a:latin typeface="Arial"/>
                <a:cs typeface="Arial"/>
              </a:rPr>
              <a:t>perus</a:t>
            </a:r>
            <a:r>
              <a:rPr sz="700" b="1" spc="-10" dirty="0">
                <a:latin typeface="Arial"/>
                <a:cs typeface="Arial"/>
              </a:rPr>
              <a:t>a</a:t>
            </a:r>
            <a:r>
              <a:rPr sz="700" b="1" spc="-5" dirty="0">
                <a:latin typeface="Arial"/>
                <a:cs typeface="Arial"/>
              </a:rPr>
              <a:t>haa</a:t>
            </a:r>
            <a:r>
              <a:rPr sz="700" b="1" dirty="0">
                <a:latin typeface="Arial"/>
                <a:cs typeface="Arial"/>
              </a:rPr>
              <a:t>n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spc="-5" dirty="0">
                <a:latin typeface="Arial"/>
                <a:cs typeface="Arial"/>
              </a:rPr>
              <a:t>p</a:t>
            </a:r>
            <a:r>
              <a:rPr sz="700" b="1" spc="-10" dirty="0">
                <a:latin typeface="Arial"/>
                <a:cs typeface="Arial"/>
              </a:rPr>
              <a:t>e</a:t>
            </a:r>
            <a:r>
              <a:rPr sz="700" b="1" spc="-5" dirty="0">
                <a:latin typeface="Arial"/>
                <a:cs typeface="Arial"/>
              </a:rPr>
              <a:t>nggu</a:t>
            </a:r>
            <a:r>
              <a:rPr sz="700" b="1" spc="-10" dirty="0">
                <a:latin typeface="Arial"/>
                <a:cs typeface="Arial"/>
              </a:rPr>
              <a:t>n</a:t>
            </a:r>
            <a:r>
              <a:rPr sz="700" b="1" dirty="0">
                <a:latin typeface="Arial"/>
                <a:cs typeface="Arial"/>
              </a:rPr>
              <a:t>a  </a:t>
            </a:r>
            <a:r>
              <a:rPr sz="700" b="1" spc="-5" dirty="0">
                <a:latin typeface="Arial"/>
                <a:cs typeface="Arial"/>
              </a:rPr>
              <a:t>akhir lokal (IT</a:t>
            </a:r>
            <a:r>
              <a:rPr sz="700" b="1" spc="-15" dirty="0">
                <a:latin typeface="Arial"/>
                <a:cs typeface="Arial"/>
              </a:rPr>
              <a:t> </a:t>
            </a:r>
            <a:r>
              <a:rPr sz="700" b="1" spc="-5" dirty="0">
                <a:latin typeface="Arial"/>
                <a:cs typeface="Arial"/>
              </a:rPr>
              <a:t>Professionals)</a:t>
            </a:r>
            <a:endParaRPr sz="700">
              <a:latin typeface="Arial"/>
              <a:cs typeface="Arial"/>
            </a:endParaRPr>
          </a:p>
        </p:txBody>
      </p:sp>
      <p:sp>
        <p:nvSpPr>
          <p:cNvPr id="315" name="object 315"/>
          <p:cNvSpPr/>
          <p:nvPr/>
        </p:nvSpPr>
        <p:spPr>
          <a:xfrm>
            <a:off x="1149096" y="4951476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6" name="Picture 315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64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sz="2200" spc="-5" dirty="0">
                <a:latin typeface="Arial MT"/>
                <a:cs typeface="Arial MT"/>
              </a:rPr>
              <a:t>Kebutuhan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Tenaga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IT</a:t>
            </a:r>
            <a:endParaRPr sz="2200">
              <a:latin typeface="Arial MT"/>
              <a:cs typeface="Arial MT"/>
            </a:endParaRPr>
          </a:p>
          <a:p>
            <a:pPr marL="439420" marR="448309" indent="-171450">
              <a:lnSpc>
                <a:spcPct val="100000"/>
              </a:lnSpc>
              <a:spcBef>
                <a:spcPts val="955"/>
              </a:spcBef>
              <a:buChar char="•"/>
              <a:tabLst>
                <a:tab pos="440055" algn="l"/>
              </a:tabLst>
            </a:pPr>
            <a:r>
              <a:rPr sz="1600" spc="-5" dirty="0">
                <a:latin typeface="Arial MT"/>
                <a:cs typeface="Arial MT"/>
              </a:rPr>
              <a:t>Kebutuhan terhadap tenaga IT di bidang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industri software baik di luar negeri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maupun di dalam negeri, adalah sebagai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berikut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marL="640080" marR="495934" lvl="1" indent="-143510">
              <a:lnSpc>
                <a:spcPct val="100000"/>
              </a:lnSpc>
              <a:spcBef>
                <a:spcPts val="340"/>
              </a:spcBef>
              <a:buChar char="–"/>
              <a:tabLst>
                <a:tab pos="640080" algn="l"/>
              </a:tabLst>
            </a:pPr>
            <a:r>
              <a:rPr sz="1400" spc="-5" dirty="0">
                <a:latin typeface="Arial MT"/>
                <a:cs typeface="Arial MT"/>
              </a:rPr>
              <a:t>Tenaga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luar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negeri,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untuk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tahun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2015,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diperkirakan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3,3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juta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lapangan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kerja.</a:t>
            </a:r>
            <a:endParaRPr sz="1400">
              <a:latin typeface="Arial MT"/>
              <a:cs typeface="Arial MT"/>
            </a:endParaRPr>
          </a:p>
          <a:p>
            <a:pPr marL="640080" marR="295910" lvl="1" indent="-143510">
              <a:lnSpc>
                <a:spcPct val="100000"/>
              </a:lnSpc>
              <a:spcBef>
                <a:spcPts val="340"/>
              </a:spcBef>
              <a:buChar char="–"/>
              <a:tabLst>
                <a:tab pos="640080" algn="l"/>
              </a:tabLst>
            </a:pPr>
            <a:r>
              <a:rPr sz="1400" spc="-5" dirty="0">
                <a:latin typeface="Arial MT"/>
                <a:cs typeface="Arial MT"/>
              </a:rPr>
              <a:t>Sedangkan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Tenaga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IT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domestik,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berdasarkan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proyeksi pertumbuhan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industri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pada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tahun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2010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target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produksi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8.195.33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$,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dengan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asumsi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produktifitas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25.000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perorang,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dibutuhkan 327.813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orang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600" y="5821679"/>
            <a:ext cx="1943100" cy="1562100"/>
          </a:xfrm>
          <a:prstGeom prst="rect">
            <a:avLst/>
          </a:prstGeom>
          <a:solidFill>
            <a:srgbClr val="1B1B1B"/>
          </a:solidFill>
          <a:ln w="476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219710" indent="-172085">
              <a:lnSpc>
                <a:spcPct val="100000"/>
              </a:lnSpc>
              <a:spcBef>
                <a:spcPts val="17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ICT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Manager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4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Administrator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4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Quality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Assurance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Manager</a:t>
            </a:r>
            <a:endParaRPr sz="1000">
              <a:latin typeface="Arial MT"/>
              <a:cs typeface="Arial MT"/>
            </a:endParaRPr>
          </a:p>
          <a:p>
            <a:pPr marL="219710" marR="274320" indent="-171450">
              <a:lnSpc>
                <a:spcPct val="100000"/>
              </a:lnSpc>
              <a:spcBef>
                <a:spcPts val="229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Application Development/ </a:t>
            </a:r>
            <a:r>
              <a:rPr sz="10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Manager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4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Systems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Analyst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35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Programmer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4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Manager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7100" y="5821679"/>
            <a:ext cx="1943100" cy="1562100"/>
          </a:xfrm>
          <a:prstGeom prst="rect">
            <a:avLst/>
          </a:prstGeom>
          <a:solidFill>
            <a:srgbClr val="1B1B1B"/>
          </a:solidFill>
          <a:ln w="476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219710" indent="-172085">
              <a:lnSpc>
                <a:spcPct val="100000"/>
              </a:lnSpc>
              <a:spcBef>
                <a:spcPts val="17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Database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Administrator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4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Technical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Manager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4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r>
              <a:rPr sz="1000" spc="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Administrator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29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Sy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tem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 Admini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trator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4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Systems</a:t>
            </a:r>
            <a:r>
              <a:rPr sz="1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Analyst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35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Systems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Programmer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40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Operation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Manager</a:t>
            </a:r>
            <a:endParaRPr sz="1000">
              <a:latin typeface="Arial MT"/>
              <a:cs typeface="Arial MT"/>
            </a:endParaRPr>
          </a:p>
          <a:p>
            <a:pPr marL="219710" indent="-172085">
              <a:lnSpc>
                <a:spcPct val="100000"/>
              </a:lnSpc>
              <a:spcBef>
                <a:spcPts val="235"/>
              </a:spcBef>
              <a:buSzPct val="80000"/>
              <a:buFont typeface="Wingdings"/>
              <a:buChar char=""/>
              <a:tabLst>
                <a:tab pos="220345" algn="l"/>
              </a:tabLst>
            </a:pP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Librarian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Kominfo: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Jabatan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Pengelola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e-Gov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R="221615" algn="r">
              <a:lnSpc>
                <a:spcPct val="100000"/>
              </a:lnSpc>
              <a:spcBef>
                <a:spcPts val="1385"/>
              </a:spcBef>
            </a:pPr>
            <a:r>
              <a:rPr sz="800" b="1" i="1" spc="-10" dirty="0">
                <a:latin typeface="Arial"/>
                <a:cs typeface="Arial"/>
              </a:rPr>
              <a:t>Panduan</a:t>
            </a:r>
            <a:r>
              <a:rPr sz="800" b="1" i="1" spc="-20" dirty="0">
                <a:latin typeface="Arial"/>
                <a:cs typeface="Arial"/>
              </a:rPr>
              <a:t> </a:t>
            </a:r>
            <a:r>
              <a:rPr sz="800" b="1" i="1" spc="-5" dirty="0">
                <a:latin typeface="Arial"/>
                <a:cs typeface="Arial"/>
              </a:rPr>
              <a:t>Kompetensi Pengelola</a:t>
            </a:r>
            <a:r>
              <a:rPr sz="800" b="1" i="1" spc="-15" dirty="0">
                <a:latin typeface="Arial"/>
                <a:cs typeface="Arial"/>
              </a:rPr>
              <a:t> </a:t>
            </a:r>
            <a:r>
              <a:rPr sz="800" b="1" i="1" spc="-5" dirty="0">
                <a:latin typeface="Arial"/>
                <a:cs typeface="Arial"/>
              </a:rPr>
              <a:t>E-Government</a:t>
            </a:r>
            <a:endParaRPr sz="800">
              <a:latin typeface="Arial"/>
              <a:cs typeface="Arial"/>
            </a:endParaRPr>
          </a:p>
          <a:p>
            <a:pPr marR="222250" algn="r">
              <a:lnSpc>
                <a:spcPct val="100000"/>
              </a:lnSpc>
            </a:pPr>
            <a:r>
              <a:rPr sz="800" b="1" spc="-10" dirty="0">
                <a:latin typeface="Arial"/>
                <a:cs typeface="Arial"/>
              </a:rPr>
              <a:t>Kementerian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Komunikasi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dan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Informasi,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2004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760095" marR="827405" indent="923290">
              <a:lnSpc>
                <a:spcPct val="100000"/>
              </a:lnSpc>
            </a:pPr>
            <a:r>
              <a:rPr sz="2000" spc="-5" dirty="0"/>
              <a:t>PROFESI </a:t>
            </a:r>
            <a:r>
              <a:rPr sz="2000" dirty="0"/>
              <a:t> </a:t>
            </a:r>
            <a:r>
              <a:rPr sz="2000" spc="-5" dirty="0"/>
              <a:t>TEKNOLOGI</a:t>
            </a:r>
            <a:r>
              <a:rPr sz="2000" spc="-35" dirty="0"/>
              <a:t> </a:t>
            </a:r>
            <a:r>
              <a:rPr sz="2000" spc="-5" dirty="0"/>
              <a:t>INFORMASI</a:t>
            </a:r>
            <a:endParaRPr sz="20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418" y="5133498"/>
            <a:ext cx="4119562" cy="29003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42310" y="6584695"/>
            <a:ext cx="7308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Times New Roman"/>
                <a:cs typeface="Times New Roman"/>
              </a:rPr>
              <a:t>PROFESI</a:t>
            </a:r>
            <a:r>
              <a:rPr sz="1000" b="1" spc="-65" dirty="0">
                <a:latin typeface="Times New Roman"/>
                <a:cs typeface="Times New Roman"/>
              </a:rPr>
              <a:t> </a:t>
            </a:r>
            <a:r>
              <a:rPr sz="1000" b="1" spc="-5" dirty="0">
                <a:latin typeface="Times New Roman"/>
                <a:cs typeface="Times New Roman"/>
              </a:rPr>
              <a:t>TI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1717" y="6070344"/>
            <a:ext cx="5651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TRAINER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1979" y="7175245"/>
            <a:ext cx="7924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KONSULTAN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3237" y="7671307"/>
            <a:ext cx="6572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683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PROJECT 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M</a:t>
            </a:r>
            <a:r>
              <a:rPr sz="1000" dirty="0">
                <a:latin typeface="Times New Roman"/>
                <a:cs typeface="Times New Roman"/>
              </a:rPr>
              <a:t>ANAGER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6353" y="7099807"/>
            <a:ext cx="6426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7747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GRAFIK 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</a:t>
            </a:r>
            <a:r>
              <a:rPr sz="1000" spc="-5" dirty="0">
                <a:latin typeface="Times New Roman"/>
                <a:cs typeface="Times New Roman"/>
              </a:rPr>
              <a:t>G</a:t>
            </a:r>
            <a:r>
              <a:rPr sz="1000" dirty="0">
                <a:latin typeface="Times New Roman"/>
                <a:cs typeface="Times New Roman"/>
              </a:rPr>
              <a:t>NER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6101" y="6010909"/>
            <a:ext cx="958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68275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Times New Roman"/>
                <a:cs typeface="Times New Roman"/>
              </a:rPr>
              <a:t>DATABASE 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-5" dirty="0">
                <a:latin typeface="Times New Roman"/>
                <a:cs typeface="Times New Roman"/>
              </a:rPr>
              <a:t>ADMIN</a:t>
            </a:r>
            <a:r>
              <a:rPr sz="900" spc="5" dirty="0">
                <a:latin typeface="Times New Roman"/>
                <a:cs typeface="Times New Roman"/>
              </a:rPr>
              <a:t>I</a:t>
            </a:r>
            <a:r>
              <a:rPr sz="900" spc="-5" dirty="0">
                <a:latin typeface="Times New Roman"/>
                <a:cs typeface="Times New Roman"/>
              </a:rPr>
              <a:t>STR</a:t>
            </a:r>
            <a:r>
              <a:rPr sz="900" dirty="0">
                <a:latin typeface="Times New Roman"/>
                <a:cs typeface="Times New Roman"/>
              </a:rPr>
              <a:t>AT</a:t>
            </a:r>
            <a:r>
              <a:rPr sz="900" spc="-5" dirty="0">
                <a:latin typeface="Times New Roman"/>
                <a:cs typeface="Times New Roman"/>
              </a:rPr>
              <a:t>OR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45357" y="5232146"/>
            <a:ext cx="6858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OPERATOR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3282" y="6584695"/>
            <a:ext cx="5708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PENELITI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6510" y="7727694"/>
            <a:ext cx="8051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PROGRA</a:t>
            </a:r>
            <a:r>
              <a:rPr sz="1000" spc="-5" dirty="0">
                <a:latin typeface="Times New Roman"/>
                <a:cs typeface="Times New Roman"/>
              </a:rPr>
              <a:t>M</a:t>
            </a:r>
            <a:r>
              <a:rPr sz="1000" dirty="0">
                <a:latin typeface="Times New Roman"/>
                <a:cs typeface="Times New Roman"/>
              </a:rPr>
              <a:t>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4139" y="5537708"/>
            <a:ext cx="7137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0287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TEKNISI </a:t>
            </a:r>
            <a:r>
              <a:rPr sz="1000" dirty="0">
                <a:latin typeface="Times New Roman"/>
                <a:cs typeface="Times New Roman"/>
              </a:rPr>
              <a:t> KO</a:t>
            </a:r>
            <a:r>
              <a:rPr sz="1000" spc="-5" dirty="0">
                <a:latin typeface="Times New Roman"/>
                <a:cs typeface="Times New Roman"/>
              </a:rPr>
              <a:t>M</a:t>
            </a:r>
            <a:r>
              <a:rPr sz="1000" dirty="0">
                <a:latin typeface="Times New Roman"/>
                <a:cs typeface="Times New Roman"/>
              </a:rPr>
              <a:t>PUTER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9537" y="6566407"/>
            <a:ext cx="720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429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NETWORK </a:t>
            </a:r>
            <a:r>
              <a:rPr sz="1000" spc="-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SPECIA</a:t>
            </a:r>
            <a:r>
              <a:rPr sz="1000" spc="-10" dirty="0">
                <a:latin typeface="Times New Roman"/>
                <a:cs typeface="Times New Roman"/>
              </a:rPr>
              <a:t>L</a:t>
            </a:r>
            <a:r>
              <a:rPr sz="1000" dirty="0">
                <a:latin typeface="Times New Roman"/>
                <a:cs typeface="Times New Roman"/>
              </a:rPr>
              <a:t>IST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07260" y="5361940"/>
            <a:ext cx="881380" cy="424180"/>
            <a:chOff x="2207260" y="5361940"/>
            <a:chExt cx="881380" cy="424180"/>
          </a:xfrm>
        </p:grpSpPr>
        <p:sp>
          <p:nvSpPr>
            <p:cNvPr id="16" name="object 16"/>
            <p:cNvSpPr/>
            <p:nvPr/>
          </p:nvSpPr>
          <p:spPr>
            <a:xfrm>
              <a:off x="2209800" y="5364480"/>
              <a:ext cx="876300" cy="419100"/>
            </a:xfrm>
            <a:custGeom>
              <a:avLst/>
              <a:gdLst/>
              <a:ahLst/>
              <a:cxnLst/>
              <a:rect l="l" t="t" r="r" b="b"/>
              <a:pathLst>
                <a:path w="876300" h="419100">
                  <a:moveTo>
                    <a:pt x="806196" y="0"/>
                  </a:moveTo>
                  <a:lnTo>
                    <a:pt x="70104" y="0"/>
                  </a:lnTo>
                  <a:lnTo>
                    <a:pt x="42755" y="5488"/>
                  </a:lnTo>
                  <a:lnTo>
                    <a:pt x="20478" y="20478"/>
                  </a:lnTo>
                  <a:lnTo>
                    <a:pt x="5488" y="42755"/>
                  </a:lnTo>
                  <a:lnTo>
                    <a:pt x="0" y="70104"/>
                  </a:lnTo>
                  <a:lnTo>
                    <a:pt x="0" y="348996"/>
                  </a:lnTo>
                  <a:lnTo>
                    <a:pt x="5488" y="376344"/>
                  </a:lnTo>
                  <a:lnTo>
                    <a:pt x="20478" y="398621"/>
                  </a:lnTo>
                  <a:lnTo>
                    <a:pt x="42755" y="413611"/>
                  </a:lnTo>
                  <a:lnTo>
                    <a:pt x="70104" y="419100"/>
                  </a:lnTo>
                  <a:lnTo>
                    <a:pt x="806196" y="419100"/>
                  </a:lnTo>
                  <a:lnTo>
                    <a:pt x="833544" y="413611"/>
                  </a:lnTo>
                  <a:lnTo>
                    <a:pt x="855821" y="398621"/>
                  </a:lnTo>
                  <a:lnTo>
                    <a:pt x="870811" y="376344"/>
                  </a:lnTo>
                  <a:lnTo>
                    <a:pt x="876300" y="348996"/>
                  </a:lnTo>
                  <a:lnTo>
                    <a:pt x="876300" y="70104"/>
                  </a:lnTo>
                  <a:lnTo>
                    <a:pt x="870811" y="42755"/>
                  </a:lnTo>
                  <a:lnTo>
                    <a:pt x="855821" y="20478"/>
                  </a:lnTo>
                  <a:lnTo>
                    <a:pt x="833544" y="5488"/>
                  </a:lnTo>
                  <a:lnTo>
                    <a:pt x="80619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09800" y="5364480"/>
              <a:ext cx="876300" cy="419100"/>
            </a:xfrm>
            <a:custGeom>
              <a:avLst/>
              <a:gdLst/>
              <a:ahLst/>
              <a:cxnLst/>
              <a:rect l="l" t="t" r="r" b="b"/>
              <a:pathLst>
                <a:path w="876300" h="419100">
                  <a:moveTo>
                    <a:pt x="70104" y="0"/>
                  </a:moveTo>
                  <a:lnTo>
                    <a:pt x="42755" y="5488"/>
                  </a:lnTo>
                  <a:lnTo>
                    <a:pt x="20478" y="20478"/>
                  </a:lnTo>
                  <a:lnTo>
                    <a:pt x="5488" y="42755"/>
                  </a:lnTo>
                  <a:lnTo>
                    <a:pt x="0" y="70104"/>
                  </a:lnTo>
                  <a:lnTo>
                    <a:pt x="0" y="348996"/>
                  </a:lnTo>
                  <a:lnTo>
                    <a:pt x="5488" y="376344"/>
                  </a:lnTo>
                  <a:lnTo>
                    <a:pt x="20478" y="398621"/>
                  </a:lnTo>
                  <a:lnTo>
                    <a:pt x="42755" y="413611"/>
                  </a:lnTo>
                  <a:lnTo>
                    <a:pt x="70104" y="419100"/>
                  </a:lnTo>
                  <a:lnTo>
                    <a:pt x="806196" y="419100"/>
                  </a:lnTo>
                  <a:lnTo>
                    <a:pt x="833544" y="413611"/>
                  </a:lnTo>
                  <a:lnTo>
                    <a:pt x="855821" y="398621"/>
                  </a:lnTo>
                  <a:lnTo>
                    <a:pt x="870811" y="376344"/>
                  </a:lnTo>
                  <a:lnTo>
                    <a:pt x="876300" y="348996"/>
                  </a:lnTo>
                  <a:lnTo>
                    <a:pt x="876300" y="70104"/>
                  </a:lnTo>
                  <a:lnTo>
                    <a:pt x="870811" y="42755"/>
                  </a:lnTo>
                  <a:lnTo>
                    <a:pt x="855821" y="20478"/>
                  </a:lnTo>
                  <a:lnTo>
                    <a:pt x="833544" y="5488"/>
                  </a:lnTo>
                  <a:lnTo>
                    <a:pt x="806196" y="0"/>
                  </a:lnTo>
                  <a:lnTo>
                    <a:pt x="70104" y="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14775" y="5403596"/>
            <a:ext cx="48005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762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SISTEM  ANAL</a:t>
            </a:r>
            <a:r>
              <a:rPr sz="1000" spc="-5" dirty="0">
                <a:latin typeface="Times New Roman"/>
                <a:cs typeface="Times New Roman"/>
              </a:rPr>
              <a:t>I</a:t>
            </a:r>
            <a:r>
              <a:rPr sz="1000" dirty="0">
                <a:latin typeface="Times New Roman"/>
                <a:cs typeface="Times New Roman"/>
              </a:rPr>
              <a:t>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49096" y="4951476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2200" spc="-5" dirty="0">
                <a:latin typeface="Arial MT"/>
                <a:cs typeface="Arial MT"/>
              </a:rPr>
              <a:t>PROFESI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</a:t>
            </a:r>
            <a:endParaRPr sz="2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1350"/>
              </a:spcBef>
              <a:buChar char="•"/>
              <a:tabLst>
                <a:tab pos="440055" algn="l"/>
              </a:tabLst>
            </a:pPr>
            <a:r>
              <a:rPr sz="1400" spc="-10" dirty="0">
                <a:latin typeface="Arial MT"/>
                <a:cs typeface="Arial MT"/>
              </a:rPr>
              <a:t>OPERATOR</a:t>
            </a:r>
            <a:endParaRPr sz="14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Menangani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operasi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sistem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komputer</a:t>
            </a:r>
            <a:endParaRPr sz="12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Tugas-tugas,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antara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lain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839469" lvl="2" indent="-114935">
              <a:lnSpc>
                <a:spcPct val="100000"/>
              </a:lnSpc>
              <a:spcBef>
                <a:spcPts val="250"/>
              </a:spcBef>
              <a:buChar char="•"/>
              <a:tabLst>
                <a:tab pos="840105" algn="l"/>
              </a:tabLst>
            </a:pPr>
            <a:r>
              <a:rPr sz="1000" spc="-5" dirty="0">
                <a:latin typeface="Arial MT"/>
                <a:cs typeface="Arial MT"/>
              </a:rPr>
              <a:t>Menghidupkan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mematikan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mesin</a:t>
            </a:r>
            <a:endParaRPr sz="1000">
              <a:latin typeface="Arial MT"/>
              <a:cs typeface="Arial MT"/>
            </a:endParaRPr>
          </a:p>
          <a:p>
            <a:pPr marL="839469" lvl="2" indent="-114935">
              <a:lnSpc>
                <a:spcPct val="100000"/>
              </a:lnSpc>
              <a:spcBef>
                <a:spcPts val="235"/>
              </a:spcBef>
              <a:buChar char="•"/>
              <a:tabLst>
                <a:tab pos="840105" algn="l"/>
              </a:tabLst>
            </a:pPr>
            <a:r>
              <a:rPr sz="1000" spc="-5" dirty="0">
                <a:latin typeface="Arial MT"/>
                <a:cs typeface="Arial MT"/>
              </a:rPr>
              <a:t>Melakukan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pemeliharaan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sistem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komputer</a:t>
            </a:r>
            <a:endParaRPr sz="1000">
              <a:latin typeface="Arial MT"/>
              <a:cs typeface="Arial MT"/>
            </a:endParaRPr>
          </a:p>
          <a:p>
            <a:pPr marL="839469" lvl="2" indent="-114935">
              <a:lnSpc>
                <a:spcPct val="100000"/>
              </a:lnSpc>
              <a:spcBef>
                <a:spcPts val="235"/>
              </a:spcBef>
              <a:buChar char="•"/>
              <a:tabLst>
                <a:tab pos="840105" algn="l"/>
              </a:tabLst>
            </a:pPr>
            <a:r>
              <a:rPr sz="1000" spc="-5" dirty="0">
                <a:latin typeface="Arial MT"/>
                <a:cs typeface="Arial MT"/>
              </a:rPr>
              <a:t>Memasukkan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8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Tugas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biasanya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bersifat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reguler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baku</a:t>
            </a:r>
            <a:endParaRPr sz="1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335"/>
              </a:spcBef>
              <a:buChar char="•"/>
              <a:tabLst>
                <a:tab pos="440055" algn="l"/>
              </a:tabLst>
            </a:pPr>
            <a:r>
              <a:rPr sz="1400" spc="-5" dirty="0">
                <a:latin typeface="Arial MT"/>
                <a:cs typeface="Arial MT"/>
              </a:rPr>
              <a:t>TEKNISI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KOMPUTER</a:t>
            </a:r>
            <a:endParaRPr sz="1400">
              <a:latin typeface="Arial MT"/>
              <a:cs typeface="Arial MT"/>
            </a:endParaRPr>
          </a:p>
          <a:p>
            <a:pPr marL="639445" marR="732790" lvl="1" indent="-143510">
              <a:lnSpc>
                <a:spcPct val="100000"/>
              </a:lnSpc>
              <a:spcBef>
                <a:spcPts val="29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Memiliki kemampuan yang spesifik, baik dalam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bidang hardware </a:t>
            </a:r>
            <a:r>
              <a:rPr sz="1200" dirty="0">
                <a:latin typeface="Arial MT"/>
                <a:cs typeface="Arial MT"/>
              </a:rPr>
              <a:t>maupun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software</a:t>
            </a:r>
            <a:endParaRPr sz="1200">
              <a:latin typeface="Arial MT"/>
              <a:cs typeface="Arial MT"/>
            </a:endParaRPr>
          </a:p>
          <a:p>
            <a:pPr marL="639445" marR="494030" lvl="1" indent="-143510">
              <a:lnSpc>
                <a:spcPct val="100000"/>
              </a:lnSpc>
              <a:spcBef>
                <a:spcPts val="280"/>
              </a:spcBef>
              <a:buChar char="–"/>
              <a:tabLst>
                <a:tab pos="640080" algn="l"/>
              </a:tabLst>
            </a:pPr>
            <a:r>
              <a:rPr sz="1200" dirty="0">
                <a:latin typeface="Arial MT"/>
                <a:cs typeface="Arial MT"/>
              </a:rPr>
              <a:t>Mampu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menangani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problem-problem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yang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bersifat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spesifik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1720850"/>
            <a:ext cx="952500" cy="8013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768858"/>
            <a:ext cx="626363" cy="66065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2419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</a:pPr>
            <a:r>
              <a:rPr sz="2200" spc="-5" dirty="0">
                <a:latin typeface="Arial MT"/>
                <a:cs typeface="Arial MT"/>
              </a:rPr>
              <a:t>PROFESI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</a:t>
            </a:r>
            <a:endParaRPr sz="2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1845"/>
              </a:spcBef>
              <a:buChar char="•"/>
              <a:tabLst>
                <a:tab pos="440055" algn="l"/>
              </a:tabLst>
            </a:pPr>
            <a:r>
              <a:rPr sz="1400" spc="-5" dirty="0">
                <a:latin typeface="Arial MT"/>
                <a:cs typeface="Arial MT"/>
              </a:rPr>
              <a:t>TRAINER</a:t>
            </a:r>
            <a:endParaRPr sz="1400">
              <a:latin typeface="Arial MT"/>
              <a:cs typeface="Arial MT"/>
            </a:endParaRPr>
          </a:p>
          <a:p>
            <a:pPr marL="49657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latin typeface="Arial MT"/>
                <a:cs typeface="Arial MT"/>
              </a:rPr>
              <a:t>–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Melatih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ketrampilan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dalam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bekerja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dengan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komputer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940"/>
              </a:spcBef>
              <a:buFont typeface="Wingdings"/>
              <a:buChar char=""/>
              <a:tabLst>
                <a:tab pos="440055" algn="l"/>
              </a:tabLst>
            </a:pPr>
            <a:r>
              <a:rPr sz="1400" spc="-10" dirty="0">
                <a:latin typeface="Arial MT"/>
                <a:cs typeface="Arial MT"/>
              </a:rPr>
              <a:t>KONSULTAN</a:t>
            </a:r>
            <a:endParaRPr sz="1400">
              <a:latin typeface="Arial MT"/>
              <a:cs typeface="Arial MT"/>
            </a:endParaRPr>
          </a:p>
          <a:p>
            <a:pPr marL="640080" lvl="1" indent="-143510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640080" algn="l"/>
              </a:tabLst>
            </a:pPr>
            <a:r>
              <a:rPr sz="1200" dirty="0">
                <a:latin typeface="Arial MT"/>
                <a:cs typeface="Arial MT"/>
              </a:rPr>
              <a:t>Menganalisa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hal-hal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yang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berhubungan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dengan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TI</a:t>
            </a:r>
            <a:endParaRPr sz="1200">
              <a:latin typeface="Arial MT"/>
              <a:cs typeface="Arial MT"/>
            </a:endParaRPr>
          </a:p>
          <a:p>
            <a:pPr marL="640080" lvl="1" indent="-143510">
              <a:lnSpc>
                <a:spcPct val="100000"/>
              </a:lnSpc>
              <a:spcBef>
                <a:spcPts val="280"/>
              </a:spcBef>
              <a:buFont typeface="Wingdings"/>
              <a:buChar char=""/>
              <a:tabLst>
                <a:tab pos="640080" algn="l"/>
              </a:tabLst>
            </a:pPr>
            <a:r>
              <a:rPr sz="1200" dirty="0">
                <a:latin typeface="Arial MT"/>
                <a:cs typeface="Arial MT"/>
              </a:rPr>
              <a:t>Memberikan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solusi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terhadap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masalah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yang dihadapi</a:t>
            </a:r>
            <a:endParaRPr sz="1200">
              <a:latin typeface="Arial MT"/>
              <a:cs typeface="Arial MT"/>
            </a:endParaRPr>
          </a:p>
          <a:p>
            <a:pPr marL="640080" lvl="1" indent="-143510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640080" algn="l"/>
              </a:tabLst>
            </a:pPr>
            <a:r>
              <a:rPr sz="1200" dirty="0">
                <a:latin typeface="Arial MT"/>
                <a:cs typeface="Arial MT"/>
              </a:rPr>
              <a:t>Penguasaan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masalah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menjadi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sangat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penting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3667" y="4946141"/>
            <a:ext cx="626363" cy="66065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879092" y="6288785"/>
            <a:ext cx="405130" cy="807720"/>
            <a:chOff x="1879092" y="6288785"/>
            <a:chExt cx="405130" cy="807720"/>
          </a:xfrm>
        </p:grpSpPr>
        <p:sp>
          <p:nvSpPr>
            <p:cNvPr id="8" name="object 8"/>
            <p:cNvSpPr/>
            <p:nvPr/>
          </p:nvSpPr>
          <p:spPr>
            <a:xfrm>
              <a:off x="1879092" y="6288785"/>
              <a:ext cx="303530" cy="807720"/>
            </a:xfrm>
            <a:custGeom>
              <a:avLst/>
              <a:gdLst/>
              <a:ahLst/>
              <a:cxnLst/>
              <a:rect l="l" t="t" r="r" b="b"/>
              <a:pathLst>
                <a:path w="303530" h="807720">
                  <a:moveTo>
                    <a:pt x="230849" y="415289"/>
                  </a:moveTo>
                  <a:lnTo>
                    <a:pt x="83819" y="415289"/>
                  </a:lnTo>
                  <a:lnTo>
                    <a:pt x="83057" y="450850"/>
                  </a:lnTo>
                  <a:lnTo>
                    <a:pt x="82410" y="494030"/>
                  </a:lnTo>
                  <a:lnTo>
                    <a:pt x="82376" y="551180"/>
                  </a:lnTo>
                  <a:lnTo>
                    <a:pt x="83819" y="574039"/>
                  </a:lnTo>
                  <a:lnTo>
                    <a:pt x="85343" y="577850"/>
                  </a:lnTo>
                  <a:lnTo>
                    <a:pt x="86868" y="579119"/>
                  </a:lnTo>
                  <a:lnTo>
                    <a:pt x="87630" y="582930"/>
                  </a:lnTo>
                  <a:lnTo>
                    <a:pt x="86868" y="584200"/>
                  </a:lnTo>
                  <a:lnTo>
                    <a:pt x="86106" y="591819"/>
                  </a:lnTo>
                  <a:lnTo>
                    <a:pt x="84581" y="608330"/>
                  </a:lnTo>
                  <a:lnTo>
                    <a:pt x="82295" y="632459"/>
                  </a:lnTo>
                  <a:lnTo>
                    <a:pt x="79167" y="689609"/>
                  </a:lnTo>
                  <a:lnTo>
                    <a:pt x="77724" y="712469"/>
                  </a:lnTo>
                  <a:lnTo>
                    <a:pt x="76962" y="731519"/>
                  </a:lnTo>
                  <a:lnTo>
                    <a:pt x="76326" y="737869"/>
                  </a:lnTo>
                  <a:lnTo>
                    <a:pt x="76200" y="746759"/>
                  </a:lnTo>
                  <a:lnTo>
                    <a:pt x="75437" y="753109"/>
                  </a:lnTo>
                  <a:lnTo>
                    <a:pt x="74675" y="758189"/>
                  </a:lnTo>
                  <a:lnTo>
                    <a:pt x="76200" y="763269"/>
                  </a:lnTo>
                  <a:lnTo>
                    <a:pt x="77724" y="764539"/>
                  </a:lnTo>
                  <a:lnTo>
                    <a:pt x="80009" y="765809"/>
                  </a:lnTo>
                  <a:lnTo>
                    <a:pt x="80771" y="765809"/>
                  </a:lnTo>
                  <a:lnTo>
                    <a:pt x="79247" y="775969"/>
                  </a:lnTo>
                  <a:lnTo>
                    <a:pt x="76200" y="782319"/>
                  </a:lnTo>
                  <a:lnTo>
                    <a:pt x="73913" y="784859"/>
                  </a:lnTo>
                  <a:lnTo>
                    <a:pt x="72389" y="787400"/>
                  </a:lnTo>
                  <a:lnTo>
                    <a:pt x="78485" y="802639"/>
                  </a:lnTo>
                  <a:lnTo>
                    <a:pt x="80009" y="805180"/>
                  </a:lnTo>
                  <a:lnTo>
                    <a:pt x="86106" y="806450"/>
                  </a:lnTo>
                  <a:lnTo>
                    <a:pt x="88391" y="807719"/>
                  </a:lnTo>
                  <a:lnTo>
                    <a:pt x="98297" y="807719"/>
                  </a:lnTo>
                  <a:lnTo>
                    <a:pt x="101345" y="806450"/>
                  </a:lnTo>
                  <a:lnTo>
                    <a:pt x="107441" y="805180"/>
                  </a:lnTo>
                  <a:lnTo>
                    <a:pt x="109727" y="802639"/>
                  </a:lnTo>
                  <a:lnTo>
                    <a:pt x="112013" y="801369"/>
                  </a:lnTo>
                  <a:lnTo>
                    <a:pt x="114300" y="798830"/>
                  </a:lnTo>
                  <a:lnTo>
                    <a:pt x="120395" y="788669"/>
                  </a:lnTo>
                  <a:lnTo>
                    <a:pt x="120395" y="784859"/>
                  </a:lnTo>
                  <a:lnTo>
                    <a:pt x="123443" y="782319"/>
                  </a:lnTo>
                  <a:lnTo>
                    <a:pt x="125730" y="782319"/>
                  </a:lnTo>
                  <a:lnTo>
                    <a:pt x="128777" y="777239"/>
                  </a:lnTo>
                  <a:lnTo>
                    <a:pt x="131063" y="772159"/>
                  </a:lnTo>
                  <a:lnTo>
                    <a:pt x="131825" y="764539"/>
                  </a:lnTo>
                  <a:lnTo>
                    <a:pt x="129539" y="759459"/>
                  </a:lnTo>
                  <a:lnTo>
                    <a:pt x="131825" y="759459"/>
                  </a:lnTo>
                  <a:lnTo>
                    <a:pt x="134112" y="758189"/>
                  </a:lnTo>
                  <a:lnTo>
                    <a:pt x="137159" y="758189"/>
                  </a:lnTo>
                  <a:lnTo>
                    <a:pt x="138683" y="756919"/>
                  </a:lnTo>
                  <a:lnTo>
                    <a:pt x="140207" y="753109"/>
                  </a:lnTo>
                  <a:lnTo>
                    <a:pt x="140081" y="749300"/>
                  </a:lnTo>
                  <a:lnTo>
                    <a:pt x="138683" y="735330"/>
                  </a:lnTo>
                  <a:lnTo>
                    <a:pt x="136397" y="704850"/>
                  </a:lnTo>
                  <a:lnTo>
                    <a:pt x="135635" y="675639"/>
                  </a:lnTo>
                  <a:lnTo>
                    <a:pt x="135635" y="660400"/>
                  </a:lnTo>
                  <a:lnTo>
                    <a:pt x="136397" y="648969"/>
                  </a:lnTo>
                  <a:lnTo>
                    <a:pt x="137159" y="626109"/>
                  </a:lnTo>
                  <a:lnTo>
                    <a:pt x="138683" y="603250"/>
                  </a:lnTo>
                  <a:lnTo>
                    <a:pt x="137921" y="591819"/>
                  </a:lnTo>
                  <a:lnTo>
                    <a:pt x="137159" y="589280"/>
                  </a:lnTo>
                  <a:lnTo>
                    <a:pt x="137159" y="585469"/>
                  </a:lnTo>
                  <a:lnTo>
                    <a:pt x="140207" y="581659"/>
                  </a:lnTo>
                  <a:lnTo>
                    <a:pt x="141731" y="577850"/>
                  </a:lnTo>
                  <a:lnTo>
                    <a:pt x="143256" y="570230"/>
                  </a:lnTo>
                  <a:lnTo>
                    <a:pt x="144018" y="560069"/>
                  </a:lnTo>
                  <a:lnTo>
                    <a:pt x="145541" y="549909"/>
                  </a:lnTo>
                  <a:lnTo>
                    <a:pt x="147065" y="538480"/>
                  </a:lnTo>
                  <a:lnTo>
                    <a:pt x="148589" y="528319"/>
                  </a:lnTo>
                  <a:lnTo>
                    <a:pt x="149351" y="520700"/>
                  </a:lnTo>
                  <a:lnTo>
                    <a:pt x="150875" y="515619"/>
                  </a:lnTo>
                  <a:lnTo>
                    <a:pt x="151637" y="510539"/>
                  </a:lnTo>
                  <a:lnTo>
                    <a:pt x="153162" y="502919"/>
                  </a:lnTo>
                  <a:lnTo>
                    <a:pt x="155447" y="494030"/>
                  </a:lnTo>
                  <a:lnTo>
                    <a:pt x="157733" y="483869"/>
                  </a:lnTo>
                  <a:lnTo>
                    <a:pt x="160019" y="474980"/>
                  </a:lnTo>
                  <a:lnTo>
                    <a:pt x="163068" y="459739"/>
                  </a:lnTo>
                  <a:lnTo>
                    <a:pt x="164591" y="458469"/>
                  </a:lnTo>
                  <a:lnTo>
                    <a:pt x="232482" y="458469"/>
                  </a:lnTo>
                  <a:lnTo>
                    <a:pt x="231647" y="429259"/>
                  </a:lnTo>
                  <a:lnTo>
                    <a:pt x="230849" y="415289"/>
                  </a:lnTo>
                  <a:close/>
                </a:path>
                <a:path w="303530" h="807720">
                  <a:moveTo>
                    <a:pt x="278891" y="765809"/>
                  </a:moveTo>
                  <a:lnTo>
                    <a:pt x="240030" y="765809"/>
                  </a:lnTo>
                  <a:lnTo>
                    <a:pt x="240791" y="767080"/>
                  </a:lnTo>
                  <a:lnTo>
                    <a:pt x="275081" y="767080"/>
                  </a:lnTo>
                  <a:lnTo>
                    <a:pt x="278891" y="765809"/>
                  </a:lnTo>
                  <a:close/>
                </a:path>
                <a:path w="303530" h="807720">
                  <a:moveTo>
                    <a:pt x="232482" y="458469"/>
                  </a:moveTo>
                  <a:lnTo>
                    <a:pt x="164591" y="458469"/>
                  </a:lnTo>
                  <a:lnTo>
                    <a:pt x="165353" y="467359"/>
                  </a:lnTo>
                  <a:lnTo>
                    <a:pt x="167639" y="481330"/>
                  </a:lnTo>
                  <a:lnTo>
                    <a:pt x="169163" y="499109"/>
                  </a:lnTo>
                  <a:lnTo>
                    <a:pt x="171450" y="516889"/>
                  </a:lnTo>
                  <a:lnTo>
                    <a:pt x="174497" y="535939"/>
                  </a:lnTo>
                  <a:lnTo>
                    <a:pt x="176021" y="551180"/>
                  </a:lnTo>
                  <a:lnTo>
                    <a:pt x="178307" y="562609"/>
                  </a:lnTo>
                  <a:lnTo>
                    <a:pt x="179831" y="568959"/>
                  </a:lnTo>
                  <a:lnTo>
                    <a:pt x="181356" y="572769"/>
                  </a:lnTo>
                  <a:lnTo>
                    <a:pt x="182118" y="575309"/>
                  </a:lnTo>
                  <a:lnTo>
                    <a:pt x="181356" y="579119"/>
                  </a:lnTo>
                  <a:lnTo>
                    <a:pt x="179831" y="584200"/>
                  </a:lnTo>
                  <a:lnTo>
                    <a:pt x="178307" y="594359"/>
                  </a:lnTo>
                  <a:lnTo>
                    <a:pt x="177545" y="615950"/>
                  </a:lnTo>
                  <a:lnTo>
                    <a:pt x="176783" y="638809"/>
                  </a:lnTo>
                  <a:lnTo>
                    <a:pt x="178307" y="655319"/>
                  </a:lnTo>
                  <a:lnTo>
                    <a:pt x="180594" y="673100"/>
                  </a:lnTo>
                  <a:lnTo>
                    <a:pt x="182118" y="699769"/>
                  </a:lnTo>
                  <a:lnTo>
                    <a:pt x="183641" y="722630"/>
                  </a:lnTo>
                  <a:lnTo>
                    <a:pt x="183641" y="734059"/>
                  </a:lnTo>
                  <a:lnTo>
                    <a:pt x="186689" y="734059"/>
                  </a:lnTo>
                  <a:lnTo>
                    <a:pt x="191262" y="735330"/>
                  </a:lnTo>
                  <a:lnTo>
                    <a:pt x="189737" y="740409"/>
                  </a:lnTo>
                  <a:lnTo>
                    <a:pt x="189737" y="749300"/>
                  </a:lnTo>
                  <a:lnTo>
                    <a:pt x="191262" y="758189"/>
                  </a:lnTo>
                  <a:lnTo>
                    <a:pt x="192024" y="765809"/>
                  </a:lnTo>
                  <a:lnTo>
                    <a:pt x="220980" y="765809"/>
                  </a:lnTo>
                  <a:lnTo>
                    <a:pt x="219456" y="758189"/>
                  </a:lnTo>
                  <a:lnTo>
                    <a:pt x="296418" y="758189"/>
                  </a:lnTo>
                  <a:lnTo>
                    <a:pt x="296418" y="756919"/>
                  </a:lnTo>
                  <a:lnTo>
                    <a:pt x="295656" y="753109"/>
                  </a:lnTo>
                  <a:lnTo>
                    <a:pt x="292607" y="750569"/>
                  </a:lnTo>
                  <a:lnTo>
                    <a:pt x="288035" y="750569"/>
                  </a:lnTo>
                  <a:lnTo>
                    <a:pt x="281939" y="749300"/>
                  </a:lnTo>
                  <a:lnTo>
                    <a:pt x="276606" y="748030"/>
                  </a:lnTo>
                  <a:lnTo>
                    <a:pt x="272033" y="746759"/>
                  </a:lnTo>
                  <a:lnTo>
                    <a:pt x="268985" y="744219"/>
                  </a:lnTo>
                  <a:lnTo>
                    <a:pt x="264413" y="742950"/>
                  </a:lnTo>
                  <a:lnTo>
                    <a:pt x="262127" y="741680"/>
                  </a:lnTo>
                  <a:lnTo>
                    <a:pt x="258318" y="737869"/>
                  </a:lnTo>
                  <a:lnTo>
                    <a:pt x="256031" y="736600"/>
                  </a:lnTo>
                  <a:lnTo>
                    <a:pt x="248412" y="730250"/>
                  </a:lnTo>
                  <a:lnTo>
                    <a:pt x="243839" y="727709"/>
                  </a:lnTo>
                  <a:lnTo>
                    <a:pt x="240791" y="727709"/>
                  </a:lnTo>
                  <a:lnTo>
                    <a:pt x="246887" y="726439"/>
                  </a:lnTo>
                  <a:lnTo>
                    <a:pt x="248412" y="726439"/>
                  </a:lnTo>
                  <a:lnTo>
                    <a:pt x="246887" y="718819"/>
                  </a:lnTo>
                  <a:lnTo>
                    <a:pt x="244601" y="706119"/>
                  </a:lnTo>
                  <a:lnTo>
                    <a:pt x="242315" y="689609"/>
                  </a:lnTo>
                  <a:lnTo>
                    <a:pt x="240030" y="671830"/>
                  </a:lnTo>
                  <a:lnTo>
                    <a:pt x="238506" y="651509"/>
                  </a:lnTo>
                  <a:lnTo>
                    <a:pt x="236981" y="632459"/>
                  </a:lnTo>
                  <a:lnTo>
                    <a:pt x="236321" y="615950"/>
                  </a:lnTo>
                  <a:lnTo>
                    <a:pt x="236219" y="565150"/>
                  </a:lnTo>
                  <a:lnTo>
                    <a:pt x="234695" y="560069"/>
                  </a:lnTo>
                  <a:lnTo>
                    <a:pt x="234695" y="534669"/>
                  </a:lnTo>
                  <a:lnTo>
                    <a:pt x="232482" y="458469"/>
                  </a:lnTo>
                  <a:close/>
                </a:path>
                <a:path w="303530" h="807720">
                  <a:moveTo>
                    <a:pt x="296418" y="758189"/>
                  </a:moveTo>
                  <a:lnTo>
                    <a:pt x="219456" y="758189"/>
                  </a:lnTo>
                  <a:lnTo>
                    <a:pt x="221741" y="759459"/>
                  </a:lnTo>
                  <a:lnTo>
                    <a:pt x="226313" y="763269"/>
                  </a:lnTo>
                  <a:lnTo>
                    <a:pt x="229362" y="763269"/>
                  </a:lnTo>
                  <a:lnTo>
                    <a:pt x="232409" y="764539"/>
                  </a:lnTo>
                  <a:lnTo>
                    <a:pt x="234695" y="765809"/>
                  </a:lnTo>
                  <a:lnTo>
                    <a:pt x="290321" y="765809"/>
                  </a:lnTo>
                  <a:lnTo>
                    <a:pt x="294131" y="764539"/>
                  </a:lnTo>
                  <a:lnTo>
                    <a:pt x="296418" y="763269"/>
                  </a:lnTo>
                  <a:lnTo>
                    <a:pt x="296418" y="758189"/>
                  </a:lnTo>
                  <a:close/>
                </a:path>
                <a:path w="303530" h="807720">
                  <a:moveTo>
                    <a:pt x="62483" y="276860"/>
                  </a:moveTo>
                  <a:lnTo>
                    <a:pt x="61721" y="276860"/>
                  </a:lnTo>
                  <a:lnTo>
                    <a:pt x="11430" y="311150"/>
                  </a:lnTo>
                  <a:lnTo>
                    <a:pt x="12191" y="312419"/>
                  </a:lnTo>
                  <a:lnTo>
                    <a:pt x="12953" y="314960"/>
                  </a:lnTo>
                  <a:lnTo>
                    <a:pt x="17525" y="320039"/>
                  </a:lnTo>
                  <a:lnTo>
                    <a:pt x="21335" y="325119"/>
                  </a:lnTo>
                  <a:lnTo>
                    <a:pt x="29718" y="334010"/>
                  </a:lnTo>
                  <a:lnTo>
                    <a:pt x="34289" y="339089"/>
                  </a:lnTo>
                  <a:lnTo>
                    <a:pt x="39624" y="344169"/>
                  </a:lnTo>
                  <a:lnTo>
                    <a:pt x="44195" y="349250"/>
                  </a:lnTo>
                  <a:lnTo>
                    <a:pt x="48768" y="353060"/>
                  </a:lnTo>
                  <a:lnTo>
                    <a:pt x="54101" y="356869"/>
                  </a:lnTo>
                  <a:lnTo>
                    <a:pt x="58674" y="361950"/>
                  </a:lnTo>
                  <a:lnTo>
                    <a:pt x="63245" y="364489"/>
                  </a:lnTo>
                  <a:lnTo>
                    <a:pt x="67056" y="368300"/>
                  </a:lnTo>
                  <a:lnTo>
                    <a:pt x="70865" y="369569"/>
                  </a:lnTo>
                  <a:lnTo>
                    <a:pt x="70103" y="381000"/>
                  </a:lnTo>
                  <a:lnTo>
                    <a:pt x="68580" y="394969"/>
                  </a:lnTo>
                  <a:lnTo>
                    <a:pt x="69341" y="407669"/>
                  </a:lnTo>
                  <a:lnTo>
                    <a:pt x="70865" y="417830"/>
                  </a:lnTo>
                  <a:lnTo>
                    <a:pt x="72389" y="421639"/>
                  </a:lnTo>
                  <a:lnTo>
                    <a:pt x="73913" y="422909"/>
                  </a:lnTo>
                  <a:lnTo>
                    <a:pt x="75437" y="422909"/>
                  </a:lnTo>
                  <a:lnTo>
                    <a:pt x="78485" y="420369"/>
                  </a:lnTo>
                  <a:lnTo>
                    <a:pt x="80771" y="420369"/>
                  </a:lnTo>
                  <a:lnTo>
                    <a:pt x="82295" y="417830"/>
                  </a:lnTo>
                  <a:lnTo>
                    <a:pt x="83792" y="416583"/>
                  </a:lnTo>
                  <a:lnTo>
                    <a:pt x="83819" y="415289"/>
                  </a:lnTo>
                  <a:lnTo>
                    <a:pt x="230849" y="415289"/>
                  </a:lnTo>
                  <a:lnTo>
                    <a:pt x="230124" y="402589"/>
                  </a:lnTo>
                  <a:lnTo>
                    <a:pt x="232409" y="401319"/>
                  </a:lnTo>
                  <a:lnTo>
                    <a:pt x="233933" y="401319"/>
                  </a:lnTo>
                  <a:lnTo>
                    <a:pt x="238506" y="398779"/>
                  </a:lnTo>
                  <a:lnTo>
                    <a:pt x="242315" y="398779"/>
                  </a:lnTo>
                  <a:lnTo>
                    <a:pt x="243839" y="396239"/>
                  </a:lnTo>
                  <a:lnTo>
                    <a:pt x="244601" y="396239"/>
                  </a:lnTo>
                  <a:lnTo>
                    <a:pt x="243839" y="391160"/>
                  </a:lnTo>
                  <a:lnTo>
                    <a:pt x="242315" y="382269"/>
                  </a:lnTo>
                  <a:lnTo>
                    <a:pt x="240030" y="372110"/>
                  </a:lnTo>
                  <a:lnTo>
                    <a:pt x="239268" y="359410"/>
                  </a:lnTo>
                  <a:lnTo>
                    <a:pt x="237744" y="346710"/>
                  </a:lnTo>
                  <a:lnTo>
                    <a:pt x="236219" y="336550"/>
                  </a:lnTo>
                  <a:lnTo>
                    <a:pt x="234695" y="327660"/>
                  </a:lnTo>
                  <a:lnTo>
                    <a:pt x="234695" y="325119"/>
                  </a:lnTo>
                  <a:lnTo>
                    <a:pt x="237744" y="323850"/>
                  </a:lnTo>
                  <a:lnTo>
                    <a:pt x="241553" y="322579"/>
                  </a:lnTo>
                  <a:lnTo>
                    <a:pt x="246125" y="322579"/>
                  </a:lnTo>
                  <a:lnTo>
                    <a:pt x="251459" y="320039"/>
                  </a:lnTo>
                  <a:lnTo>
                    <a:pt x="256031" y="318769"/>
                  </a:lnTo>
                  <a:lnTo>
                    <a:pt x="262889" y="317500"/>
                  </a:lnTo>
                  <a:lnTo>
                    <a:pt x="268224" y="317500"/>
                  </a:lnTo>
                  <a:lnTo>
                    <a:pt x="273557" y="314960"/>
                  </a:lnTo>
                  <a:lnTo>
                    <a:pt x="280415" y="313689"/>
                  </a:lnTo>
                  <a:lnTo>
                    <a:pt x="284988" y="311150"/>
                  </a:lnTo>
                  <a:lnTo>
                    <a:pt x="289559" y="309879"/>
                  </a:lnTo>
                  <a:lnTo>
                    <a:pt x="294131" y="309879"/>
                  </a:lnTo>
                  <a:lnTo>
                    <a:pt x="297941" y="308610"/>
                  </a:lnTo>
                  <a:lnTo>
                    <a:pt x="300989" y="307339"/>
                  </a:lnTo>
                  <a:lnTo>
                    <a:pt x="303275" y="307339"/>
                  </a:lnTo>
                  <a:lnTo>
                    <a:pt x="302513" y="303529"/>
                  </a:lnTo>
                  <a:lnTo>
                    <a:pt x="302361" y="302260"/>
                  </a:lnTo>
                  <a:lnTo>
                    <a:pt x="78485" y="302260"/>
                  </a:lnTo>
                  <a:lnTo>
                    <a:pt x="76200" y="299719"/>
                  </a:lnTo>
                  <a:lnTo>
                    <a:pt x="68580" y="287019"/>
                  </a:lnTo>
                  <a:lnTo>
                    <a:pt x="65531" y="283210"/>
                  </a:lnTo>
                  <a:lnTo>
                    <a:pt x="64007" y="279400"/>
                  </a:lnTo>
                  <a:lnTo>
                    <a:pt x="62483" y="276860"/>
                  </a:lnTo>
                  <a:close/>
                </a:path>
                <a:path w="303530" h="807720">
                  <a:moveTo>
                    <a:pt x="167639" y="0"/>
                  </a:moveTo>
                  <a:lnTo>
                    <a:pt x="153924" y="0"/>
                  </a:lnTo>
                  <a:lnTo>
                    <a:pt x="150875" y="1269"/>
                  </a:lnTo>
                  <a:lnTo>
                    <a:pt x="146303" y="2539"/>
                  </a:lnTo>
                  <a:lnTo>
                    <a:pt x="143256" y="6350"/>
                  </a:lnTo>
                  <a:lnTo>
                    <a:pt x="140207" y="11429"/>
                  </a:lnTo>
                  <a:lnTo>
                    <a:pt x="132587" y="11429"/>
                  </a:lnTo>
                  <a:lnTo>
                    <a:pt x="128015" y="13969"/>
                  </a:lnTo>
                  <a:lnTo>
                    <a:pt x="126491" y="16510"/>
                  </a:lnTo>
                  <a:lnTo>
                    <a:pt x="125730" y="19050"/>
                  </a:lnTo>
                  <a:lnTo>
                    <a:pt x="124968" y="24129"/>
                  </a:lnTo>
                  <a:lnTo>
                    <a:pt x="122681" y="29210"/>
                  </a:lnTo>
                  <a:lnTo>
                    <a:pt x="120395" y="33019"/>
                  </a:lnTo>
                  <a:lnTo>
                    <a:pt x="118109" y="34289"/>
                  </a:lnTo>
                  <a:lnTo>
                    <a:pt x="115824" y="40639"/>
                  </a:lnTo>
                  <a:lnTo>
                    <a:pt x="113537" y="48260"/>
                  </a:lnTo>
                  <a:lnTo>
                    <a:pt x="112775" y="57150"/>
                  </a:lnTo>
                  <a:lnTo>
                    <a:pt x="114300" y="63500"/>
                  </a:lnTo>
                  <a:lnTo>
                    <a:pt x="115062" y="66039"/>
                  </a:lnTo>
                  <a:lnTo>
                    <a:pt x="114300" y="69850"/>
                  </a:lnTo>
                  <a:lnTo>
                    <a:pt x="114300" y="73660"/>
                  </a:lnTo>
                  <a:lnTo>
                    <a:pt x="113537" y="78739"/>
                  </a:lnTo>
                  <a:lnTo>
                    <a:pt x="115062" y="83819"/>
                  </a:lnTo>
                  <a:lnTo>
                    <a:pt x="117347" y="88900"/>
                  </a:lnTo>
                  <a:lnTo>
                    <a:pt x="121157" y="93979"/>
                  </a:lnTo>
                  <a:lnTo>
                    <a:pt x="128015" y="97789"/>
                  </a:lnTo>
                  <a:lnTo>
                    <a:pt x="131825" y="102869"/>
                  </a:lnTo>
                  <a:lnTo>
                    <a:pt x="133350" y="107950"/>
                  </a:lnTo>
                  <a:lnTo>
                    <a:pt x="134112" y="113029"/>
                  </a:lnTo>
                  <a:lnTo>
                    <a:pt x="135635" y="114300"/>
                  </a:lnTo>
                  <a:lnTo>
                    <a:pt x="133350" y="115569"/>
                  </a:lnTo>
                  <a:lnTo>
                    <a:pt x="131063" y="118110"/>
                  </a:lnTo>
                  <a:lnTo>
                    <a:pt x="128015" y="120650"/>
                  </a:lnTo>
                  <a:lnTo>
                    <a:pt x="125730" y="121919"/>
                  </a:lnTo>
                  <a:lnTo>
                    <a:pt x="122681" y="124460"/>
                  </a:lnTo>
                  <a:lnTo>
                    <a:pt x="120395" y="127000"/>
                  </a:lnTo>
                  <a:lnTo>
                    <a:pt x="119633" y="128269"/>
                  </a:lnTo>
                  <a:lnTo>
                    <a:pt x="116585" y="130810"/>
                  </a:lnTo>
                  <a:lnTo>
                    <a:pt x="112775" y="132079"/>
                  </a:lnTo>
                  <a:lnTo>
                    <a:pt x="107441" y="134619"/>
                  </a:lnTo>
                  <a:lnTo>
                    <a:pt x="95250" y="139700"/>
                  </a:lnTo>
                  <a:lnTo>
                    <a:pt x="88391" y="140969"/>
                  </a:lnTo>
                  <a:lnTo>
                    <a:pt x="84581" y="142239"/>
                  </a:lnTo>
                  <a:lnTo>
                    <a:pt x="82295" y="143510"/>
                  </a:lnTo>
                  <a:lnTo>
                    <a:pt x="79247" y="144779"/>
                  </a:lnTo>
                  <a:lnTo>
                    <a:pt x="76962" y="144779"/>
                  </a:lnTo>
                  <a:lnTo>
                    <a:pt x="72389" y="147319"/>
                  </a:lnTo>
                  <a:lnTo>
                    <a:pt x="68580" y="147319"/>
                  </a:lnTo>
                  <a:lnTo>
                    <a:pt x="64769" y="149860"/>
                  </a:lnTo>
                  <a:lnTo>
                    <a:pt x="57150" y="152400"/>
                  </a:lnTo>
                  <a:lnTo>
                    <a:pt x="54863" y="154939"/>
                  </a:lnTo>
                  <a:lnTo>
                    <a:pt x="54101" y="158750"/>
                  </a:lnTo>
                  <a:lnTo>
                    <a:pt x="54101" y="160019"/>
                  </a:lnTo>
                  <a:lnTo>
                    <a:pt x="54863" y="162560"/>
                  </a:lnTo>
                  <a:lnTo>
                    <a:pt x="54863" y="163829"/>
                  </a:lnTo>
                  <a:lnTo>
                    <a:pt x="56387" y="165100"/>
                  </a:lnTo>
                  <a:lnTo>
                    <a:pt x="54101" y="170179"/>
                  </a:lnTo>
                  <a:lnTo>
                    <a:pt x="49530" y="179069"/>
                  </a:lnTo>
                  <a:lnTo>
                    <a:pt x="44957" y="191769"/>
                  </a:lnTo>
                  <a:lnTo>
                    <a:pt x="38862" y="204469"/>
                  </a:lnTo>
                  <a:lnTo>
                    <a:pt x="32003" y="218439"/>
                  </a:lnTo>
                  <a:lnTo>
                    <a:pt x="26669" y="231139"/>
                  </a:lnTo>
                  <a:lnTo>
                    <a:pt x="22097" y="242569"/>
                  </a:lnTo>
                  <a:lnTo>
                    <a:pt x="17525" y="251460"/>
                  </a:lnTo>
                  <a:lnTo>
                    <a:pt x="16001" y="257810"/>
                  </a:lnTo>
                  <a:lnTo>
                    <a:pt x="12953" y="264160"/>
                  </a:lnTo>
                  <a:lnTo>
                    <a:pt x="9906" y="269239"/>
                  </a:lnTo>
                  <a:lnTo>
                    <a:pt x="6857" y="279400"/>
                  </a:lnTo>
                  <a:lnTo>
                    <a:pt x="5333" y="281939"/>
                  </a:lnTo>
                  <a:lnTo>
                    <a:pt x="3047" y="287019"/>
                  </a:lnTo>
                  <a:lnTo>
                    <a:pt x="1524" y="289560"/>
                  </a:lnTo>
                  <a:lnTo>
                    <a:pt x="0" y="295910"/>
                  </a:lnTo>
                  <a:lnTo>
                    <a:pt x="0" y="302260"/>
                  </a:lnTo>
                  <a:lnTo>
                    <a:pt x="2285" y="306069"/>
                  </a:lnTo>
                  <a:lnTo>
                    <a:pt x="11430" y="311150"/>
                  </a:lnTo>
                  <a:lnTo>
                    <a:pt x="61721" y="276860"/>
                  </a:lnTo>
                  <a:lnTo>
                    <a:pt x="62483" y="274319"/>
                  </a:lnTo>
                  <a:lnTo>
                    <a:pt x="64007" y="273050"/>
                  </a:lnTo>
                  <a:lnTo>
                    <a:pt x="66293" y="270510"/>
                  </a:lnTo>
                  <a:lnTo>
                    <a:pt x="72389" y="262889"/>
                  </a:lnTo>
                  <a:lnTo>
                    <a:pt x="76200" y="255269"/>
                  </a:lnTo>
                  <a:lnTo>
                    <a:pt x="244601" y="255269"/>
                  </a:lnTo>
                  <a:lnTo>
                    <a:pt x="242315" y="251460"/>
                  </a:lnTo>
                  <a:lnTo>
                    <a:pt x="240791" y="251460"/>
                  </a:lnTo>
                  <a:lnTo>
                    <a:pt x="240030" y="250189"/>
                  </a:lnTo>
                  <a:lnTo>
                    <a:pt x="236981" y="250189"/>
                  </a:lnTo>
                  <a:lnTo>
                    <a:pt x="236981" y="248919"/>
                  </a:lnTo>
                  <a:lnTo>
                    <a:pt x="239268" y="248919"/>
                  </a:lnTo>
                  <a:lnTo>
                    <a:pt x="240030" y="246379"/>
                  </a:lnTo>
                  <a:lnTo>
                    <a:pt x="240791" y="241300"/>
                  </a:lnTo>
                  <a:lnTo>
                    <a:pt x="240030" y="234950"/>
                  </a:lnTo>
                  <a:lnTo>
                    <a:pt x="239268" y="227329"/>
                  </a:lnTo>
                  <a:lnTo>
                    <a:pt x="237744" y="219710"/>
                  </a:lnTo>
                  <a:lnTo>
                    <a:pt x="236219" y="213360"/>
                  </a:lnTo>
                  <a:lnTo>
                    <a:pt x="235457" y="208279"/>
                  </a:lnTo>
                  <a:lnTo>
                    <a:pt x="234695" y="205739"/>
                  </a:lnTo>
                  <a:lnTo>
                    <a:pt x="234695" y="199389"/>
                  </a:lnTo>
                  <a:lnTo>
                    <a:pt x="236219" y="190500"/>
                  </a:lnTo>
                  <a:lnTo>
                    <a:pt x="236981" y="181610"/>
                  </a:lnTo>
                  <a:lnTo>
                    <a:pt x="238506" y="175260"/>
                  </a:lnTo>
                  <a:lnTo>
                    <a:pt x="238506" y="173989"/>
                  </a:lnTo>
                  <a:lnTo>
                    <a:pt x="236981" y="170179"/>
                  </a:lnTo>
                  <a:lnTo>
                    <a:pt x="232409" y="162560"/>
                  </a:lnTo>
                  <a:lnTo>
                    <a:pt x="229362" y="158750"/>
                  </a:lnTo>
                  <a:lnTo>
                    <a:pt x="225551" y="154939"/>
                  </a:lnTo>
                  <a:lnTo>
                    <a:pt x="224027" y="152400"/>
                  </a:lnTo>
                  <a:lnTo>
                    <a:pt x="220980" y="149860"/>
                  </a:lnTo>
                  <a:lnTo>
                    <a:pt x="218694" y="147319"/>
                  </a:lnTo>
                  <a:lnTo>
                    <a:pt x="215645" y="146050"/>
                  </a:lnTo>
                  <a:lnTo>
                    <a:pt x="211835" y="143510"/>
                  </a:lnTo>
                  <a:lnTo>
                    <a:pt x="207263" y="139700"/>
                  </a:lnTo>
                  <a:lnTo>
                    <a:pt x="203453" y="137160"/>
                  </a:lnTo>
                  <a:lnTo>
                    <a:pt x="195833" y="129539"/>
                  </a:lnTo>
                  <a:lnTo>
                    <a:pt x="194309" y="127000"/>
                  </a:lnTo>
                  <a:lnTo>
                    <a:pt x="194309" y="121919"/>
                  </a:lnTo>
                  <a:lnTo>
                    <a:pt x="195833" y="119379"/>
                  </a:lnTo>
                  <a:lnTo>
                    <a:pt x="200406" y="118110"/>
                  </a:lnTo>
                  <a:lnTo>
                    <a:pt x="205739" y="115569"/>
                  </a:lnTo>
                  <a:lnTo>
                    <a:pt x="208025" y="113029"/>
                  </a:lnTo>
                  <a:lnTo>
                    <a:pt x="208025" y="107950"/>
                  </a:lnTo>
                  <a:lnTo>
                    <a:pt x="207263" y="102869"/>
                  </a:lnTo>
                  <a:lnTo>
                    <a:pt x="206501" y="101600"/>
                  </a:lnTo>
                  <a:lnTo>
                    <a:pt x="206501" y="99060"/>
                  </a:lnTo>
                  <a:lnTo>
                    <a:pt x="207263" y="97789"/>
                  </a:lnTo>
                  <a:lnTo>
                    <a:pt x="208025" y="97789"/>
                  </a:lnTo>
                  <a:lnTo>
                    <a:pt x="208025" y="93979"/>
                  </a:lnTo>
                  <a:lnTo>
                    <a:pt x="206501" y="90169"/>
                  </a:lnTo>
                  <a:lnTo>
                    <a:pt x="205739" y="83819"/>
                  </a:lnTo>
                  <a:lnTo>
                    <a:pt x="206501" y="81279"/>
                  </a:lnTo>
                  <a:lnTo>
                    <a:pt x="210312" y="81279"/>
                  </a:lnTo>
                  <a:lnTo>
                    <a:pt x="212597" y="80010"/>
                  </a:lnTo>
                  <a:lnTo>
                    <a:pt x="212597" y="74929"/>
                  </a:lnTo>
                  <a:lnTo>
                    <a:pt x="211074" y="73660"/>
                  </a:lnTo>
                  <a:lnTo>
                    <a:pt x="208025" y="72389"/>
                  </a:lnTo>
                  <a:lnTo>
                    <a:pt x="204977" y="62229"/>
                  </a:lnTo>
                  <a:lnTo>
                    <a:pt x="203453" y="58419"/>
                  </a:lnTo>
                  <a:lnTo>
                    <a:pt x="203453" y="57150"/>
                  </a:lnTo>
                  <a:lnTo>
                    <a:pt x="205739" y="57150"/>
                  </a:lnTo>
                  <a:lnTo>
                    <a:pt x="206501" y="53339"/>
                  </a:lnTo>
                  <a:lnTo>
                    <a:pt x="204977" y="45719"/>
                  </a:lnTo>
                  <a:lnTo>
                    <a:pt x="201930" y="38100"/>
                  </a:lnTo>
                  <a:lnTo>
                    <a:pt x="200406" y="33019"/>
                  </a:lnTo>
                  <a:lnTo>
                    <a:pt x="201930" y="30479"/>
                  </a:lnTo>
                  <a:lnTo>
                    <a:pt x="203453" y="26669"/>
                  </a:lnTo>
                  <a:lnTo>
                    <a:pt x="205739" y="25400"/>
                  </a:lnTo>
                  <a:lnTo>
                    <a:pt x="206501" y="21589"/>
                  </a:lnTo>
                  <a:lnTo>
                    <a:pt x="206501" y="19050"/>
                  </a:lnTo>
                  <a:lnTo>
                    <a:pt x="205739" y="15239"/>
                  </a:lnTo>
                  <a:lnTo>
                    <a:pt x="202691" y="13969"/>
                  </a:lnTo>
                  <a:lnTo>
                    <a:pt x="193547" y="13969"/>
                  </a:lnTo>
                  <a:lnTo>
                    <a:pt x="184403" y="10160"/>
                  </a:lnTo>
                  <a:lnTo>
                    <a:pt x="179069" y="7619"/>
                  </a:lnTo>
                  <a:lnTo>
                    <a:pt x="176021" y="5079"/>
                  </a:lnTo>
                  <a:lnTo>
                    <a:pt x="172212" y="2539"/>
                  </a:lnTo>
                  <a:lnTo>
                    <a:pt x="167639" y="0"/>
                  </a:lnTo>
                  <a:close/>
                </a:path>
                <a:path w="303530" h="807720">
                  <a:moveTo>
                    <a:pt x="244601" y="255269"/>
                  </a:moveTo>
                  <a:lnTo>
                    <a:pt x="76200" y="255269"/>
                  </a:lnTo>
                  <a:lnTo>
                    <a:pt x="80009" y="262889"/>
                  </a:lnTo>
                  <a:lnTo>
                    <a:pt x="81533" y="266700"/>
                  </a:lnTo>
                  <a:lnTo>
                    <a:pt x="83057" y="269239"/>
                  </a:lnTo>
                  <a:lnTo>
                    <a:pt x="82295" y="275589"/>
                  </a:lnTo>
                  <a:lnTo>
                    <a:pt x="80009" y="287019"/>
                  </a:lnTo>
                  <a:lnTo>
                    <a:pt x="79247" y="295910"/>
                  </a:lnTo>
                  <a:lnTo>
                    <a:pt x="78485" y="302260"/>
                  </a:lnTo>
                  <a:lnTo>
                    <a:pt x="302361" y="302260"/>
                  </a:lnTo>
                  <a:lnTo>
                    <a:pt x="301751" y="297179"/>
                  </a:lnTo>
                  <a:lnTo>
                    <a:pt x="300227" y="288289"/>
                  </a:lnTo>
                  <a:lnTo>
                    <a:pt x="297941" y="279400"/>
                  </a:lnTo>
                  <a:lnTo>
                    <a:pt x="296418" y="270510"/>
                  </a:lnTo>
                  <a:lnTo>
                    <a:pt x="295656" y="262889"/>
                  </a:lnTo>
                  <a:lnTo>
                    <a:pt x="241553" y="262889"/>
                  </a:lnTo>
                  <a:lnTo>
                    <a:pt x="241553" y="261619"/>
                  </a:lnTo>
                  <a:lnTo>
                    <a:pt x="244601" y="256539"/>
                  </a:lnTo>
                  <a:lnTo>
                    <a:pt x="244601" y="255269"/>
                  </a:lnTo>
                  <a:close/>
                </a:path>
                <a:path w="303530" h="807720">
                  <a:moveTo>
                    <a:pt x="294894" y="251460"/>
                  </a:moveTo>
                  <a:lnTo>
                    <a:pt x="290321" y="254000"/>
                  </a:lnTo>
                  <a:lnTo>
                    <a:pt x="286512" y="255269"/>
                  </a:lnTo>
                  <a:lnTo>
                    <a:pt x="270509" y="259079"/>
                  </a:lnTo>
                  <a:lnTo>
                    <a:pt x="265938" y="260350"/>
                  </a:lnTo>
                  <a:lnTo>
                    <a:pt x="262127" y="261619"/>
                  </a:lnTo>
                  <a:lnTo>
                    <a:pt x="258318" y="261619"/>
                  </a:lnTo>
                  <a:lnTo>
                    <a:pt x="253745" y="262889"/>
                  </a:lnTo>
                  <a:lnTo>
                    <a:pt x="295656" y="262889"/>
                  </a:lnTo>
                  <a:lnTo>
                    <a:pt x="295020" y="256539"/>
                  </a:lnTo>
                  <a:lnTo>
                    <a:pt x="294894" y="251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73986" y="6466331"/>
              <a:ext cx="109727" cy="12268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67306" y="6369557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5" h="12700">
                  <a:moveTo>
                    <a:pt x="15239" y="0"/>
                  </a:moveTo>
                  <a:lnTo>
                    <a:pt x="13716" y="0"/>
                  </a:lnTo>
                  <a:lnTo>
                    <a:pt x="6857" y="2286"/>
                  </a:lnTo>
                  <a:lnTo>
                    <a:pt x="4571" y="3810"/>
                  </a:lnTo>
                  <a:lnTo>
                    <a:pt x="3810" y="4572"/>
                  </a:lnTo>
                  <a:lnTo>
                    <a:pt x="3048" y="6096"/>
                  </a:lnTo>
                  <a:lnTo>
                    <a:pt x="1524" y="8382"/>
                  </a:lnTo>
                  <a:lnTo>
                    <a:pt x="0" y="9906"/>
                  </a:lnTo>
                  <a:lnTo>
                    <a:pt x="0" y="11430"/>
                  </a:lnTo>
                  <a:lnTo>
                    <a:pt x="762" y="12192"/>
                  </a:lnTo>
                  <a:lnTo>
                    <a:pt x="6857" y="12192"/>
                  </a:lnTo>
                  <a:lnTo>
                    <a:pt x="9143" y="11430"/>
                  </a:lnTo>
                  <a:lnTo>
                    <a:pt x="12192" y="11430"/>
                  </a:lnTo>
                  <a:lnTo>
                    <a:pt x="14477" y="10668"/>
                  </a:lnTo>
                  <a:lnTo>
                    <a:pt x="17525" y="9144"/>
                  </a:lnTo>
                  <a:lnTo>
                    <a:pt x="17525" y="8382"/>
                  </a:lnTo>
                  <a:lnTo>
                    <a:pt x="18287" y="8382"/>
                  </a:lnTo>
                  <a:lnTo>
                    <a:pt x="19812" y="9906"/>
                  </a:lnTo>
                  <a:lnTo>
                    <a:pt x="20574" y="8382"/>
                  </a:lnTo>
                  <a:lnTo>
                    <a:pt x="20574" y="4572"/>
                  </a:lnTo>
                  <a:lnTo>
                    <a:pt x="19812" y="762"/>
                  </a:lnTo>
                  <a:lnTo>
                    <a:pt x="17525" y="762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2852927" y="6464808"/>
            <a:ext cx="538480" cy="85725"/>
          </a:xfrm>
          <a:custGeom>
            <a:avLst/>
            <a:gdLst/>
            <a:ahLst/>
            <a:cxnLst/>
            <a:rect l="l" t="t" r="r" b="b"/>
            <a:pathLst>
              <a:path w="538479" h="85725">
                <a:moveTo>
                  <a:pt x="42672" y="0"/>
                </a:moveTo>
                <a:lnTo>
                  <a:pt x="26038" y="3345"/>
                </a:lnTo>
                <a:lnTo>
                  <a:pt x="12477" y="12477"/>
                </a:lnTo>
                <a:lnTo>
                  <a:pt x="3345" y="26038"/>
                </a:lnTo>
                <a:lnTo>
                  <a:pt x="0" y="42672"/>
                </a:lnTo>
                <a:lnTo>
                  <a:pt x="3345" y="59305"/>
                </a:lnTo>
                <a:lnTo>
                  <a:pt x="12477" y="72866"/>
                </a:lnTo>
                <a:lnTo>
                  <a:pt x="26038" y="81998"/>
                </a:lnTo>
                <a:lnTo>
                  <a:pt x="42672" y="85344"/>
                </a:lnTo>
                <a:lnTo>
                  <a:pt x="59305" y="81998"/>
                </a:lnTo>
                <a:lnTo>
                  <a:pt x="72866" y="72866"/>
                </a:lnTo>
                <a:lnTo>
                  <a:pt x="81998" y="59305"/>
                </a:lnTo>
                <a:lnTo>
                  <a:pt x="82431" y="57150"/>
                </a:lnTo>
                <a:lnTo>
                  <a:pt x="42672" y="57150"/>
                </a:lnTo>
                <a:lnTo>
                  <a:pt x="42672" y="28194"/>
                </a:lnTo>
                <a:lnTo>
                  <a:pt x="82431" y="28194"/>
                </a:lnTo>
                <a:lnTo>
                  <a:pt x="81998" y="26038"/>
                </a:lnTo>
                <a:lnTo>
                  <a:pt x="72866" y="12477"/>
                </a:lnTo>
                <a:lnTo>
                  <a:pt x="59305" y="3345"/>
                </a:lnTo>
                <a:lnTo>
                  <a:pt x="42672" y="0"/>
                </a:lnTo>
                <a:close/>
              </a:path>
              <a:path w="538479" h="85725">
                <a:moveTo>
                  <a:pt x="451866" y="0"/>
                </a:moveTo>
                <a:lnTo>
                  <a:pt x="451866" y="85344"/>
                </a:lnTo>
                <a:lnTo>
                  <a:pt x="508757" y="57150"/>
                </a:lnTo>
                <a:lnTo>
                  <a:pt x="466344" y="57150"/>
                </a:lnTo>
                <a:lnTo>
                  <a:pt x="466344" y="28194"/>
                </a:lnTo>
                <a:lnTo>
                  <a:pt x="508757" y="28194"/>
                </a:lnTo>
                <a:lnTo>
                  <a:pt x="451866" y="0"/>
                </a:lnTo>
                <a:close/>
              </a:path>
              <a:path w="538479" h="85725">
                <a:moveTo>
                  <a:pt x="82431" y="28194"/>
                </a:moveTo>
                <a:lnTo>
                  <a:pt x="42672" y="28194"/>
                </a:lnTo>
                <a:lnTo>
                  <a:pt x="42672" y="57150"/>
                </a:lnTo>
                <a:lnTo>
                  <a:pt x="82431" y="57150"/>
                </a:lnTo>
                <a:lnTo>
                  <a:pt x="85344" y="42672"/>
                </a:lnTo>
                <a:lnTo>
                  <a:pt x="82431" y="28194"/>
                </a:lnTo>
                <a:close/>
              </a:path>
              <a:path w="538479" h="85725">
                <a:moveTo>
                  <a:pt x="451866" y="28194"/>
                </a:moveTo>
                <a:lnTo>
                  <a:pt x="82431" y="28194"/>
                </a:lnTo>
                <a:lnTo>
                  <a:pt x="85344" y="42672"/>
                </a:lnTo>
                <a:lnTo>
                  <a:pt x="82431" y="57150"/>
                </a:lnTo>
                <a:lnTo>
                  <a:pt x="451866" y="57150"/>
                </a:lnTo>
                <a:lnTo>
                  <a:pt x="451866" y="28194"/>
                </a:lnTo>
                <a:close/>
              </a:path>
              <a:path w="538479" h="85725">
                <a:moveTo>
                  <a:pt x="508757" y="28194"/>
                </a:moveTo>
                <a:lnTo>
                  <a:pt x="466344" y="28194"/>
                </a:lnTo>
                <a:lnTo>
                  <a:pt x="466344" y="57150"/>
                </a:lnTo>
                <a:lnTo>
                  <a:pt x="508757" y="57150"/>
                </a:lnTo>
                <a:lnTo>
                  <a:pt x="537972" y="42672"/>
                </a:lnTo>
                <a:lnTo>
                  <a:pt x="508757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52444" y="6285357"/>
            <a:ext cx="568832" cy="88353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197989" y="6297929"/>
            <a:ext cx="616585" cy="4902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2413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0"/>
              </a:spcBef>
            </a:pPr>
            <a:r>
              <a:rPr sz="2200" spc="-5" dirty="0">
                <a:latin typeface="Arial MT"/>
                <a:cs typeface="Arial MT"/>
              </a:rPr>
              <a:t>PROFESI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</a:t>
            </a:r>
            <a:endParaRPr sz="2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1255"/>
              </a:spcBef>
              <a:buChar char="•"/>
              <a:tabLst>
                <a:tab pos="440055" algn="l"/>
              </a:tabLst>
            </a:pPr>
            <a:r>
              <a:rPr sz="1400" spc="-5" dirty="0">
                <a:latin typeface="Arial MT"/>
                <a:cs typeface="Arial MT"/>
              </a:rPr>
              <a:t>PENELITI</a:t>
            </a:r>
            <a:endParaRPr sz="14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640080" algn="l"/>
              </a:tabLst>
            </a:pPr>
            <a:r>
              <a:rPr sz="1200" dirty="0">
                <a:latin typeface="Arial MT"/>
                <a:cs typeface="Arial MT"/>
              </a:rPr>
              <a:t>Menemukan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–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hal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baru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di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bidang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</a:t>
            </a:r>
            <a:endParaRPr sz="12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Teori,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konsep,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atau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aplikasi</a:t>
            </a:r>
            <a:endParaRPr sz="1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340"/>
              </a:spcBef>
              <a:buChar char="•"/>
              <a:tabLst>
                <a:tab pos="440055" algn="l"/>
              </a:tabLst>
            </a:pPr>
            <a:r>
              <a:rPr sz="1400" spc="-5" dirty="0">
                <a:latin typeface="Arial MT"/>
                <a:cs typeface="Arial MT"/>
              </a:rPr>
              <a:t>PROJECT</a:t>
            </a:r>
            <a:r>
              <a:rPr sz="1400" spc="35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MANAGER</a:t>
            </a:r>
            <a:endParaRPr sz="14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640080" algn="l"/>
              </a:tabLst>
            </a:pPr>
            <a:r>
              <a:rPr sz="1200" dirty="0">
                <a:latin typeface="Arial MT"/>
                <a:cs typeface="Arial MT"/>
              </a:rPr>
              <a:t>Mengelola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proyek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pengembangan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software</a:t>
            </a:r>
            <a:endParaRPr sz="12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Tugas: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meyakinkan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agar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pengembangan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software</a:t>
            </a:r>
            <a:endParaRPr sz="1200">
              <a:latin typeface="Arial MT"/>
              <a:cs typeface="Arial MT"/>
            </a:endParaRPr>
          </a:p>
          <a:p>
            <a:pPr marL="839469" lvl="2" indent="-114935">
              <a:lnSpc>
                <a:spcPct val="100000"/>
              </a:lnSpc>
              <a:spcBef>
                <a:spcPts val="285"/>
              </a:spcBef>
              <a:buChar char="•"/>
              <a:tabLst>
                <a:tab pos="840105" algn="l"/>
              </a:tabLst>
            </a:pPr>
            <a:r>
              <a:rPr sz="1200" spc="-5" dirty="0">
                <a:latin typeface="Arial MT"/>
                <a:cs typeface="Arial MT"/>
              </a:rPr>
              <a:t>Dapat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berjalan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dengan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lancar</a:t>
            </a:r>
            <a:endParaRPr sz="1200">
              <a:latin typeface="Arial MT"/>
              <a:cs typeface="Arial MT"/>
            </a:endParaRPr>
          </a:p>
          <a:p>
            <a:pPr marL="839469" lvl="2" indent="-114935">
              <a:lnSpc>
                <a:spcPct val="100000"/>
              </a:lnSpc>
              <a:spcBef>
                <a:spcPts val="285"/>
              </a:spcBef>
              <a:buChar char="•"/>
              <a:tabLst>
                <a:tab pos="840105" algn="l"/>
              </a:tabLst>
            </a:pPr>
            <a:r>
              <a:rPr sz="1200" spc="-5" dirty="0">
                <a:latin typeface="Arial MT"/>
                <a:cs typeface="Arial MT"/>
              </a:rPr>
              <a:t>Menghasilkan produk seperti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yang</a:t>
            </a:r>
            <a:r>
              <a:rPr sz="1200" spc="-5" dirty="0">
                <a:latin typeface="Arial MT"/>
                <a:cs typeface="Arial MT"/>
              </a:rPr>
              <a:t> diharapkan</a:t>
            </a:r>
            <a:endParaRPr sz="1200">
              <a:latin typeface="Arial MT"/>
              <a:cs typeface="Arial MT"/>
            </a:endParaRPr>
          </a:p>
          <a:p>
            <a:pPr marL="839469" marR="362585" lvl="2" indent="-114300">
              <a:lnSpc>
                <a:spcPct val="100000"/>
              </a:lnSpc>
              <a:spcBef>
                <a:spcPts val="285"/>
              </a:spcBef>
              <a:buChar char="•"/>
              <a:tabLst>
                <a:tab pos="840105" algn="l"/>
              </a:tabLst>
            </a:pPr>
            <a:r>
              <a:rPr sz="1200" spc="-5" dirty="0">
                <a:latin typeface="Arial MT"/>
                <a:cs typeface="Arial MT"/>
              </a:rPr>
              <a:t>Menggunakan dana dan </a:t>
            </a:r>
            <a:r>
              <a:rPr sz="1200" dirty="0">
                <a:latin typeface="Arial MT"/>
                <a:cs typeface="Arial MT"/>
              </a:rPr>
              <a:t>sumber </a:t>
            </a:r>
            <a:r>
              <a:rPr sz="1200" spc="-5" dirty="0">
                <a:latin typeface="Arial MT"/>
                <a:cs typeface="Arial MT"/>
              </a:rPr>
              <a:t>daya lain </a:t>
            </a:r>
            <a:r>
              <a:rPr sz="1200" dirty="0">
                <a:latin typeface="Arial MT"/>
                <a:cs typeface="Arial MT"/>
              </a:rPr>
              <a:t>seperti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yang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telah </a:t>
            </a:r>
            <a:r>
              <a:rPr sz="1200" spc="-5" dirty="0">
                <a:latin typeface="Arial MT"/>
                <a:cs typeface="Arial MT"/>
              </a:rPr>
              <a:t>dialokasikan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3667" y="768858"/>
            <a:ext cx="626363" cy="6606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2419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</a:pPr>
            <a:r>
              <a:rPr sz="2200" spc="-5" dirty="0">
                <a:latin typeface="Arial MT"/>
                <a:cs typeface="Arial MT"/>
              </a:rPr>
              <a:t>PROFESI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</a:t>
            </a:r>
            <a:endParaRPr sz="2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1245"/>
              </a:spcBef>
              <a:buChar char="•"/>
              <a:tabLst>
                <a:tab pos="440055" algn="l"/>
              </a:tabLst>
            </a:pPr>
            <a:r>
              <a:rPr sz="1400" spc="-5" dirty="0">
                <a:latin typeface="Arial MT"/>
                <a:cs typeface="Arial MT"/>
              </a:rPr>
              <a:t>PROGRAMER</a:t>
            </a:r>
            <a:endParaRPr sz="14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9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Kemampuan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839469" lvl="2" indent="-114935">
              <a:lnSpc>
                <a:spcPct val="100000"/>
              </a:lnSpc>
              <a:spcBef>
                <a:spcPts val="285"/>
              </a:spcBef>
              <a:buChar char="•"/>
              <a:tabLst>
                <a:tab pos="840105" algn="l"/>
              </a:tabLst>
            </a:pPr>
            <a:r>
              <a:rPr sz="1200" dirty="0">
                <a:latin typeface="Arial MT"/>
                <a:cs typeface="Arial MT"/>
              </a:rPr>
              <a:t>Membuat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program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berdasarkan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permintaan</a:t>
            </a:r>
            <a:endParaRPr sz="1200">
              <a:latin typeface="Arial MT"/>
              <a:cs typeface="Arial MT"/>
            </a:endParaRPr>
          </a:p>
          <a:p>
            <a:pPr marL="839469" lvl="2" indent="-114935">
              <a:lnSpc>
                <a:spcPct val="100000"/>
              </a:lnSpc>
              <a:spcBef>
                <a:spcPts val="290"/>
              </a:spcBef>
              <a:buChar char="•"/>
              <a:tabLst>
                <a:tab pos="840105" algn="l"/>
              </a:tabLst>
            </a:pPr>
            <a:r>
              <a:rPr sz="1200" dirty="0">
                <a:latin typeface="Arial MT"/>
                <a:cs typeface="Arial MT"/>
              </a:rPr>
              <a:t>Menguji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memperbaiki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program</a:t>
            </a:r>
            <a:endParaRPr sz="1200">
              <a:latin typeface="Arial MT"/>
              <a:cs typeface="Arial MT"/>
            </a:endParaRPr>
          </a:p>
          <a:p>
            <a:pPr marL="839469" lvl="2" indent="-114935">
              <a:lnSpc>
                <a:spcPct val="100000"/>
              </a:lnSpc>
              <a:spcBef>
                <a:spcPts val="280"/>
              </a:spcBef>
              <a:buChar char="•"/>
              <a:tabLst>
                <a:tab pos="840105" algn="l"/>
              </a:tabLst>
            </a:pPr>
            <a:r>
              <a:rPr sz="1200" dirty="0">
                <a:latin typeface="Arial MT"/>
                <a:cs typeface="Arial MT"/>
              </a:rPr>
              <a:t>Mengubah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program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agar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sesuai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dengan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sistem</a:t>
            </a:r>
            <a:endParaRPr sz="12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9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Penguasaan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bahasa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pemrograman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sangat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ditekankan</a:t>
            </a:r>
            <a:endParaRPr sz="12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330"/>
              </a:spcBef>
              <a:buChar char="•"/>
              <a:tabLst>
                <a:tab pos="440055" algn="l"/>
              </a:tabLst>
            </a:pPr>
            <a:r>
              <a:rPr sz="1400" spc="-5" dirty="0">
                <a:latin typeface="Arial MT"/>
                <a:cs typeface="Arial MT"/>
              </a:rPr>
              <a:t>GRAPHIC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DESIGNER</a:t>
            </a:r>
            <a:endParaRPr sz="1400">
              <a:latin typeface="Arial MT"/>
              <a:cs typeface="Arial MT"/>
            </a:endParaRPr>
          </a:p>
          <a:p>
            <a:pPr marL="639445" lvl="1" indent="-143510">
              <a:lnSpc>
                <a:spcPct val="100000"/>
              </a:lnSpc>
              <a:spcBef>
                <a:spcPts val="290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Membuat desain grafis,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baik itu </a:t>
            </a:r>
            <a:r>
              <a:rPr sz="1200" dirty="0">
                <a:latin typeface="Arial MT"/>
                <a:cs typeface="Arial MT"/>
              </a:rPr>
              <a:t>web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maupun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animasi</a:t>
            </a:r>
            <a:endParaRPr sz="1200">
              <a:latin typeface="Arial MT"/>
              <a:cs typeface="Arial MT"/>
            </a:endParaRPr>
          </a:p>
          <a:p>
            <a:pPr marL="640080" marR="485140" lvl="1" indent="-143510">
              <a:lnSpc>
                <a:spcPct val="100000"/>
              </a:lnSpc>
              <a:spcBef>
                <a:spcPts val="284"/>
              </a:spcBef>
              <a:buChar char="–"/>
              <a:tabLst>
                <a:tab pos="640080" algn="l"/>
              </a:tabLst>
            </a:pPr>
            <a:r>
              <a:rPr sz="1200" spc="-5" dirty="0">
                <a:latin typeface="Arial MT"/>
                <a:cs typeface="Arial MT"/>
              </a:rPr>
              <a:t>Perlu </a:t>
            </a:r>
            <a:r>
              <a:rPr sz="1200" dirty="0">
                <a:latin typeface="Arial MT"/>
                <a:cs typeface="Arial MT"/>
              </a:rPr>
              <a:t>menguasai </a:t>
            </a:r>
            <a:r>
              <a:rPr sz="1200" spc="-5" dirty="0">
                <a:latin typeface="Arial MT"/>
                <a:cs typeface="Arial MT"/>
              </a:rPr>
              <a:t>web design dan aplikasi berbasis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web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946141"/>
            <a:ext cx="626363" cy="66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622" y="771956"/>
            <a:ext cx="744372" cy="55768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457200" algn="ctr">
              <a:lnSpc>
                <a:spcPct val="100000"/>
              </a:lnSpc>
              <a:spcBef>
                <a:spcPts val="975"/>
              </a:spcBef>
            </a:pPr>
            <a:r>
              <a:rPr sz="2200" spc="-5" dirty="0">
                <a:latin typeface="Arial MT"/>
                <a:cs typeface="Arial MT"/>
              </a:rPr>
              <a:t>PROFESI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</a:t>
            </a:r>
            <a:endParaRPr sz="2200">
              <a:latin typeface="Arial MT"/>
              <a:cs typeface="Arial MT"/>
            </a:endParaRPr>
          </a:p>
          <a:p>
            <a:pPr marL="477520" indent="-172085">
              <a:lnSpc>
                <a:spcPct val="100000"/>
              </a:lnSpc>
              <a:spcBef>
                <a:spcPts val="840"/>
              </a:spcBef>
              <a:buChar char="•"/>
              <a:tabLst>
                <a:tab pos="478155" algn="l"/>
              </a:tabLst>
            </a:pPr>
            <a:r>
              <a:rPr sz="1400" spc="-5" dirty="0">
                <a:latin typeface="Arial MT"/>
                <a:cs typeface="Arial MT"/>
              </a:rPr>
              <a:t>NETWORK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SPECIALIST</a:t>
            </a:r>
            <a:endParaRPr sz="1400">
              <a:latin typeface="Arial MT"/>
              <a:cs typeface="Arial MT"/>
            </a:endParaRPr>
          </a:p>
          <a:p>
            <a:pPr marL="677545" lvl="1" indent="-143510">
              <a:lnSpc>
                <a:spcPct val="100000"/>
              </a:lnSpc>
              <a:spcBef>
                <a:spcPts val="140"/>
              </a:spcBef>
              <a:buChar char="•"/>
              <a:tabLst>
                <a:tab pos="678180" algn="l"/>
              </a:tabLst>
            </a:pPr>
            <a:r>
              <a:rPr sz="1200" spc="-5" dirty="0">
                <a:latin typeface="Arial MT"/>
                <a:cs typeface="Arial MT"/>
              </a:rPr>
              <a:t>Kemampuan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877569" lvl="2" indent="-114935">
              <a:lnSpc>
                <a:spcPct val="100000"/>
              </a:lnSpc>
              <a:spcBef>
                <a:spcPts val="130"/>
              </a:spcBef>
              <a:buChar char="•"/>
              <a:tabLst>
                <a:tab pos="878205" algn="l"/>
              </a:tabLst>
            </a:pPr>
            <a:r>
              <a:rPr sz="1000" spc="-5" dirty="0">
                <a:latin typeface="Arial MT"/>
                <a:cs typeface="Arial MT"/>
              </a:rPr>
              <a:t>Merancang dan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mengimplementasikan </a:t>
            </a:r>
            <a:r>
              <a:rPr sz="1000" dirty="0">
                <a:latin typeface="Arial MT"/>
                <a:cs typeface="Arial MT"/>
              </a:rPr>
              <a:t>jaringan</a:t>
            </a:r>
            <a:r>
              <a:rPr sz="1000" spc="-5" dirty="0">
                <a:latin typeface="Arial MT"/>
                <a:cs typeface="Arial MT"/>
              </a:rPr>
              <a:t> komputer</a:t>
            </a:r>
            <a:endParaRPr sz="1000">
              <a:latin typeface="Arial MT"/>
              <a:cs typeface="Arial MT"/>
            </a:endParaRPr>
          </a:p>
          <a:p>
            <a:pPr marL="877569" lvl="2" indent="-114935">
              <a:lnSpc>
                <a:spcPct val="100000"/>
              </a:lnSpc>
              <a:spcBef>
                <a:spcPts val="110"/>
              </a:spcBef>
              <a:buChar char="•"/>
              <a:tabLst>
                <a:tab pos="878205" algn="l"/>
              </a:tabLst>
            </a:pPr>
            <a:r>
              <a:rPr sz="1000" spc="-5" dirty="0">
                <a:latin typeface="Arial MT"/>
                <a:cs typeface="Arial MT"/>
              </a:rPr>
              <a:t>Mengelola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jaringan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komputer</a:t>
            </a:r>
            <a:endParaRPr sz="1000">
              <a:latin typeface="Arial MT"/>
              <a:cs typeface="Arial MT"/>
            </a:endParaRPr>
          </a:p>
          <a:p>
            <a:pPr marL="677545" lvl="1" indent="-143510">
              <a:lnSpc>
                <a:spcPct val="100000"/>
              </a:lnSpc>
              <a:spcBef>
                <a:spcPts val="140"/>
              </a:spcBef>
              <a:buChar char="•"/>
              <a:tabLst>
                <a:tab pos="678180" algn="l"/>
              </a:tabLst>
            </a:pPr>
            <a:r>
              <a:rPr sz="1200" spc="-5" dirty="0">
                <a:latin typeface="Arial MT"/>
                <a:cs typeface="Arial MT"/>
              </a:rPr>
              <a:t>Tugas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877569" lvl="2" indent="-114935">
              <a:lnSpc>
                <a:spcPct val="100000"/>
              </a:lnSpc>
              <a:spcBef>
                <a:spcPts val="125"/>
              </a:spcBef>
              <a:buChar char="•"/>
              <a:tabLst>
                <a:tab pos="878205" algn="l"/>
              </a:tabLst>
            </a:pPr>
            <a:r>
              <a:rPr sz="1000" spc="-5" dirty="0">
                <a:latin typeface="Arial MT"/>
                <a:cs typeface="Arial MT"/>
              </a:rPr>
              <a:t>Mengontrol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kegiatan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pengolahan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data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jaringan</a:t>
            </a:r>
            <a:endParaRPr sz="1000">
              <a:latin typeface="Arial MT"/>
              <a:cs typeface="Arial MT"/>
            </a:endParaRPr>
          </a:p>
          <a:p>
            <a:pPr marL="877569" marR="598170" lvl="2" indent="-114300">
              <a:lnSpc>
                <a:spcPts val="1080"/>
              </a:lnSpc>
              <a:spcBef>
                <a:spcPts val="254"/>
              </a:spcBef>
              <a:buChar char="•"/>
              <a:tabLst>
                <a:tab pos="878205" algn="l"/>
              </a:tabLst>
            </a:pPr>
            <a:r>
              <a:rPr sz="1000" spc="-5" dirty="0">
                <a:latin typeface="Arial MT"/>
                <a:cs typeface="Arial MT"/>
              </a:rPr>
              <a:t>Memastikan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apakah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sistem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jaringan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komputer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berjalan </a:t>
            </a:r>
            <a:r>
              <a:rPr sz="1000" spc="-26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dengan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semestinya</a:t>
            </a:r>
            <a:endParaRPr sz="1000">
              <a:latin typeface="Arial MT"/>
              <a:cs typeface="Arial MT"/>
            </a:endParaRPr>
          </a:p>
          <a:p>
            <a:pPr marL="877569" lvl="2" indent="-114935">
              <a:lnSpc>
                <a:spcPct val="100000"/>
              </a:lnSpc>
              <a:spcBef>
                <a:spcPts val="105"/>
              </a:spcBef>
              <a:buChar char="•"/>
              <a:tabLst>
                <a:tab pos="878205" algn="l"/>
              </a:tabLst>
            </a:pPr>
            <a:r>
              <a:rPr sz="1000" spc="-5" dirty="0">
                <a:latin typeface="Arial MT"/>
                <a:cs typeface="Arial MT"/>
              </a:rPr>
              <a:t>Memastikan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tingkat keamanan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data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sudah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memenuhi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syarat</a:t>
            </a:r>
            <a:endParaRPr sz="1000">
              <a:latin typeface="Arial MT"/>
              <a:cs typeface="Arial MT"/>
            </a:endParaRPr>
          </a:p>
          <a:p>
            <a:pPr marL="477520" indent="-172085">
              <a:lnSpc>
                <a:spcPct val="100000"/>
              </a:lnSpc>
              <a:spcBef>
                <a:spcPts val="165"/>
              </a:spcBef>
              <a:buChar char="•"/>
              <a:tabLst>
                <a:tab pos="478155" algn="l"/>
              </a:tabLst>
            </a:pPr>
            <a:r>
              <a:rPr sz="1400" spc="-5" dirty="0">
                <a:latin typeface="Arial MT"/>
                <a:cs typeface="Arial MT"/>
              </a:rPr>
              <a:t>DATABASE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ADMINISTRATOR</a:t>
            </a:r>
            <a:endParaRPr sz="1400">
              <a:latin typeface="Arial MT"/>
              <a:cs typeface="Arial MT"/>
            </a:endParaRPr>
          </a:p>
          <a:p>
            <a:pPr marL="677545" indent="-143510">
              <a:lnSpc>
                <a:spcPct val="100000"/>
              </a:lnSpc>
              <a:spcBef>
                <a:spcPts val="135"/>
              </a:spcBef>
              <a:buChar char="–"/>
              <a:tabLst>
                <a:tab pos="678180" algn="l"/>
              </a:tabLst>
            </a:pPr>
            <a:r>
              <a:rPr sz="1200" spc="-5" dirty="0">
                <a:latin typeface="Arial MT"/>
                <a:cs typeface="Arial MT"/>
              </a:rPr>
              <a:t>Mengelola basis data pada suatu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organisasi</a:t>
            </a:r>
            <a:endParaRPr sz="1200">
              <a:latin typeface="Arial MT"/>
              <a:cs typeface="Arial MT"/>
            </a:endParaRPr>
          </a:p>
          <a:p>
            <a:pPr marL="877569" lvl="1" indent="-114935">
              <a:lnSpc>
                <a:spcPct val="100000"/>
              </a:lnSpc>
              <a:spcBef>
                <a:spcPts val="125"/>
              </a:spcBef>
              <a:buChar char="•"/>
              <a:tabLst>
                <a:tab pos="878205" algn="l"/>
              </a:tabLst>
            </a:pPr>
            <a:r>
              <a:rPr sz="1000" dirty="0">
                <a:latin typeface="Arial MT"/>
                <a:cs typeface="Arial MT"/>
              </a:rPr>
              <a:t>Kebijakan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tentang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  <a:p>
            <a:pPr marL="877569" lvl="1" indent="-114935">
              <a:lnSpc>
                <a:spcPct val="100000"/>
              </a:lnSpc>
              <a:spcBef>
                <a:spcPts val="120"/>
              </a:spcBef>
              <a:buChar char="•"/>
              <a:tabLst>
                <a:tab pos="878205" algn="l"/>
              </a:tabLst>
            </a:pPr>
            <a:r>
              <a:rPr sz="1000" spc="-5" dirty="0">
                <a:latin typeface="Arial MT"/>
                <a:cs typeface="Arial MT"/>
              </a:rPr>
              <a:t>Ketersediaan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dan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integritas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  <a:p>
            <a:pPr marL="877569" lvl="1" indent="-114935">
              <a:lnSpc>
                <a:spcPct val="100000"/>
              </a:lnSpc>
              <a:spcBef>
                <a:spcPts val="120"/>
              </a:spcBef>
              <a:buChar char="•"/>
              <a:tabLst>
                <a:tab pos="878205" algn="l"/>
              </a:tabLst>
            </a:pPr>
            <a:r>
              <a:rPr sz="1000" spc="-5" dirty="0">
                <a:latin typeface="Arial MT"/>
                <a:cs typeface="Arial MT"/>
              </a:rPr>
              <a:t>Standar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kualitas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" dirty="0"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  <a:p>
            <a:pPr marL="677545" indent="-143510">
              <a:lnSpc>
                <a:spcPct val="100000"/>
              </a:lnSpc>
              <a:spcBef>
                <a:spcPts val="130"/>
              </a:spcBef>
              <a:buChar char="–"/>
              <a:tabLst>
                <a:tab pos="678180" algn="l"/>
              </a:tabLst>
            </a:pPr>
            <a:r>
              <a:rPr sz="1200" spc="-5" dirty="0">
                <a:latin typeface="Arial MT"/>
                <a:cs typeface="Arial MT"/>
              </a:rPr>
              <a:t>Ruang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lingkup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meliputi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seluruh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organisasi/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perusahaan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3000" y="3292602"/>
            <a:ext cx="762000" cy="5852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9096" y="4951476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2374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70"/>
              </a:spcBef>
            </a:pPr>
            <a:r>
              <a:rPr sz="2200" spc="-5" dirty="0">
                <a:latin typeface="Arial MT"/>
                <a:cs typeface="Arial MT"/>
              </a:rPr>
              <a:t>PROFESI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Arial MT"/>
              <a:cs typeface="Arial MT"/>
            </a:endParaRPr>
          </a:p>
          <a:p>
            <a:pPr marL="401320" indent="-172085">
              <a:lnSpc>
                <a:spcPct val="100000"/>
              </a:lnSpc>
              <a:buFont typeface="Wingdings"/>
              <a:buChar char=""/>
              <a:tabLst>
                <a:tab pos="401955" algn="l"/>
              </a:tabLst>
            </a:pPr>
            <a:r>
              <a:rPr sz="1400" spc="-10" dirty="0">
                <a:latin typeface="Arial MT"/>
                <a:cs typeface="Arial MT"/>
              </a:rPr>
              <a:t>SISTEM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ANALYST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-10" dirty="0">
                <a:latin typeface="Arial MT"/>
                <a:cs typeface="Arial MT"/>
              </a:rPr>
              <a:t> DESIGN</a:t>
            </a:r>
            <a:endParaRPr sz="1400">
              <a:latin typeface="Arial MT"/>
              <a:cs typeface="Arial MT"/>
            </a:endParaRPr>
          </a:p>
          <a:p>
            <a:pPr marL="601345" marR="394970" lvl="1" indent="-143510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601980" algn="l"/>
              </a:tabLst>
            </a:pPr>
            <a:r>
              <a:rPr sz="1200" spc="-5" dirty="0">
                <a:latin typeface="Arial MT"/>
                <a:cs typeface="Arial MT"/>
              </a:rPr>
              <a:t>Melakukan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analisis terhadap sebuah sistem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dan </a:t>
            </a:r>
            <a:r>
              <a:rPr sz="1200" dirty="0">
                <a:latin typeface="Arial MT"/>
                <a:cs typeface="Arial MT"/>
              </a:rPr>
              <a:t> mengidentifikasi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kelebihan,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kelemahan,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problem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yang ada</a:t>
            </a:r>
            <a:endParaRPr sz="1200">
              <a:latin typeface="Arial MT"/>
              <a:cs typeface="Arial MT"/>
            </a:endParaRPr>
          </a:p>
          <a:p>
            <a:pPr marL="601345" marR="151765" lvl="1" indent="-143510">
              <a:lnSpc>
                <a:spcPct val="100000"/>
              </a:lnSpc>
              <a:spcBef>
                <a:spcPts val="280"/>
              </a:spcBef>
              <a:buFont typeface="Wingdings"/>
              <a:buChar char=""/>
              <a:tabLst>
                <a:tab pos="601980" algn="l"/>
              </a:tabLst>
            </a:pPr>
            <a:r>
              <a:rPr sz="1200" spc="-5" dirty="0">
                <a:latin typeface="Arial MT"/>
                <a:cs typeface="Arial MT"/>
              </a:rPr>
              <a:t>Membuat desain sistem berdasarkan analisis yang </a:t>
            </a:r>
            <a:r>
              <a:rPr sz="1200" dirty="0">
                <a:latin typeface="Arial MT"/>
                <a:cs typeface="Arial MT"/>
              </a:rPr>
              <a:t>telah </a:t>
            </a:r>
            <a:r>
              <a:rPr sz="1200" spc="-3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dibuat</a:t>
            </a:r>
            <a:endParaRPr sz="1200">
              <a:latin typeface="Arial MT"/>
              <a:cs typeface="Arial MT"/>
            </a:endParaRPr>
          </a:p>
          <a:p>
            <a:pPr marL="601980" lvl="1" indent="-143510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601980" algn="l"/>
              </a:tabLst>
            </a:pPr>
            <a:r>
              <a:rPr sz="1200" dirty="0">
                <a:latin typeface="Arial MT"/>
                <a:cs typeface="Arial MT"/>
              </a:rPr>
              <a:t>Keahlian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yang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diperlukan</a:t>
            </a:r>
            <a:endParaRPr sz="1200">
              <a:latin typeface="Arial MT"/>
              <a:cs typeface="Arial MT"/>
            </a:endParaRPr>
          </a:p>
          <a:p>
            <a:pPr marL="801370" lvl="2" indent="-114935">
              <a:lnSpc>
                <a:spcPct val="100000"/>
              </a:lnSpc>
              <a:spcBef>
                <a:spcPts val="280"/>
              </a:spcBef>
              <a:buFont typeface="Wingdings"/>
              <a:buChar char=""/>
              <a:tabLst>
                <a:tab pos="802005" algn="l"/>
              </a:tabLst>
            </a:pPr>
            <a:r>
              <a:rPr sz="1200" spc="-5" dirty="0">
                <a:latin typeface="Arial MT"/>
                <a:cs typeface="Arial MT"/>
              </a:rPr>
              <a:t>Memahami permasalahan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secara cepat dan akurat</a:t>
            </a:r>
            <a:endParaRPr sz="1200">
              <a:latin typeface="Arial MT"/>
              <a:cs typeface="Arial MT"/>
            </a:endParaRPr>
          </a:p>
          <a:p>
            <a:pPr marL="801370" lvl="2" indent="-11493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802005" algn="l"/>
              </a:tabLst>
            </a:pPr>
            <a:r>
              <a:rPr sz="1200" spc="-5" dirty="0">
                <a:latin typeface="Arial MT"/>
                <a:cs typeface="Arial MT"/>
              </a:rPr>
              <a:t>Berkomunikasi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dengan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pihak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lain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241300" rIns="0" bIns="0" rtlCol="0">
            <a:spAutoFit/>
          </a:bodyPr>
          <a:lstStyle/>
          <a:p>
            <a:pPr marL="640715">
              <a:lnSpc>
                <a:spcPct val="100000"/>
              </a:lnSpc>
              <a:spcBef>
                <a:spcPts val="1900"/>
              </a:spcBef>
            </a:pPr>
            <a:r>
              <a:rPr sz="2200" spc="-5" dirty="0">
                <a:latin typeface="Arial MT"/>
                <a:cs typeface="Arial MT"/>
              </a:rPr>
              <a:t>KEBUTUHAN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TENAGA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TI</a:t>
            </a:r>
            <a:endParaRPr sz="2200">
              <a:latin typeface="Arial MT"/>
              <a:cs typeface="Arial MT"/>
            </a:endParaRPr>
          </a:p>
          <a:p>
            <a:pPr marL="439420" marR="527050" indent="-171450">
              <a:lnSpc>
                <a:spcPts val="1510"/>
              </a:lnSpc>
              <a:spcBef>
                <a:spcPts val="1905"/>
              </a:spcBef>
              <a:buChar char="•"/>
              <a:tabLst>
                <a:tab pos="440055" algn="l"/>
              </a:tabLst>
            </a:pPr>
            <a:r>
              <a:rPr sz="1400" spc="-5" dirty="0">
                <a:latin typeface="Arial MT"/>
                <a:cs typeface="Arial MT"/>
              </a:rPr>
              <a:t>Auditsi,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sebuah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lembaga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penempatan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tenaga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profesional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Jakarta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menyatakan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:</a:t>
            </a:r>
            <a:endParaRPr sz="1400">
              <a:latin typeface="Arial MT"/>
              <a:cs typeface="Arial MT"/>
            </a:endParaRPr>
          </a:p>
          <a:p>
            <a:pPr marL="725170" marR="490855">
              <a:lnSpc>
                <a:spcPts val="1540"/>
              </a:lnSpc>
              <a:spcBef>
                <a:spcPts val="325"/>
              </a:spcBef>
            </a:pPr>
            <a:r>
              <a:rPr sz="1400" spc="-5" dirty="0">
                <a:latin typeface="Arial MT"/>
                <a:cs typeface="Arial MT"/>
              </a:rPr>
              <a:t>kebutuhan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profesional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TI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mencapai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20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%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dari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total kebutuhan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tenaga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kerja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Arial MT"/>
              <a:cs typeface="Arial MT"/>
            </a:endParaRPr>
          </a:p>
          <a:p>
            <a:pPr marL="439420" marR="363220" indent="-171450">
              <a:lnSpc>
                <a:spcPts val="1520"/>
              </a:lnSpc>
              <a:buChar char="•"/>
              <a:tabLst>
                <a:tab pos="440055" algn="l"/>
              </a:tabLst>
            </a:pPr>
            <a:r>
              <a:rPr sz="1400" spc="-5" dirty="0">
                <a:latin typeface="Arial MT"/>
                <a:cs typeface="Arial MT"/>
              </a:rPr>
              <a:t>Yohan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Handoyo,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Chief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Service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Officer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PT.Work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It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Out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Indonesia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menjelaskan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:</a:t>
            </a:r>
            <a:endParaRPr sz="1400">
              <a:latin typeface="Arial MT"/>
              <a:cs typeface="Arial MT"/>
            </a:endParaRPr>
          </a:p>
          <a:p>
            <a:pPr marL="725170" marR="539115">
              <a:lnSpc>
                <a:spcPts val="151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Saat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ini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saja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20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ribu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tenaga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profesional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TI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Indonesia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diminta</a:t>
            </a:r>
            <a:r>
              <a:rPr sz="1400" dirty="0">
                <a:latin typeface="Arial MT"/>
                <a:cs typeface="Arial MT"/>
              </a:rPr>
              <a:t> oleh </a:t>
            </a:r>
            <a:r>
              <a:rPr sz="1400" spc="-5" dirty="0">
                <a:latin typeface="Arial MT"/>
                <a:cs typeface="Arial MT"/>
              </a:rPr>
              <a:t>negara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Jerman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92298" y="5323604"/>
          <a:ext cx="4266563" cy="2587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2860"/>
                <a:gridCol w="990600"/>
                <a:gridCol w="989964"/>
                <a:gridCol w="993139"/>
              </a:tblGrid>
              <a:tr h="201930">
                <a:tc rowSpan="2"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5" dirty="0">
                          <a:latin typeface="Trebuchet MS"/>
                          <a:cs typeface="Trebuchet MS"/>
                        </a:rPr>
                        <a:t>Sektor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846455">
                        <a:lnSpc>
                          <a:spcPts val="1335"/>
                        </a:lnSpc>
                        <a:spcBef>
                          <a:spcPts val="155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Target</a:t>
                      </a:r>
                      <a:r>
                        <a:rPr sz="12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Tahun</a:t>
                      </a:r>
                      <a:r>
                        <a:rPr sz="12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2010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0116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Ekspor</a:t>
                      </a:r>
                      <a:r>
                        <a:rPr sz="1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5" dirty="0">
                          <a:latin typeface="Trebuchet MS"/>
                          <a:cs typeface="Trebuchet MS"/>
                        </a:rPr>
                        <a:t>(j$)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SDM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Prod</a:t>
                      </a:r>
                      <a:r>
                        <a:rPr sz="10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5" dirty="0">
                          <a:latin typeface="Trebuchet MS"/>
                          <a:cs typeface="Trebuchet MS"/>
                        </a:rPr>
                        <a:t>($/o)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marL="427355" marR="382270" indent="-266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5" dirty="0">
                          <a:latin typeface="Trebuchet MS"/>
                          <a:cs typeface="Trebuchet MS"/>
                        </a:rPr>
                        <a:t>Te</a:t>
                      </a:r>
                      <a:r>
                        <a:rPr sz="90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900" spc="-5" dirty="0">
                          <a:latin typeface="Trebuchet MS"/>
                          <a:cs typeface="Trebuchet MS"/>
                        </a:rPr>
                        <a:t>nologi  Informasi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8,200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350,000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23,000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351155" marR="339725" indent="12827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Modul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 Kom</a:t>
                      </a:r>
                      <a:r>
                        <a:rPr sz="1000" spc="-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000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en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8,000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1.000,000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8,000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900" spc="-5" dirty="0">
                          <a:latin typeface="Trebuchet MS"/>
                          <a:cs typeface="Trebuchet MS"/>
                        </a:rPr>
                        <a:t>Semi</a:t>
                      </a:r>
                      <a:r>
                        <a:rPr sz="900" spc="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dirty="0">
                          <a:latin typeface="Trebuchet MS"/>
                          <a:cs typeface="Trebuchet MS"/>
                        </a:rPr>
                        <a:t>Konduktor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4,000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80,000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50,000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0509">
                <a:tc>
                  <a:txBody>
                    <a:bodyPr/>
                    <a:lstStyle/>
                    <a:p>
                      <a:pPr marL="398145" marR="347980" indent="-400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5" dirty="0">
                          <a:latin typeface="Trebuchet MS"/>
                          <a:cs typeface="Trebuchet MS"/>
                        </a:rPr>
                        <a:t>Elektronika  </a:t>
                      </a:r>
                      <a:r>
                        <a:rPr sz="900" dirty="0">
                          <a:latin typeface="Trebuchet MS"/>
                          <a:cs typeface="Trebuchet MS"/>
                        </a:rPr>
                        <a:t>Konsumer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4,000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660,000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6,000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374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Telekomunikasi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1,800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40,000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45,000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marL="483234" marR="342900" indent="-12953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5" dirty="0">
                          <a:latin typeface="Trebuchet MS"/>
                          <a:cs typeface="Trebuchet MS"/>
                        </a:rPr>
                        <a:t>Ala</a:t>
                      </a:r>
                      <a:r>
                        <a:rPr sz="9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900" spc="-5" dirty="0">
                          <a:latin typeface="Trebuchet MS"/>
                          <a:cs typeface="Trebuchet MS"/>
                        </a:rPr>
                        <a:t> Ru</a:t>
                      </a:r>
                      <a:r>
                        <a:rPr sz="900" spc="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900" dirty="0">
                          <a:latin typeface="Trebuchet MS"/>
                          <a:cs typeface="Trebuchet MS"/>
                        </a:rPr>
                        <a:t>ah  </a:t>
                      </a:r>
                      <a:r>
                        <a:rPr sz="900" spc="-5" dirty="0">
                          <a:latin typeface="Trebuchet MS"/>
                          <a:cs typeface="Trebuchet MS"/>
                        </a:rPr>
                        <a:t>Tangga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1,500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187,500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8,000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Lainnya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2,500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100,000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25,000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69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Total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rebuchet MS"/>
                          <a:cs typeface="Trebuchet MS"/>
                        </a:rPr>
                        <a:t>30,000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latin typeface="Trebuchet MS"/>
                          <a:cs typeface="Trebuchet MS"/>
                        </a:rPr>
                        <a:t>2.417,500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552441" y="8000492"/>
            <a:ext cx="762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 MT"/>
                <a:cs typeface="Arial MT"/>
              </a:rPr>
              <a:t>Sumber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spc="-5" dirty="0">
                <a:latin typeface="Arial MT"/>
                <a:cs typeface="Arial MT"/>
              </a:rPr>
              <a:t>BHTV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49096" y="4951476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421127" y="1018286"/>
            <a:ext cx="20148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Arial MT"/>
                <a:cs typeface="Arial MT"/>
              </a:rPr>
              <a:t>PENGHASILAN</a:t>
            </a:r>
            <a:endParaRPr sz="22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26356" y="1789652"/>
          <a:ext cx="4190365" cy="173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3880"/>
                <a:gridCol w="2356485"/>
              </a:tblGrid>
              <a:tr h="289559">
                <a:tc>
                  <a:txBody>
                    <a:bodyPr/>
                    <a:lstStyle/>
                    <a:p>
                      <a:pPr marL="48196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Profesi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TI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61976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Penghasilan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</a:tr>
              <a:tr h="263081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1.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Operator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84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400.000 – 750.000 / 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64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Teknisi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Komputer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700.000 –</a:t>
                      </a:r>
                      <a:r>
                        <a:rPr sz="1400" spc="3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1.000.000 /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64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3.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Trainer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1.000.000 –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1.750 000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6039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4.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Peneliti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1,5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 – 2,5 jt / 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17361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5.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Konsultan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2.5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 –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 /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49096" y="77419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21127" y="5180330"/>
            <a:ext cx="20148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Arial MT"/>
                <a:cs typeface="Arial MT"/>
              </a:rPr>
              <a:t>PENGHASILAN</a:t>
            </a:r>
            <a:endParaRPr sz="22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64456" y="5966936"/>
          <a:ext cx="4152900" cy="1867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4100"/>
                <a:gridCol w="1828800"/>
              </a:tblGrid>
              <a:tr h="289560">
                <a:tc>
                  <a:txBody>
                    <a:bodyPr/>
                    <a:lstStyle/>
                    <a:p>
                      <a:pPr marL="7264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Profesi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Penghasilan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</a:tr>
              <a:tr h="27801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6.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Manager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– 4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/ 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6722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7.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Programmer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1655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– 2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/ 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6039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8.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Graphic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Designer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66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1655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– 5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/ 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64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9.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Network Specialyst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1655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– 8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/ 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64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10.Database Administrator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1655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– 10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bln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488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11.System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Analyst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1655"/>
                        </a:lnSpc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&gt;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15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jt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system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149096" y="4951476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6840071" cy="9144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9096" y="77419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241300" rIns="0" bIns="0" rtlCol="0">
            <a:spAutoFit/>
          </a:bodyPr>
          <a:lstStyle/>
          <a:p>
            <a:pPr marL="1237615">
              <a:lnSpc>
                <a:spcPct val="100000"/>
              </a:lnSpc>
              <a:spcBef>
                <a:spcPts val="1900"/>
              </a:spcBef>
            </a:pPr>
            <a:r>
              <a:rPr sz="2200" spc="-5" dirty="0">
                <a:latin typeface="Arial MT"/>
                <a:cs typeface="Arial MT"/>
              </a:rPr>
              <a:t>PERSYARATAN</a:t>
            </a:r>
            <a:endParaRPr sz="2200">
              <a:latin typeface="Arial MT"/>
              <a:cs typeface="Arial MT"/>
            </a:endParaRPr>
          </a:p>
          <a:p>
            <a:pPr marL="439420" marR="572135" indent="-171450">
              <a:lnSpc>
                <a:spcPct val="100000"/>
              </a:lnSpc>
              <a:spcBef>
                <a:spcPts val="1850"/>
              </a:spcBef>
              <a:buChar char="•"/>
              <a:tabLst>
                <a:tab pos="440055" algn="l"/>
              </a:tabLst>
            </a:pPr>
            <a:r>
              <a:rPr sz="1600" spc="-5" dirty="0">
                <a:latin typeface="Arial MT"/>
                <a:cs typeface="Arial MT"/>
              </a:rPr>
              <a:t>Harus menguasai keahlian yang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diperlukan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pada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masing-masing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bidang</a:t>
            </a:r>
            <a:endParaRPr sz="1600">
              <a:latin typeface="Arial MT"/>
              <a:cs typeface="Arial MT"/>
            </a:endParaRPr>
          </a:p>
          <a:p>
            <a:pPr marL="439420" indent="-172085">
              <a:lnSpc>
                <a:spcPct val="100000"/>
              </a:lnSpc>
              <a:spcBef>
                <a:spcPts val="380"/>
              </a:spcBef>
              <a:buChar char="•"/>
              <a:tabLst>
                <a:tab pos="440055" algn="l"/>
              </a:tabLst>
            </a:pPr>
            <a:r>
              <a:rPr sz="1600" spc="-5" dirty="0">
                <a:latin typeface="Arial MT"/>
                <a:cs typeface="Arial MT"/>
              </a:rPr>
              <a:t>Tambahan</a:t>
            </a:r>
            <a:endParaRPr sz="1600">
              <a:latin typeface="Arial MT"/>
              <a:cs typeface="Arial MT"/>
            </a:endParaRPr>
          </a:p>
          <a:p>
            <a:pPr marL="640080" marR="504825" lvl="1" indent="-143510">
              <a:lnSpc>
                <a:spcPct val="100000"/>
              </a:lnSpc>
              <a:spcBef>
                <a:spcPts val="345"/>
              </a:spcBef>
              <a:buChar char="–"/>
              <a:tabLst>
                <a:tab pos="640080" algn="l"/>
              </a:tabLst>
            </a:pPr>
            <a:r>
              <a:rPr sz="1400" spc="-5" dirty="0">
                <a:latin typeface="Arial MT"/>
                <a:cs typeface="Arial MT"/>
              </a:rPr>
              <a:t>Harus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selalu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mau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belajar,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karena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bidang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TI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berkembang pesat</a:t>
            </a:r>
            <a:endParaRPr sz="1400">
              <a:latin typeface="Arial MT"/>
              <a:cs typeface="Arial MT"/>
            </a:endParaRPr>
          </a:p>
          <a:p>
            <a:pPr marL="640080" marR="581660" lvl="1" indent="-143510">
              <a:lnSpc>
                <a:spcPct val="100000"/>
              </a:lnSpc>
              <a:spcBef>
                <a:spcPts val="335"/>
              </a:spcBef>
              <a:buChar char="–"/>
              <a:tabLst>
                <a:tab pos="640080" algn="l"/>
              </a:tabLst>
            </a:pPr>
            <a:r>
              <a:rPr sz="1400" spc="-5" dirty="0">
                <a:latin typeface="Arial MT"/>
                <a:cs typeface="Arial MT"/>
              </a:rPr>
              <a:t>Harus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mau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bekerjasama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dengan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orang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dengan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latar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belakang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bidang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lain,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karena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penerapan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TI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tidak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mungkin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berdiri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sendiri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2619" y="4944998"/>
            <a:ext cx="4572000" cy="3429000"/>
            <a:chOff x="1142619" y="4944998"/>
            <a:chExt cx="4572000" cy="3429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9854" y="6278117"/>
              <a:ext cx="293369" cy="6316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66900" y="6265925"/>
              <a:ext cx="293370" cy="631825"/>
            </a:xfrm>
            <a:custGeom>
              <a:avLst/>
              <a:gdLst/>
              <a:ahLst/>
              <a:cxnLst/>
              <a:rect l="l" t="t" r="r" b="b"/>
              <a:pathLst>
                <a:path w="293369" h="631825">
                  <a:moveTo>
                    <a:pt x="158495" y="0"/>
                  </a:moveTo>
                  <a:lnTo>
                    <a:pt x="115097" y="10608"/>
                  </a:lnTo>
                  <a:lnTo>
                    <a:pt x="77057" y="44196"/>
                  </a:lnTo>
                  <a:lnTo>
                    <a:pt x="54863" y="78486"/>
                  </a:lnTo>
                  <a:lnTo>
                    <a:pt x="31527" y="133254"/>
                  </a:lnTo>
                  <a:lnTo>
                    <a:pt x="14477" y="196596"/>
                  </a:lnTo>
                  <a:lnTo>
                    <a:pt x="3524" y="266985"/>
                  </a:lnTo>
                  <a:lnTo>
                    <a:pt x="0" y="341375"/>
                  </a:lnTo>
                  <a:lnTo>
                    <a:pt x="2416" y="402395"/>
                  </a:lnTo>
                  <a:lnTo>
                    <a:pt x="9620" y="457485"/>
                  </a:lnTo>
                  <a:lnTo>
                    <a:pt x="21538" y="506718"/>
                  </a:lnTo>
                  <a:lnTo>
                    <a:pt x="38100" y="550163"/>
                  </a:lnTo>
                  <a:lnTo>
                    <a:pt x="58519" y="585727"/>
                  </a:lnTo>
                  <a:lnTo>
                    <a:pt x="108501" y="626566"/>
                  </a:lnTo>
                  <a:lnTo>
                    <a:pt x="137922" y="631698"/>
                  </a:lnTo>
                  <a:lnTo>
                    <a:pt x="163460" y="627995"/>
                  </a:lnTo>
                  <a:lnTo>
                    <a:pt x="209395" y="598586"/>
                  </a:lnTo>
                  <a:lnTo>
                    <a:pt x="247626" y="540269"/>
                  </a:lnTo>
                  <a:lnTo>
                    <a:pt x="263461" y="501300"/>
                  </a:lnTo>
                  <a:lnTo>
                    <a:pt x="276725" y="455902"/>
                  </a:lnTo>
                  <a:lnTo>
                    <a:pt x="287274" y="403860"/>
                  </a:lnTo>
                  <a:lnTo>
                    <a:pt x="246887" y="403860"/>
                  </a:lnTo>
                  <a:lnTo>
                    <a:pt x="238601" y="440447"/>
                  </a:lnTo>
                  <a:lnTo>
                    <a:pt x="228600" y="472535"/>
                  </a:lnTo>
                  <a:lnTo>
                    <a:pt x="203454" y="523494"/>
                  </a:lnTo>
                  <a:lnTo>
                    <a:pt x="173259" y="554354"/>
                  </a:lnTo>
                  <a:lnTo>
                    <a:pt x="137922" y="564642"/>
                  </a:lnTo>
                  <a:lnTo>
                    <a:pt x="116204" y="560784"/>
                  </a:lnTo>
                  <a:lnTo>
                    <a:pt x="79628" y="529923"/>
                  </a:lnTo>
                  <a:lnTo>
                    <a:pt x="53089" y="469058"/>
                  </a:lnTo>
                  <a:lnTo>
                    <a:pt x="44481" y="430339"/>
                  </a:lnTo>
                  <a:lnTo>
                    <a:pt x="39159" y="386762"/>
                  </a:lnTo>
                  <a:lnTo>
                    <a:pt x="37337" y="338328"/>
                  </a:lnTo>
                  <a:lnTo>
                    <a:pt x="39600" y="282582"/>
                  </a:lnTo>
                  <a:lnTo>
                    <a:pt x="46291" y="231838"/>
                  </a:lnTo>
                  <a:lnTo>
                    <a:pt x="57269" y="185951"/>
                  </a:lnTo>
                  <a:lnTo>
                    <a:pt x="72389" y="144780"/>
                  </a:lnTo>
                  <a:lnTo>
                    <a:pt x="90225" y="110775"/>
                  </a:lnTo>
                  <a:lnTo>
                    <a:pt x="133040" y="71913"/>
                  </a:lnTo>
                  <a:lnTo>
                    <a:pt x="157733" y="67056"/>
                  </a:lnTo>
                  <a:lnTo>
                    <a:pt x="176879" y="69913"/>
                  </a:lnTo>
                  <a:lnTo>
                    <a:pt x="210026" y="92773"/>
                  </a:lnTo>
                  <a:lnTo>
                    <a:pt x="235446" y="137648"/>
                  </a:lnTo>
                  <a:lnTo>
                    <a:pt x="251138" y="199679"/>
                  </a:lnTo>
                  <a:lnTo>
                    <a:pt x="255269" y="236981"/>
                  </a:lnTo>
                  <a:lnTo>
                    <a:pt x="293369" y="236981"/>
                  </a:lnTo>
                  <a:lnTo>
                    <a:pt x="287095" y="183665"/>
                  </a:lnTo>
                  <a:lnTo>
                    <a:pt x="277463" y="136779"/>
                  </a:lnTo>
                  <a:lnTo>
                    <a:pt x="264544" y="96178"/>
                  </a:lnTo>
                  <a:lnTo>
                    <a:pt x="229433" y="34718"/>
                  </a:lnTo>
                  <a:lnTo>
                    <a:pt x="184332" y="3857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66900" y="6265925"/>
              <a:ext cx="293370" cy="631825"/>
            </a:xfrm>
            <a:custGeom>
              <a:avLst/>
              <a:gdLst/>
              <a:ahLst/>
              <a:cxnLst/>
              <a:rect l="l" t="t" r="r" b="b"/>
              <a:pathLst>
                <a:path w="293369" h="631825">
                  <a:moveTo>
                    <a:pt x="287274" y="403860"/>
                  </a:moveTo>
                  <a:lnTo>
                    <a:pt x="276725" y="455902"/>
                  </a:lnTo>
                  <a:lnTo>
                    <a:pt x="263461" y="501300"/>
                  </a:lnTo>
                  <a:lnTo>
                    <a:pt x="247626" y="540269"/>
                  </a:lnTo>
                  <a:lnTo>
                    <a:pt x="209395" y="598586"/>
                  </a:lnTo>
                  <a:lnTo>
                    <a:pt x="163460" y="627995"/>
                  </a:lnTo>
                  <a:lnTo>
                    <a:pt x="137922" y="631698"/>
                  </a:lnTo>
                  <a:lnTo>
                    <a:pt x="108501" y="626566"/>
                  </a:lnTo>
                  <a:lnTo>
                    <a:pt x="58519" y="585727"/>
                  </a:lnTo>
                  <a:lnTo>
                    <a:pt x="38100" y="550163"/>
                  </a:lnTo>
                  <a:lnTo>
                    <a:pt x="21538" y="506718"/>
                  </a:lnTo>
                  <a:lnTo>
                    <a:pt x="9620" y="457485"/>
                  </a:lnTo>
                  <a:lnTo>
                    <a:pt x="2416" y="402395"/>
                  </a:lnTo>
                  <a:lnTo>
                    <a:pt x="0" y="341375"/>
                  </a:lnTo>
                  <a:lnTo>
                    <a:pt x="869" y="303645"/>
                  </a:lnTo>
                  <a:lnTo>
                    <a:pt x="8036" y="231326"/>
                  </a:lnTo>
                  <a:lnTo>
                    <a:pt x="22181" y="163889"/>
                  </a:lnTo>
                  <a:lnTo>
                    <a:pt x="42445" y="104763"/>
                  </a:lnTo>
                  <a:lnTo>
                    <a:pt x="65567" y="60198"/>
                  </a:lnTo>
                  <a:lnTo>
                    <a:pt x="102107" y="19050"/>
                  </a:lnTo>
                  <a:lnTo>
                    <a:pt x="143363" y="1154"/>
                  </a:lnTo>
                  <a:lnTo>
                    <a:pt x="158495" y="0"/>
                  </a:lnTo>
                  <a:lnTo>
                    <a:pt x="184332" y="3857"/>
                  </a:lnTo>
                  <a:lnTo>
                    <a:pt x="229433" y="34718"/>
                  </a:lnTo>
                  <a:lnTo>
                    <a:pt x="264544" y="96178"/>
                  </a:lnTo>
                  <a:lnTo>
                    <a:pt x="277463" y="136779"/>
                  </a:lnTo>
                  <a:lnTo>
                    <a:pt x="287095" y="183665"/>
                  </a:lnTo>
                  <a:lnTo>
                    <a:pt x="293369" y="236981"/>
                  </a:lnTo>
                  <a:lnTo>
                    <a:pt x="284095" y="236981"/>
                  </a:lnTo>
                  <a:lnTo>
                    <a:pt x="274605" y="236981"/>
                  </a:lnTo>
                  <a:lnTo>
                    <a:pt x="264973" y="236981"/>
                  </a:lnTo>
                  <a:lnTo>
                    <a:pt x="255269" y="236981"/>
                  </a:lnTo>
                  <a:lnTo>
                    <a:pt x="251138" y="199679"/>
                  </a:lnTo>
                  <a:lnTo>
                    <a:pt x="235446" y="137648"/>
                  </a:lnTo>
                  <a:lnTo>
                    <a:pt x="210026" y="92773"/>
                  </a:lnTo>
                  <a:lnTo>
                    <a:pt x="176879" y="69913"/>
                  </a:lnTo>
                  <a:lnTo>
                    <a:pt x="157733" y="67056"/>
                  </a:lnTo>
                  <a:lnTo>
                    <a:pt x="133040" y="71913"/>
                  </a:lnTo>
                  <a:lnTo>
                    <a:pt x="90225" y="110775"/>
                  </a:lnTo>
                  <a:lnTo>
                    <a:pt x="72389" y="144780"/>
                  </a:lnTo>
                  <a:lnTo>
                    <a:pt x="57269" y="185951"/>
                  </a:lnTo>
                  <a:lnTo>
                    <a:pt x="46291" y="231838"/>
                  </a:lnTo>
                  <a:lnTo>
                    <a:pt x="39600" y="282582"/>
                  </a:lnTo>
                  <a:lnTo>
                    <a:pt x="37337" y="338328"/>
                  </a:lnTo>
                  <a:lnTo>
                    <a:pt x="39159" y="386762"/>
                  </a:lnTo>
                  <a:lnTo>
                    <a:pt x="44481" y="430339"/>
                  </a:lnTo>
                  <a:lnTo>
                    <a:pt x="53089" y="469058"/>
                  </a:lnTo>
                  <a:lnTo>
                    <a:pt x="79628" y="529923"/>
                  </a:lnTo>
                  <a:lnTo>
                    <a:pt x="116204" y="560784"/>
                  </a:lnTo>
                  <a:lnTo>
                    <a:pt x="137922" y="564642"/>
                  </a:lnTo>
                  <a:lnTo>
                    <a:pt x="156198" y="562070"/>
                  </a:lnTo>
                  <a:lnTo>
                    <a:pt x="189035" y="541496"/>
                  </a:lnTo>
                  <a:lnTo>
                    <a:pt x="216884" y="500193"/>
                  </a:lnTo>
                  <a:lnTo>
                    <a:pt x="238601" y="440447"/>
                  </a:lnTo>
                  <a:lnTo>
                    <a:pt x="246887" y="403860"/>
                  </a:lnTo>
                  <a:lnTo>
                    <a:pt x="257055" y="403860"/>
                  </a:lnTo>
                  <a:lnTo>
                    <a:pt x="267081" y="403860"/>
                  </a:lnTo>
                  <a:lnTo>
                    <a:pt x="277106" y="403860"/>
                  </a:lnTo>
                  <a:lnTo>
                    <a:pt x="287274" y="40386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5341" y="6294881"/>
              <a:ext cx="272795" cy="61417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42388" y="6281927"/>
              <a:ext cx="273050" cy="614680"/>
            </a:xfrm>
            <a:custGeom>
              <a:avLst/>
              <a:gdLst/>
              <a:ahLst/>
              <a:cxnLst/>
              <a:rect l="l" t="t" r="r" b="b"/>
              <a:pathLst>
                <a:path w="273050" h="614679">
                  <a:moveTo>
                    <a:pt x="272795" y="0"/>
                  </a:moveTo>
                  <a:lnTo>
                    <a:pt x="239268" y="0"/>
                  </a:lnTo>
                  <a:lnTo>
                    <a:pt x="208787" y="323088"/>
                  </a:lnTo>
                  <a:lnTo>
                    <a:pt x="202096" y="376273"/>
                  </a:lnTo>
                  <a:lnTo>
                    <a:pt x="193547" y="421671"/>
                  </a:lnTo>
                  <a:lnTo>
                    <a:pt x="183284" y="459497"/>
                  </a:lnTo>
                  <a:lnTo>
                    <a:pt x="157733" y="513087"/>
                  </a:lnTo>
                  <a:lnTo>
                    <a:pt x="123443" y="539900"/>
                  </a:lnTo>
                  <a:lnTo>
                    <a:pt x="102869" y="543306"/>
                  </a:lnTo>
                  <a:lnTo>
                    <a:pt x="87725" y="540889"/>
                  </a:lnTo>
                  <a:lnTo>
                    <a:pt x="52578" y="505206"/>
                  </a:lnTo>
                  <a:lnTo>
                    <a:pt x="39528" y="459962"/>
                  </a:lnTo>
                  <a:lnTo>
                    <a:pt x="35051" y="399288"/>
                  </a:lnTo>
                  <a:lnTo>
                    <a:pt x="35373" y="368105"/>
                  </a:lnTo>
                  <a:lnTo>
                    <a:pt x="36516" y="346376"/>
                  </a:lnTo>
                  <a:lnTo>
                    <a:pt x="49191" y="207489"/>
                  </a:lnTo>
                  <a:lnTo>
                    <a:pt x="69342" y="0"/>
                  </a:lnTo>
                  <a:lnTo>
                    <a:pt x="35051" y="0"/>
                  </a:lnTo>
                  <a:lnTo>
                    <a:pt x="7619" y="275082"/>
                  </a:lnTo>
                  <a:lnTo>
                    <a:pt x="1285" y="365938"/>
                  </a:lnTo>
                  <a:lnTo>
                    <a:pt x="0" y="418338"/>
                  </a:lnTo>
                  <a:lnTo>
                    <a:pt x="1845" y="459771"/>
                  </a:lnTo>
                  <a:lnTo>
                    <a:pt x="16394" y="530637"/>
                  </a:lnTo>
                  <a:lnTo>
                    <a:pt x="43945" y="583953"/>
                  </a:lnTo>
                  <a:lnTo>
                    <a:pt x="81355" y="610862"/>
                  </a:lnTo>
                  <a:lnTo>
                    <a:pt x="103631" y="614172"/>
                  </a:lnTo>
                  <a:lnTo>
                    <a:pt x="114597" y="613136"/>
                  </a:lnTo>
                  <a:lnTo>
                    <a:pt x="157900" y="585716"/>
                  </a:lnTo>
                  <a:lnTo>
                    <a:pt x="188975" y="541782"/>
                  </a:lnTo>
                  <a:lnTo>
                    <a:pt x="183642" y="598932"/>
                  </a:lnTo>
                  <a:lnTo>
                    <a:pt x="217931" y="598932"/>
                  </a:lnTo>
                  <a:lnTo>
                    <a:pt x="222343" y="549021"/>
                  </a:lnTo>
                  <a:lnTo>
                    <a:pt x="272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42388" y="6281927"/>
              <a:ext cx="273050" cy="614680"/>
            </a:xfrm>
            <a:custGeom>
              <a:avLst/>
              <a:gdLst/>
              <a:ahLst/>
              <a:cxnLst/>
              <a:rect l="l" t="t" r="r" b="b"/>
              <a:pathLst>
                <a:path w="273050" h="614679">
                  <a:moveTo>
                    <a:pt x="183642" y="598932"/>
                  </a:moveTo>
                  <a:lnTo>
                    <a:pt x="184904" y="584644"/>
                  </a:lnTo>
                  <a:lnTo>
                    <a:pt x="186309" y="570357"/>
                  </a:lnTo>
                  <a:lnTo>
                    <a:pt x="187713" y="556069"/>
                  </a:lnTo>
                  <a:lnTo>
                    <a:pt x="188975" y="541782"/>
                  </a:lnTo>
                  <a:lnTo>
                    <a:pt x="178998" y="558807"/>
                  </a:lnTo>
                  <a:lnTo>
                    <a:pt x="168592" y="573405"/>
                  </a:lnTo>
                  <a:lnTo>
                    <a:pt x="136528" y="604206"/>
                  </a:lnTo>
                  <a:lnTo>
                    <a:pt x="103631" y="614172"/>
                  </a:lnTo>
                  <a:lnTo>
                    <a:pt x="81355" y="610862"/>
                  </a:lnTo>
                  <a:lnTo>
                    <a:pt x="43945" y="583953"/>
                  </a:lnTo>
                  <a:lnTo>
                    <a:pt x="16394" y="530637"/>
                  </a:lnTo>
                  <a:lnTo>
                    <a:pt x="1845" y="459771"/>
                  </a:lnTo>
                  <a:lnTo>
                    <a:pt x="0" y="418338"/>
                  </a:lnTo>
                  <a:lnTo>
                    <a:pt x="142" y="401157"/>
                  </a:lnTo>
                  <a:lnTo>
                    <a:pt x="2286" y="347472"/>
                  </a:lnTo>
                  <a:lnTo>
                    <a:pt x="6036" y="293679"/>
                  </a:lnTo>
                  <a:lnTo>
                    <a:pt x="13106" y="220211"/>
                  </a:lnTo>
                  <a:lnTo>
                    <a:pt x="18592" y="165305"/>
                  </a:lnTo>
                  <a:lnTo>
                    <a:pt x="24079" y="110325"/>
                  </a:lnTo>
                  <a:lnTo>
                    <a:pt x="29565" y="55235"/>
                  </a:lnTo>
                  <a:lnTo>
                    <a:pt x="35051" y="0"/>
                  </a:lnTo>
                  <a:lnTo>
                    <a:pt x="43624" y="0"/>
                  </a:lnTo>
                  <a:lnTo>
                    <a:pt x="52197" y="0"/>
                  </a:lnTo>
                  <a:lnTo>
                    <a:pt x="60769" y="0"/>
                  </a:lnTo>
                  <a:lnTo>
                    <a:pt x="69342" y="0"/>
                  </a:lnTo>
                  <a:lnTo>
                    <a:pt x="64336" y="51819"/>
                  </a:lnTo>
                  <a:lnTo>
                    <a:pt x="59266" y="103660"/>
                  </a:lnTo>
                  <a:lnTo>
                    <a:pt x="54197" y="155543"/>
                  </a:lnTo>
                  <a:lnTo>
                    <a:pt x="49191" y="207489"/>
                  </a:lnTo>
                  <a:lnTo>
                    <a:pt x="44312" y="259520"/>
                  </a:lnTo>
                  <a:lnTo>
                    <a:pt x="39624" y="311658"/>
                  </a:lnTo>
                  <a:lnTo>
                    <a:pt x="38492" y="323516"/>
                  </a:lnTo>
                  <a:lnTo>
                    <a:pt x="35373" y="368105"/>
                  </a:lnTo>
                  <a:lnTo>
                    <a:pt x="35051" y="399288"/>
                  </a:lnTo>
                  <a:lnTo>
                    <a:pt x="36183" y="431589"/>
                  </a:lnTo>
                  <a:lnTo>
                    <a:pt x="45017" y="484477"/>
                  </a:lnTo>
                  <a:lnTo>
                    <a:pt x="62579" y="521767"/>
                  </a:lnTo>
                  <a:lnTo>
                    <a:pt x="102869" y="543306"/>
                  </a:lnTo>
                  <a:lnTo>
                    <a:pt x="123443" y="539900"/>
                  </a:lnTo>
                  <a:lnTo>
                    <a:pt x="157733" y="513087"/>
                  </a:lnTo>
                  <a:lnTo>
                    <a:pt x="183284" y="459497"/>
                  </a:lnTo>
                  <a:lnTo>
                    <a:pt x="193547" y="421671"/>
                  </a:lnTo>
                  <a:lnTo>
                    <a:pt x="202096" y="376273"/>
                  </a:lnTo>
                  <a:lnTo>
                    <a:pt x="208787" y="323088"/>
                  </a:lnTo>
                  <a:lnTo>
                    <a:pt x="213797" y="269363"/>
                  </a:lnTo>
                  <a:lnTo>
                    <a:pt x="218891" y="215617"/>
                  </a:lnTo>
                  <a:lnTo>
                    <a:pt x="224027" y="161829"/>
                  </a:lnTo>
                  <a:lnTo>
                    <a:pt x="229164" y="107978"/>
                  </a:lnTo>
                  <a:lnTo>
                    <a:pt x="234258" y="54042"/>
                  </a:lnTo>
                  <a:lnTo>
                    <a:pt x="239268" y="0"/>
                  </a:lnTo>
                  <a:lnTo>
                    <a:pt x="247721" y="0"/>
                  </a:lnTo>
                  <a:lnTo>
                    <a:pt x="256031" y="0"/>
                  </a:lnTo>
                  <a:lnTo>
                    <a:pt x="264342" y="0"/>
                  </a:lnTo>
                  <a:lnTo>
                    <a:pt x="272795" y="0"/>
                  </a:lnTo>
                  <a:lnTo>
                    <a:pt x="268209" y="49911"/>
                  </a:lnTo>
                  <a:lnTo>
                    <a:pt x="263599" y="99822"/>
                  </a:lnTo>
                  <a:lnTo>
                    <a:pt x="258972" y="149733"/>
                  </a:lnTo>
                  <a:lnTo>
                    <a:pt x="254338" y="199644"/>
                  </a:lnTo>
                  <a:lnTo>
                    <a:pt x="249704" y="249555"/>
                  </a:lnTo>
                  <a:lnTo>
                    <a:pt x="245078" y="299466"/>
                  </a:lnTo>
                  <a:lnTo>
                    <a:pt x="240467" y="349377"/>
                  </a:lnTo>
                  <a:lnTo>
                    <a:pt x="235881" y="399288"/>
                  </a:lnTo>
                  <a:lnTo>
                    <a:pt x="231326" y="449199"/>
                  </a:lnTo>
                  <a:lnTo>
                    <a:pt x="226811" y="499110"/>
                  </a:lnTo>
                  <a:lnTo>
                    <a:pt x="222343" y="549021"/>
                  </a:lnTo>
                  <a:lnTo>
                    <a:pt x="217931" y="598932"/>
                  </a:lnTo>
                  <a:lnTo>
                    <a:pt x="209359" y="598932"/>
                  </a:lnTo>
                  <a:lnTo>
                    <a:pt x="200787" y="598932"/>
                  </a:lnTo>
                  <a:lnTo>
                    <a:pt x="192214" y="598932"/>
                  </a:lnTo>
                  <a:lnTo>
                    <a:pt x="183642" y="598932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79776" y="6101333"/>
              <a:ext cx="1002029" cy="80771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67584" y="6088379"/>
              <a:ext cx="1001394" cy="807720"/>
            </a:xfrm>
            <a:custGeom>
              <a:avLst/>
              <a:gdLst/>
              <a:ahLst/>
              <a:cxnLst/>
              <a:rect l="l" t="t" r="r" b="b"/>
              <a:pathLst>
                <a:path w="1001395" h="807720">
                  <a:moveTo>
                    <a:pt x="272034" y="378714"/>
                  </a:moveTo>
                  <a:lnTo>
                    <a:pt x="270179" y="337286"/>
                  </a:lnTo>
                  <a:lnTo>
                    <a:pt x="255638" y="266420"/>
                  </a:lnTo>
                  <a:lnTo>
                    <a:pt x="227647" y="213106"/>
                  </a:lnTo>
                  <a:lnTo>
                    <a:pt x="190246" y="186194"/>
                  </a:lnTo>
                  <a:lnTo>
                    <a:pt x="168402" y="182880"/>
                  </a:lnTo>
                  <a:lnTo>
                    <a:pt x="157988" y="183896"/>
                  </a:lnTo>
                  <a:lnTo>
                    <a:pt x="115633" y="209232"/>
                  </a:lnTo>
                  <a:lnTo>
                    <a:pt x="83045" y="250698"/>
                  </a:lnTo>
                  <a:lnTo>
                    <a:pt x="89154" y="193548"/>
                  </a:lnTo>
                  <a:lnTo>
                    <a:pt x="54864" y="193548"/>
                  </a:lnTo>
                  <a:lnTo>
                    <a:pt x="0" y="792480"/>
                  </a:lnTo>
                  <a:lnTo>
                    <a:pt x="32766" y="792480"/>
                  </a:lnTo>
                  <a:lnTo>
                    <a:pt x="63995" y="473202"/>
                  </a:lnTo>
                  <a:lnTo>
                    <a:pt x="70256" y="420344"/>
                  </a:lnTo>
                  <a:lnTo>
                    <a:pt x="78574" y="374916"/>
                  </a:lnTo>
                  <a:lnTo>
                    <a:pt x="88760" y="336905"/>
                  </a:lnTo>
                  <a:lnTo>
                    <a:pt x="114300" y="282892"/>
                  </a:lnTo>
                  <a:lnTo>
                    <a:pt x="148590" y="256286"/>
                  </a:lnTo>
                  <a:lnTo>
                    <a:pt x="169164" y="252984"/>
                  </a:lnTo>
                  <a:lnTo>
                    <a:pt x="184302" y="255295"/>
                  </a:lnTo>
                  <a:lnTo>
                    <a:pt x="219456" y="291084"/>
                  </a:lnTo>
                  <a:lnTo>
                    <a:pt x="233172" y="336994"/>
                  </a:lnTo>
                  <a:lnTo>
                    <a:pt x="237744" y="397764"/>
                  </a:lnTo>
                  <a:lnTo>
                    <a:pt x="236664" y="428955"/>
                  </a:lnTo>
                  <a:lnTo>
                    <a:pt x="235508" y="450697"/>
                  </a:lnTo>
                  <a:lnTo>
                    <a:pt x="227723" y="537210"/>
                  </a:lnTo>
                  <a:lnTo>
                    <a:pt x="203454" y="792480"/>
                  </a:lnTo>
                  <a:lnTo>
                    <a:pt x="238506" y="792480"/>
                  </a:lnTo>
                  <a:lnTo>
                    <a:pt x="259295" y="574865"/>
                  </a:lnTo>
                  <a:lnTo>
                    <a:pt x="267652" y="484251"/>
                  </a:lnTo>
                  <a:lnTo>
                    <a:pt x="270738" y="430047"/>
                  </a:lnTo>
                  <a:lnTo>
                    <a:pt x="271881" y="395452"/>
                  </a:lnTo>
                  <a:lnTo>
                    <a:pt x="272034" y="378714"/>
                  </a:lnTo>
                  <a:close/>
                </a:path>
                <a:path w="1001395" h="807720">
                  <a:moveTo>
                    <a:pt x="601980" y="506730"/>
                  </a:moveTo>
                  <a:lnTo>
                    <a:pt x="600798" y="449580"/>
                  </a:lnTo>
                  <a:lnTo>
                    <a:pt x="592455" y="357390"/>
                  </a:lnTo>
                  <a:lnTo>
                    <a:pt x="580758" y="305638"/>
                  </a:lnTo>
                  <a:lnTo>
                    <a:pt x="565404" y="262750"/>
                  </a:lnTo>
                  <a:lnTo>
                    <a:pt x="565404" y="449580"/>
                  </a:lnTo>
                  <a:lnTo>
                    <a:pt x="348996" y="449580"/>
                  </a:lnTo>
                  <a:lnTo>
                    <a:pt x="355536" y="405015"/>
                  </a:lnTo>
                  <a:lnTo>
                    <a:pt x="364807" y="365099"/>
                  </a:lnTo>
                  <a:lnTo>
                    <a:pt x="390906" y="299466"/>
                  </a:lnTo>
                  <a:lnTo>
                    <a:pt x="424903" y="257657"/>
                  </a:lnTo>
                  <a:lnTo>
                    <a:pt x="464058" y="243852"/>
                  </a:lnTo>
                  <a:lnTo>
                    <a:pt x="484670" y="247281"/>
                  </a:lnTo>
                  <a:lnTo>
                    <a:pt x="519557" y="274701"/>
                  </a:lnTo>
                  <a:lnTo>
                    <a:pt x="545998" y="329145"/>
                  </a:lnTo>
                  <a:lnTo>
                    <a:pt x="561695" y="404583"/>
                  </a:lnTo>
                  <a:lnTo>
                    <a:pt x="565404" y="449580"/>
                  </a:lnTo>
                  <a:lnTo>
                    <a:pt x="565404" y="262750"/>
                  </a:lnTo>
                  <a:lnTo>
                    <a:pt x="564642" y="260616"/>
                  </a:lnTo>
                  <a:lnTo>
                    <a:pt x="555294" y="243852"/>
                  </a:lnTo>
                  <a:lnTo>
                    <a:pt x="544334" y="224167"/>
                  </a:lnTo>
                  <a:lnTo>
                    <a:pt x="521106" y="198221"/>
                  </a:lnTo>
                  <a:lnTo>
                    <a:pt x="494880" y="182702"/>
                  </a:lnTo>
                  <a:lnTo>
                    <a:pt x="465582" y="177546"/>
                  </a:lnTo>
                  <a:lnTo>
                    <a:pt x="450545" y="178701"/>
                  </a:lnTo>
                  <a:lnTo>
                    <a:pt x="409194" y="196596"/>
                  </a:lnTo>
                  <a:lnTo>
                    <a:pt x="372757" y="237744"/>
                  </a:lnTo>
                  <a:lnTo>
                    <a:pt x="349529" y="282321"/>
                  </a:lnTo>
                  <a:lnTo>
                    <a:pt x="329260" y="341439"/>
                  </a:lnTo>
                  <a:lnTo>
                    <a:pt x="315112" y="408876"/>
                  </a:lnTo>
                  <a:lnTo>
                    <a:pt x="307949" y="481203"/>
                  </a:lnTo>
                  <a:lnTo>
                    <a:pt x="307086" y="518922"/>
                  </a:lnTo>
                  <a:lnTo>
                    <a:pt x="309613" y="579501"/>
                  </a:lnTo>
                  <a:lnTo>
                    <a:pt x="317080" y="634365"/>
                  </a:lnTo>
                  <a:lnTo>
                    <a:pt x="329260" y="683514"/>
                  </a:lnTo>
                  <a:lnTo>
                    <a:pt x="345948" y="726948"/>
                  </a:lnTo>
                  <a:lnTo>
                    <a:pt x="366229" y="762393"/>
                  </a:lnTo>
                  <a:lnTo>
                    <a:pt x="415378" y="802716"/>
                  </a:lnTo>
                  <a:lnTo>
                    <a:pt x="444246" y="807720"/>
                  </a:lnTo>
                  <a:lnTo>
                    <a:pt x="470090" y="804430"/>
                  </a:lnTo>
                  <a:lnTo>
                    <a:pt x="493864" y="794486"/>
                  </a:lnTo>
                  <a:lnTo>
                    <a:pt x="515493" y="777824"/>
                  </a:lnTo>
                  <a:lnTo>
                    <a:pt x="534924" y="754380"/>
                  </a:lnTo>
                  <a:lnTo>
                    <a:pt x="542709" y="740664"/>
                  </a:lnTo>
                  <a:lnTo>
                    <a:pt x="552310" y="723785"/>
                  </a:lnTo>
                  <a:lnTo>
                    <a:pt x="567778" y="686752"/>
                  </a:lnTo>
                  <a:lnTo>
                    <a:pt x="581101" y="643153"/>
                  </a:lnTo>
                  <a:lnTo>
                    <a:pt x="592074" y="592836"/>
                  </a:lnTo>
                  <a:lnTo>
                    <a:pt x="550926" y="592836"/>
                  </a:lnTo>
                  <a:lnTo>
                    <a:pt x="542099" y="627697"/>
                  </a:lnTo>
                  <a:lnTo>
                    <a:pt x="531774" y="657898"/>
                  </a:lnTo>
                  <a:lnTo>
                    <a:pt x="507492" y="704088"/>
                  </a:lnTo>
                  <a:lnTo>
                    <a:pt x="477774" y="731520"/>
                  </a:lnTo>
                  <a:lnTo>
                    <a:pt x="443484" y="740664"/>
                  </a:lnTo>
                  <a:lnTo>
                    <a:pt x="422656" y="736917"/>
                  </a:lnTo>
                  <a:lnTo>
                    <a:pt x="387007" y="706272"/>
                  </a:lnTo>
                  <a:lnTo>
                    <a:pt x="360489" y="645541"/>
                  </a:lnTo>
                  <a:lnTo>
                    <a:pt x="351650" y="607123"/>
                  </a:lnTo>
                  <a:lnTo>
                    <a:pt x="346252" y="563867"/>
                  </a:lnTo>
                  <a:lnTo>
                    <a:pt x="344424" y="515874"/>
                  </a:lnTo>
                  <a:lnTo>
                    <a:pt x="601218" y="515874"/>
                  </a:lnTo>
                  <a:lnTo>
                    <a:pt x="601218" y="511302"/>
                  </a:lnTo>
                  <a:lnTo>
                    <a:pt x="601980" y="506730"/>
                  </a:lnTo>
                  <a:close/>
                </a:path>
                <a:path w="1001395" h="807720">
                  <a:moveTo>
                    <a:pt x="1001268" y="193548"/>
                  </a:moveTo>
                  <a:lnTo>
                    <a:pt x="941832" y="193548"/>
                  </a:lnTo>
                  <a:lnTo>
                    <a:pt x="946061" y="145097"/>
                  </a:lnTo>
                  <a:lnTo>
                    <a:pt x="955116" y="48463"/>
                  </a:lnTo>
                  <a:lnTo>
                    <a:pt x="959358" y="0"/>
                  </a:lnTo>
                  <a:lnTo>
                    <a:pt x="925068" y="0"/>
                  </a:lnTo>
                  <a:lnTo>
                    <a:pt x="906780" y="193548"/>
                  </a:lnTo>
                  <a:lnTo>
                    <a:pt x="854964" y="193548"/>
                  </a:lnTo>
                  <a:lnTo>
                    <a:pt x="847344" y="193548"/>
                  </a:lnTo>
                  <a:lnTo>
                    <a:pt x="815340" y="193548"/>
                  </a:lnTo>
                  <a:lnTo>
                    <a:pt x="797267" y="240106"/>
                  </a:lnTo>
                  <a:lnTo>
                    <a:pt x="741959" y="379018"/>
                  </a:lnTo>
                  <a:lnTo>
                    <a:pt x="723900" y="425196"/>
                  </a:lnTo>
                  <a:lnTo>
                    <a:pt x="713676" y="379018"/>
                  </a:lnTo>
                  <a:lnTo>
                    <a:pt x="692734" y="286512"/>
                  </a:lnTo>
                  <a:lnTo>
                    <a:pt x="672084" y="193548"/>
                  </a:lnTo>
                  <a:lnTo>
                    <a:pt x="633984" y="193548"/>
                  </a:lnTo>
                  <a:lnTo>
                    <a:pt x="645083" y="242760"/>
                  </a:lnTo>
                  <a:lnTo>
                    <a:pt x="701802" y="489204"/>
                  </a:lnTo>
                  <a:lnTo>
                    <a:pt x="620687" y="691337"/>
                  </a:lnTo>
                  <a:lnTo>
                    <a:pt x="580644" y="792480"/>
                  </a:lnTo>
                  <a:lnTo>
                    <a:pt x="621030" y="792480"/>
                  </a:lnTo>
                  <a:lnTo>
                    <a:pt x="715518" y="550926"/>
                  </a:lnTo>
                  <a:lnTo>
                    <a:pt x="768858" y="792480"/>
                  </a:lnTo>
                  <a:lnTo>
                    <a:pt x="806958" y="792480"/>
                  </a:lnTo>
                  <a:lnTo>
                    <a:pt x="739140" y="486918"/>
                  </a:lnTo>
                  <a:lnTo>
                    <a:pt x="758291" y="437883"/>
                  </a:lnTo>
                  <a:lnTo>
                    <a:pt x="816457" y="291452"/>
                  </a:lnTo>
                  <a:lnTo>
                    <a:pt x="845312" y="218097"/>
                  </a:lnTo>
                  <a:lnTo>
                    <a:pt x="841248" y="260616"/>
                  </a:lnTo>
                  <a:lnTo>
                    <a:pt x="901446" y="260616"/>
                  </a:lnTo>
                  <a:lnTo>
                    <a:pt x="851916" y="792480"/>
                  </a:lnTo>
                  <a:lnTo>
                    <a:pt x="886206" y="792480"/>
                  </a:lnTo>
                  <a:lnTo>
                    <a:pt x="934974" y="260616"/>
                  </a:lnTo>
                  <a:lnTo>
                    <a:pt x="995172" y="260616"/>
                  </a:lnTo>
                  <a:lnTo>
                    <a:pt x="1001268" y="1935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67583" y="6271259"/>
              <a:ext cx="272415" cy="609600"/>
            </a:xfrm>
            <a:custGeom>
              <a:avLst/>
              <a:gdLst/>
              <a:ahLst/>
              <a:cxnLst/>
              <a:rect l="l" t="t" r="r" b="b"/>
              <a:pathLst>
                <a:path w="272414" h="609600">
                  <a:moveTo>
                    <a:pt x="89154" y="10667"/>
                  </a:moveTo>
                  <a:lnTo>
                    <a:pt x="87558" y="24955"/>
                  </a:lnTo>
                  <a:lnTo>
                    <a:pt x="86106" y="39242"/>
                  </a:lnTo>
                  <a:lnTo>
                    <a:pt x="84653" y="53530"/>
                  </a:lnTo>
                  <a:lnTo>
                    <a:pt x="83057" y="67817"/>
                  </a:lnTo>
                  <a:lnTo>
                    <a:pt x="93916" y="51804"/>
                  </a:lnTo>
                  <a:lnTo>
                    <a:pt x="104775" y="38004"/>
                  </a:lnTo>
                  <a:lnTo>
                    <a:pt x="136898" y="9322"/>
                  </a:lnTo>
                  <a:lnTo>
                    <a:pt x="168402" y="0"/>
                  </a:lnTo>
                  <a:lnTo>
                    <a:pt x="190249" y="3309"/>
                  </a:lnTo>
                  <a:lnTo>
                    <a:pt x="227659" y="30218"/>
                  </a:lnTo>
                  <a:lnTo>
                    <a:pt x="255639" y="83534"/>
                  </a:lnTo>
                  <a:lnTo>
                    <a:pt x="270188" y="154400"/>
                  </a:lnTo>
                  <a:lnTo>
                    <a:pt x="272033" y="195833"/>
                  </a:lnTo>
                  <a:lnTo>
                    <a:pt x="271891" y="212562"/>
                  </a:lnTo>
                  <a:lnTo>
                    <a:pt x="271462" y="229647"/>
                  </a:lnTo>
                  <a:lnTo>
                    <a:pt x="270748" y="247161"/>
                  </a:lnTo>
                  <a:lnTo>
                    <a:pt x="269748" y="265175"/>
                  </a:lnTo>
                  <a:lnTo>
                    <a:pt x="268914" y="283344"/>
                  </a:lnTo>
                  <a:lnTo>
                    <a:pt x="264414" y="337565"/>
                  </a:lnTo>
                  <a:lnTo>
                    <a:pt x="259305" y="391972"/>
                  </a:lnTo>
                  <a:lnTo>
                    <a:pt x="254087" y="446379"/>
                  </a:lnTo>
                  <a:lnTo>
                    <a:pt x="248832" y="500786"/>
                  </a:lnTo>
                  <a:lnTo>
                    <a:pt x="243614" y="555193"/>
                  </a:lnTo>
                  <a:lnTo>
                    <a:pt x="238506" y="609600"/>
                  </a:lnTo>
                  <a:lnTo>
                    <a:pt x="229814" y="609600"/>
                  </a:lnTo>
                  <a:lnTo>
                    <a:pt x="220980" y="609600"/>
                  </a:lnTo>
                  <a:lnTo>
                    <a:pt x="212145" y="609600"/>
                  </a:lnTo>
                  <a:lnTo>
                    <a:pt x="203454" y="609600"/>
                  </a:lnTo>
                  <a:lnTo>
                    <a:pt x="208138" y="558545"/>
                  </a:lnTo>
                  <a:lnTo>
                    <a:pt x="212993" y="507491"/>
                  </a:lnTo>
                  <a:lnTo>
                    <a:pt x="217932" y="456437"/>
                  </a:lnTo>
                  <a:lnTo>
                    <a:pt x="222870" y="405383"/>
                  </a:lnTo>
                  <a:lnTo>
                    <a:pt x="227725" y="354329"/>
                  </a:lnTo>
                  <a:lnTo>
                    <a:pt x="232410" y="303275"/>
                  </a:lnTo>
                  <a:lnTo>
                    <a:pt x="233541" y="290976"/>
                  </a:lnTo>
                  <a:lnTo>
                    <a:pt x="236672" y="246066"/>
                  </a:lnTo>
                  <a:lnTo>
                    <a:pt x="236981" y="235553"/>
                  </a:lnTo>
                  <a:lnTo>
                    <a:pt x="237291" y="225182"/>
                  </a:lnTo>
                  <a:lnTo>
                    <a:pt x="236601" y="182570"/>
                  </a:lnTo>
                  <a:lnTo>
                    <a:pt x="227457" y="129373"/>
                  </a:lnTo>
                  <a:lnTo>
                    <a:pt x="209454" y="91320"/>
                  </a:lnTo>
                  <a:lnTo>
                    <a:pt x="169164" y="70103"/>
                  </a:lnTo>
                  <a:lnTo>
                    <a:pt x="148590" y="73402"/>
                  </a:lnTo>
                  <a:lnTo>
                    <a:pt x="114300" y="100000"/>
                  </a:lnTo>
                  <a:lnTo>
                    <a:pt x="88761" y="154019"/>
                  </a:lnTo>
                  <a:lnTo>
                    <a:pt x="78581" y="192024"/>
                  </a:lnTo>
                  <a:lnTo>
                    <a:pt x="70258" y="237458"/>
                  </a:lnTo>
                  <a:lnTo>
                    <a:pt x="64007" y="290321"/>
                  </a:lnTo>
                  <a:lnTo>
                    <a:pt x="58995" y="343605"/>
                  </a:lnTo>
                  <a:lnTo>
                    <a:pt x="53876" y="396804"/>
                  </a:lnTo>
                  <a:lnTo>
                    <a:pt x="48672" y="449961"/>
                  </a:lnTo>
                  <a:lnTo>
                    <a:pt x="43405" y="503117"/>
                  </a:lnTo>
                  <a:lnTo>
                    <a:pt x="38096" y="556316"/>
                  </a:lnTo>
                  <a:lnTo>
                    <a:pt x="32766" y="609600"/>
                  </a:lnTo>
                  <a:lnTo>
                    <a:pt x="24645" y="609600"/>
                  </a:lnTo>
                  <a:lnTo>
                    <a:pt x="16383" y="609600"/>
                  </a:lnTo>
                  <a:lnTo>
                    <a:pt x="8120" y="609600"/>
                  </a:lnTo>
                  <a:lnTo>
                    <a:pt x="0" y="609600"/>
                  </a:lnTo>
                  <a:lnTo>
                    <a:pt x="4411" y="559688"/>
                  </a:lnTo>
                  <a:lnTo>
                    <a:pt x="8879" y="509777"/>
                  </a:lnTo>
                  <a:lnTo>
                    <a:pt x="13394" y="459866"/>
                  </a:lnTo>
                  <a:lnTo>
                    <a:pt x="17949" y="409955"/>
                  </a:lnTo>
                  <a:lnTo>
                    <a:pt x="22535" y="360044"/>
                  </a:lnTo>
                  <a:lnTo>
                    <a:pt x="27146" y="310133"/>
                  </a:lnTo>
                  <a:lnTo>
                    <a:pt x="31772" y="260222"/>
                  </a:lnTo>
                  <a:lnTo>
                    <a:pt x="36406" y="210311"/>
                  </a:lnTo>
                  <a:lnTo>
                    <a:pt x="41040" y="160400"/>
                  </a:lnTo>
                  <a:lnTo>
                    <a:pt x="45667" y="110489"/>
                  </a:lnTo>
                  <a:lnTo>
                    <a:pt x="50277" y="60578"/>
                  </a:lnTo>
                  <a:lnTo>
                    <a:pt x="54864" y="10667"/>
                  </a:lnTo>
                  <a:lnTo>
                    <a:pt x="63436" y="10667"/>
                  </a:lnTo>
                  <a:lnTo>
                    <a:pt x="72009" y="10667"/>
                  </a:lnTo>
                  <a:lnTo>
                    <a:pt x="80581" y="10667"/>
                  </a:lnTo>
                  <a:lnTo>
                    <a:pt x="89154" y="10667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4198" y="6329838"/>
              <a:ext cx="221170" cy="2105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74670" y="6088379"/>
              <a:ext cx="694690" cy="807720"/>
            </a:xfrm>
            <a:custGeom>
              <a:avLst/>
              <a:gdLst/>
              <a:ahLst/>
              <a:cxnLst/>
              <a:rect l="l" t="t" r="r" b="b"/>
              <a:pathLst>
                <a:path w="694689" h="807720">
                  <a:moveTo>
                    <a:pt x="284988" y="592836"/>
                  </a:moveTo>
                  <a:lnTo>
                    <a:pt x="274022" y="643151"/>
                  </a:lnTo>
                  <a:lnTo>
                    <a:pt x="260699" y="686752"/>
                  </a:lnTo>
                  <a:lnTo>
                    <a:pt x="245233" y="723780"/>
                  </a:lnTo>
                  <a:lnTo>
                    <a:pt x="208418" y="777823"/>
                  </a:lnTo>
                  <a:lnTo>
                    <a:pt x="163008" y="804421"/>
                  </a:lnTo>
                  <a:lnTo>
                    <a:pt x="137159" y="807720"/>
                  </a:lnTo>
                  <a:lnTo>
                    <a:pt x="108299" y="802707"/>
                  </a:lnTo>
                  <a:lnTo>
                    <a:pt x="59150" y="762392"/>
                  </a:lnTo>
                  <a:lnTo>
                    <a:pt x="38862" y="726948"/>
                  </a:lnTo>
                  <a:lnTo>
                    <a:pt x="22181" y="683514"/>
                  </a:lnTo>
                  <a:lnTo>
                    <a:pt x="10001" y="634365"/>
                  </a:lnTo>
                  <a:lnTo>
                    <a:pt x="2536" y="579501"/>
                  </a:lnTo>
                  <a:lnTo>
                    <a:pt x="0" y="518922"/>
                  </a:lnTo>
                  <a:lnTo>
                    <a:pt x="869" y="481191"/>
                  </a:lnTo>
                  <a:lnTo>
                    <a:pt x="8036" y="408872"/>
                  </a:lnTo>
                  <a:lnTo>
                    <a:pt x="22181" y="341435"/>
                  </a:lnTo>
                  <a:lnTo>
                    <a:pt x="42445" y="282309"/>
                  </a:lnTo>
                  <a:lnTo>
                    <a:pt x="65674" y="237744"/>
                  </a:lnTo>
                  <a:lnTo>
                    <a:pt x="89582" y="208026"/>
                  </a:lnTo>
                  <a:lnTo>
                    <a:pt x="129158" y="182213"/>
                  </a:lnTo>
                  <a:lnTo>
                    <a:pt x="158495" y="177546"/>
                  </a:lnTo>
                  <a:lnTo>
                    <a:pt x="187797" y="182701"/>
                  </a:lnTo>
                  <a:lnTo>
                    <a:pt x="237255" y="224158"/>
                  </a:lnTo>
                  <a:lnTo>
                    <a:pt x="257555" y="260604"/>
                  </a:lnTo>
                  <a:lnTo>
                    <a:pt x="273677" y="305633"/>
                  </a:lnTo>
                  <a:lnTo>
                    <a:pt x="285368" y="357378"/>
                  </a:lnTo>
                  <a:lnTo>
                    <a:pt x="292488" y="415980"/>
                  </a:lnTo>
                  <a:lnTo>
                    <a:pt x="294893" y="481584"/>
                  </a:lnTo>
                  <a:lnTo>
                    <a:pt x="294893" y="490728"/>
                  </a:lnTo>
                  <a:lnTo>
                    <a:pt x="294893" y="497586"/>
                  </a:lnTo>
                  <a:lnTo>
                    <a:pt x="294893" y="502158"/>
                  </a:lnTo>
                  <a:lnTo>
                    <a:pt x="294893" y="506730"/>
                  </a:lnTo>
                  <a:lnTo>
                    <a:pt x="294131" y="511302"/>
                  </a:lnTo>
                  <a:lnTo>
                    <a:pt x="294131" y="515874"/>
                  </a:lnTo>
                  <a:lnTo>
                    <a:pt x="242919" y="515874"/>
                  </a:lnTo>
                  <a:lnTo>
                    <a:pt x="191670" y="515874"/>
                  </a:lnTo>
                  <a:lnTo>
                    <a:pt x="140348" y="515874"/>
                  </a:lnTo>
                  <a:lnTo>
                    <a:pt x="88916" y="515874"/>
                  </a:lnTo>
                  <a:lnTo>
                    <a:pt x="37337" y="515874"/>
                  </a:lnTo>
                  <a:lnTo>
                    <a:pt x="39171" y="563856"/>
                  </a:lnTo>
                  <a:lnTo>
                    <a:pt x="44576" y="607123"/>
                  </a:lnTo>
                  <a:lnTo>
                    <a:pt x="53411" y="645533"/>
                  </a:lnTo>
                  <a:lnTo>
                    <a:pt x="79926" y="706266"/>
                  </a:lnTo>
                  <a:lnTo>
                    <a:pt x="115573" y="736913"/>
                  </a:lnTo>
                  <a:lnTo>
                    <a:pt x="136397" y="740664"/>
                  </a:lnTo>
                  <a:lnTo>
                    <a:pt x="154114" y="738378"/>
                  </a:lnTo>
                  <a:lnTo>
                    <a:pt x="200405" y="704088"/>
                  </a:lnTo>
                  <a:lnTo>
                    <a:pt x="224694" y="657891"/>
                  </a:lnTo>
                  <a:lnTo>
                    <a:pt x="243839" y="592836"/>
                  </a:lnTo>
                  <a:lnTo>
                    <a:pt x="254126" y="592836"/>
                  </a:lnTo>
                  <a:lnTo>
                    <a:pt x="264413" y="592836"/>
                  </a:lnTo>
                  <a:lnTo>
                    <a:pt x="274700" y="592836"/>
                  </a:lnTo>
                  <a:lnTo>
                    <a:pt x="284988" y="592836"/>
                  </a:lnTo>
                  <a:close/>
                </a:path>
                <a:path w="694689" h="807720">
                  <a:moveTo>
                    <a:pt x="547877" y="193548"/>
                  </a:moveTo>
                  <a:lnTo>
                    <a:pt x="528715" y="242584"/>
                  </a:lnTo>
                  <a:lnTo>
                    <a:pt x="509382" y="291450"/>
                  </a:lnTo>
                  <a:lnTo>
                    <a:pt x="489965" y="340233"/>
                  </a:lnTo>
                  <a:lnTo>
                    <a:pt x="470549" y="389015"/>
                  </a:lnTo>
                  <a:lnTo>
                    <a:pt x="451216" y="437881"/>
                  </a:lnTo>
                  <a:lnTo>
                    <a:pt x="432053" y="486918"/>
                  </a:lnTo>
                  <a:lnTo>
                    <a:pt x="443162" y="537915"/>
                  </a:lnTo>
                  <a:lnTo>
                    <a:pt x="454377" y="588828"/>
                  </a:lnTo>
                  <a:lnTo>
                    <a:pt x="465677" y="639699"/>
                  </a:lnTo>
                  <a:lnTo>
                    <a:pt x="477040" y="690569"/>
                  </a:lnTo>
                  <a:lnTo>
                    <a:pt x="488445" y="741482"/>
                  </a:lnTo>
                  <a:lnTo>
                    <a:pt x="499871" y="792480"/>
                  </a:lnTo>
                  <a:lnTo>
                    <a:pt x="490275" y="792480"/>
                  </a:lnTo>
                  <a:lnTo>
                    <a:pt x="480821" y="792480"/>
                  </a:lnTo>
                  <a:lnTo>
                    <a:pt x="471368" y="792480"/>
                  </a:lnTo>
                  <a:lnTo>
                    <a:pt x="461771" y="792480"/>
                  </a:lnTo>
                  <a:lnTo>
                    <a:pt x="451177" y="744022"/>
                  </a:lnTo>
                  <a:lnTo>
                    <a:pt x="440472" y="695602"/>
                  </a:lnTo>
                  <a:lnTo>
                    <a:pt x="429731" y="647254"/>
                  </a:lnTo>
                  <a:lnTo>
                    <a:pt x="419026" y="599017"/>
                  </a:lnTo>
                  <a:lnTo>
                    <a:pt x="408431" y="550926"/>
                  </a:lnTo>
                  <a:lnTo>
                    <a:pt x="389607" y="599309"/>
                  </a:lnTo>
                  <a:lnTo>
                    <a:pt x="370673" y="647584"/>
                  </a:lnTo>
                  <a:lnTo>
                    <a:pt x="351702" y="695821"/>
                  </a:lnTo>
                  <a:lnTo>
                    <a:pt x="332768" y="744096"/>
                  </a:lnTo>
                  <a:lnTo>
                    <a:pt x="313943" y="792480"/>
                  </a:lnTo>
                  <a:lnTo>
                    <a:pt x="303668" y="792480"/>
                  </a:lnTo>
                  <a:lnTo>
                    <a:pt x="293465" y="792480"/>
                  </a:lnTo>
                  <a:lnTo>
                    <a:pt x="283404" y="792480"/>
                  </a:lnTo>
                  <a:lnTo>
                    <a:pt x="273557" y="792480"/>
                  </a:lnTo>
                  <a:lnTo>
                    <a:pt x="293486" y="741863"/>
                  </a:lnTo>
                  <a:lnTo>
                    <a:pt x="313605" y="691331"/>
                  </a:lnTo>
                  <a:lnTo>
                    <a:pt x="333851" y="640842"/>
                  </a:lnTo>
                  <a:lnTo>
                    <a:pt x="354160" y="590352"/>
                  </a:lnTo>
                  <a:lnTo>
                    <a:pt x="374470" y="539820"/>
                  </a:lnTo>
                  <a:lnTo>
                    <a:pt x="394715" y="489204"/>
                  </a:lnTo>
                  <a:lnTo>
                    <a:pt x="383289" y="439998"/>
                  </a:lnTo>
                  <a:lnTo>
                    <a:pt x="371884" y="390708"/>
                  </a:lnTo>
                  <a:lnTo>
                    <a:pt x="360521" y="341376"/>
                  </a:lnTo>
                  <a:lnTo>
                    <a:pt x="349221" y="292043"/>
                  </a:lnTo>
                  <a:lnTo>
                    <a:pt x="338006" y="242753"/>
                  </a:lnTo>
                  <a:lnTo>
                    <a:pt x="326897" y="193548"/>
                  </a:lnTo>
                  <a:lnTo>
                    <a:pt x="336172" y="193548"/>
                  </a:lnTo>
                  <a:lnTo>
                    <a:pt x="345662" y="193548"/>
                  </a:lnTo>
                  <a:lnTo>
                    <a:pt x="355294" y="193548"/>
                  </a:lnTo>
                  <a:lnTo>
                    <a:pt x="364997" y="193548"/>
                  </a:lnTo>
                  <a:lnTo>
                    <a:pt x="375214" y="240097"/>
                  </a:lnTo>
                  <a:lnTo>
                    <a:pt x="385651" y="286499"/>
                  </a:lnTo>
                  <a:lnTo>
                    <a:pt x="396160" y="332792"/>
                  </a:lnTo>
                  <a:lnTo>
                    <a:pt x="406597" y="379012"/>
                  </a:lnTo>
                  <a:lnTo>
                    <a:pt x="416813" y="425196"/>
                  </a:lnTo>
                  <a:lnTo>
                    <a:pt x="434882" y="379012"/>
                  </a:lnTo>
                  <a:lnTo>
                    <a:pt x="453280" y="332792"/>
                  </a:lnTo>
                  <a:lnTo>
                    <a:pt x="471787" y="286499"/>
                  </a:lnTo>
                  <a:lnTo>
                    <a:pt x="490185" y="240097"/>
                  </a:lnTo>
                  <a:lnTo>
                    <a:pt x="508253" y="193548"/>
                  </a:lnTo>
                  <a:lnTo>
                    <a:pt x="518088" y="193548"/>
                  </a:lnTo>
                  <a:lnTo>
                    <a:pt x="528065" y="193548"/>
                  </a:lnTo>
                  <a:lnTo>
                    <a:pt x="538043" y="193548"/>
                  </a:lnTo>
                  <a:lnTo>
                    <a:pt x="547877" y="193548"/>
                  </a:lnTo>
                  <a:close/>
                </a:path>
                <a:path w="694689" h="807720">
                  <a:moveTo>
                    <a:pt x="544829" y="792480"/>
                  </a:moveTo>
                  <a:lnTo>
                    <a:pt x="549229" y="744076"/>
                  </a:lnTo>
                  <a:lnTo>
                    <a:pt x="553691" y="695703"/>
                  </a:lnTo>
                  <a:lnTo>
                    <a:pt x="558200" y="647354"/>
                  </a:lnTo>
                  <a:lnTo>
                    <a:pt x="562744" y="599022"/>
                  </a:lnTo>
                  <a:lnTo>
                    <a:pt x="567309" y="550701"/>
                  </a:lnTo>
                  <a:lnTo>
                    <a:pt x="571880" y="502382"/>
                  </a:lnTo>
                  <a:lnTo>
                    <a:pt x="576445" y="454061"/>
                  </a:lnTo>
                  <a:lnTo>
                    <a:pt x="580989" y="405729"/>
                  </a:lnTo>
                  <a:lnTo>
                    <a:pt x="585498" y="357380"/>
                  </a:lnTo>
                  <a:lnTo>
                    <a:pt x="589960" y="309007"/>
                  </a:lnTo>
                  <a:lnTo>
                    <a:pt x="594359" y="260604"/>
                  </a:lnTo>
                  <a:lnTo>
                    <a:pt x="579489" y="260604"/>
                  </a:lnTo>
                  <a:lnTo>
                    <a:pt x="564546" y="260604"/>
                  </a:lnTo>
                  <a:lnTo>
                    <a:pt x="549461" y="260604"/>
                  </a:lnTo>
                  <a:lnTo>
                    <a:pt x="534162" y="260604"/>
                  </a:lnTo>
                  <a:lnTo>
                    <a:pt x="535864" y="243911"/>
                  </a:lnTo>
                  <a:lnTo>
                    <a:pt x="537495" y="227076"/>
                  </a:lnTo>
                  <a:lnTo>
                    <a:pt x="538984" y="210240"/>
                  </a:lnTo>
                  <a:lnTo>
                    <a:pt x="540257" y="193548"/>
                  </a:lnTo>
                  <a:lnTo>
                    <a:pt x="555116" y="193548"/>
                  </a:lnTo>
                  <a:lnTo>
                    <a:pt x="569976" y="193548"/>
                  </a:lnTo>
                  <a:lnTo>
                    <a:pt x="584835" y="193548"/>
                  </a:lnTo>
                  <a:lnTo>
                    <a:pt x="599693" y="193548"/>
                  </a:lnTo>
                  <a:lnTo>
                    <a:pt x="604265" y="145089"/>
                  </a:lnTo>
                  <a:lnTo>
                    <a:pt x="608838" y="96774"/>
                  </a:lnTo>
                  <a:lnTo>
                    <a:pt x="613410" y="48458"/>
                  </a:lnTo>
                  <a:lnTo>
                    <a:pt x="617981" y="0"/>
                  </a:lnTo>
                  <a:lnTo>
                    <a:pt x="626554" y="0"/>
                  </a:lnTo>
                  <a:lnTo>
                    <a:pt x="635126" y="0"/>
                  </a:lnTo>
                  <a:lnTo>
                    <a:pt x="643699" y="0"/>
                  </a:lnTo>
                  <a:lnTo>
                    <a:pt x="652271" y="0"/>
                  </a:lnTo>
                  <a:lnTo>
                    <a:pt x="648033" y="48458"/>
                  </a:lnTo>
                  <a:lnTo>
                    <a:pt x="643509" y="96774"/>
                  </a:lnTo>
                  <a:lnTo>
                    <a:pt x="638984" y="145089"/>
                  </a:lnTo>
                  <a:lnTo>
                    <a:pt x="634745" y="193548"/>
                  </a:lnTo>
                  <a:lnTo>
                    <a:pt x="649604" y="193548"/>
                  </a:lnTo>
                  <a:lnTo>
                    <a:pt x="664463" y="193548"/>
                  </a:lnTo>
                  <a:lnTo>
                    <a:pt x="679323" y="193548"/>
                  </a:lnTo>
                  <a:lnTo>
                    <a:pt x="694181" y="193548"/>
                  </a:lnTo>
                  <a:lnTo>
                    <a:pt x="692586" y="210240"/>
                  </a:lnTo>
                  <a:lnTo>
                    <a:pt x="691133" y="227075"/>
                  </a:lnTo>
                  <a:lnTo>
                    <a:pt x="689681" y="243911"/>
                  </a:lnTo>
                  <a:lnTo>
                    <a:pt x="688085" y="260604"/>
                  </a:lnTo>
                  <a:lnTo>
                    <a:pt x="673107" y="260604"/>
                  </a:lnTo>
                  <a:lnTo>
                    <a:pt x="657986" y="260604"/>
                  </a:lnTo>
                  <a:lnTo>
                    <a:pt x="642866" y="260604"/>
                  </a:lnTo>
                  <a:lnTo>
                    <a:pt x="627888" y="260604"/>
                  </a:lnTo>
                  <a:lnTo>
                    <a:pt x="623506" y="309007"/>
                  </a:lnTo>
                  <a:lnTo>
                    <a:pt x="619093" y="357380"/>
                  </a:lnTo>
                  <a:lnTo>
                    <a:pt x="614656" y="405729"/>
                  </a:lnTo>
                  <a:lnTo>
                    <a:pt x="610202" y="454061"/>
                  </a:lnTo>
                  <a:lnTo>
                    <a:pt x="605737" y="502382"/>
                  </a:lnTo>
                  <a:lnTo>
                    <a:pt x="601270" y="550701"/>
                  </a:lnTo>
                  <a:lnTo>
                    <a:pt x="596805" y="599022"/>
                  </a:lnTo>
                  <a:lnTo>
                    <a:pt x="592351" y="647354"/>
                  </a:lnTo>
                  <a:lnTo>
                    <a:pt x="587914" y="695703"/>
                  </a:lnTo>
                  <a:lnTo>
                    <a:pt x="583501" y="744076"/>
                  </a:lnTo>
                  <a:lnTo>
                    <a:pt x="579119" y="792480"/>
                  </a:lnTo>
                  <a:lnTo>
                    <a:pt x="570547" y="792480"/>
                  </a:lnTo>
                  <a:lnTo>
                    <a:pt x="561974" y="792480"/>
                  </a:lnTo>
                  <a:lnTo>
                    <a:pt x="553402" y="792480"/>
                  </a:lnTo>
                  <a:lnTo>
                    <a:pt x="544829" y="79248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2108" y="6101333"/>
              <a:ext cx="1281683" cy="80771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899154" y="6088379"/>
              <a:ext cx="1282700" cy="807720"/>
            </a:xfrm>
            <a:custGeom>
              <a:avLst/>
              <a:gdLst/>
              <a:ahLst/>
              <a:cxnLst/>
              <a:rect l="l" t="t" r="r" b="b"/>
              <a:pathLst>
                <a:path w="1282700" h="807720">
                  <a:moveTo>
                    <a:pt x="400050" y="193548"/>
                  </a:moveTo>
                  <a:lnTo>
                    <a:pt x="363474" y="193548"/>
                  </a:lnTo>
                  <a:lnTo>
                    <a:pt x="251460" y="685038"/>
                  </a:lnTo>
                  <a:lnTo>
                    <a:pt x="217170" y="193548"/>
                  </a:lnTo>
                  <a:lnTo>
                    <a:pt x="180594" y="193548"/>
                  </a:lnTo>
                  <a:lnTo>
                    <a:pt x="169329" y="243370"/>
                  </a:lnTo>
                  <a:lnTo>
                    <a:pt x="89319" y="591553"/>
                  </a:lnTo>
                  <a:lnTo>
                    <a:pt x="67056" y="691134"/>
                  </a:lnTo>
                  <a:lnTo>
                    <a:pt x="37338" y="193548"/>
                  </a:lnTo>
                  <a:lnTo>
                    <a:pt x="0" y="193548"/>
                  </a:lnTo>
                  <a:lnTo>
                    <a:pt x="41910" y="792480"/>
                  </a:lnTo>
                  <a:lnTo>
                    <a:pt x="79248" y="792480"/>
                  </a:lnTo>
                  <a:lnTo>
                    <a:pt x="90284" y="743839"/>
                  </a:lnTo>
                  <a:lnTo>
                    <a:pt x="191262" y="307086"/>
                  </a:lnTo>
                  <a:lnTo>
                    <a:pt x="224790" y="792480"/>
                  </a:lnTo>
                  <a:lnTo>
                    <a:pt x="262128" y="792480"/>
                  </a:lnTo>
                  <a:lnTo>
                    <a:pt x="273418" y="742581"/>
                  </a:lnTo>
                  <a:lnTo>
                    <a:pt x="400050" y="193548"/>
                  </a:lnTo>
                  <a:close/>
                </a:path>
                <a:path w="1282700" h="807720">
                  <a:moveTo>
                    <a:pt x="686562" y="511302"/>
                  </a:moveTo>
                  <a:lnTo>
                    <a:pt x="686536" y="481203"/>
                  </a:lnTo>
                  <a:lnTo>
                    <a:pt x="685431" y="449580"/>
                  </a:lnTo>
                  <a:lnTo>
                    <a:pt x="684263" y="415988"/>
                  </a:lnTo>
                  <a:lnTo>
                    <a:pt x="677316" y="357390"/>
                  </a:lnTo>
                  <a:lnTo>
                    <a:pt x="665657" y="305638"/>
                  </a:lnTo>
                  <a:lnTo>
                    <a:pt x="649986" y="262712"/>
                  </a:lnTo>
                  <a:lnTo>
                    <a:pt x="649986" y="449580"/>
                  </a:lnTo>
                  <a:lnTo>
                    <a:pt x="433578" y="449580"/>
                  </a:lnTo>
                  <a:lnTo>
                    <a:pt x="440563" y="405015"/>
                  </a:lnTo>
                  <a:lnTo>
                    <a:pt x="450049" y="365099"/>
                  </a:lnTo>
                  <a:lnTo>
                    <a:pt x="476250" y="299466"/>
                  </a:lnTo>
                  <a:lnTo>
                    <a:pt x="509968" y="257657"/>
                  </a:lnTo>
                  <a:lnTo>
                    <a:pt x="549402" y="243852"/>
                  </a:lnTo>
                  <a:lnTo>
                    <a:pt x="569683" y="247281"/>
                  </a:lnTo>
                  <a:lnTo>
                    <a:pt x="604469" y="274701"/>
                  </a:lnTo>
                  <a:lnTo>
                    <a:pt x="631012" y="329145"/>
                  </a:lnTo>
                  <a:lnTo>
                    <a:pt x="646709" y="404583"/>
                  </a:lnTo>
                  <a:lnTo>
                    <a:pt x="649986" y="449580"/>
                  </a:lnTo>
                  <a:lnTo>
                    <a:pt x="649986" y="262712"/>
                  </a:lnTo>
                  <a:lnTo>
                    <a:pt x="649224" y="260616"/>
                  </a:lnTo>
                  <a:lnTo>
                    <a:pt x="640029" y="243852"/>
                  </a:lnTo>
                  <a:lnTo>
                    <a:pt x="629234" y="224167"/>
                  </a:lnTo>
                  <a:lnTo>
                    <a:pt x="605980" y="198221"/>
                  </a:lnTo>
                  <a:lnTo>
                    <a:pt x="579564" y="182702"/>
                  </a:lnTo>
                  <a:lnTo>
                    <a:pt x="550164" y="177546"/>
                  </a:lnTo>
                  <a:lnTo>
                    <a:pt x="535470" y="178701"/>
                  </a:lnTo>
                  <a:lnTo>
                    <a:pt x="494538" y="196596"/>
                  </a:lnTo>
                  <a:lnTo>
                    <a:pt x="457987" y="237744"/>
                  </a:lnTo>
                  <a:lnTo>
                    <a:pt x="434746" y="282321"/>
                  </a:lnTo>
                  <a:lnTo>
                    <a:pt x="413956" y="341439"/>
                  </a:lnTo>
                  <a:lnTo>
                    <a:pt x="400024" y="408876"/>
                  </a:lnTo>
                  <a:lnTo>
                    <a:pt x="392633" y="481203"/>
                  </a:lnTo>
                  <a:lnTo>
                    <a:pt x="391668" y="518922"/>
                  </a:lnTo>
                  <a:lnTo>
                    <a:pt x="394195" y="579501"/>
                  </a:lnTo>
                  <a:lnTo>
                    <a:pt x="401662" y="634365"/>
                  </a:lnTo>
                  <a:lnTo>
                    <a:pt x="413842" y="683514"/>
                  </a:lnTo>
                  <a:lnTo>
                    <a:pt x="430530" y="726948"/>
                  </a:lnTo>
                  <a:lnTo>
                    <a:pt x="450913" y="762393"/>
                  </a:lnTo>
                  <a:lnTo>
                    <a:pt x="500278" y="802716"/>
                  </a:lnTo>
                  <a:lnTo>
                    <a:pt x="528828" y="807720"/>
                  </a:lnTo>
                  <a:lnTo>
                    <a:pt x="554672" y="804430"/>
                  </a:lnTo>
                  <a:lnTo>
                    <a:pt x="578446" y="794486"/>
                  </a:lnTo>
                  <a:lnTo>
                    <a:pt x="600075" y="777824"/>
                  </a:lnTo>
                  <a:lnTo>
                    <a:pt x="619506" y="754380"/>
                  </a:lnTo>
                  <a:lnTo>
                    <a:pt x="627303" y="740664"/>
                  </a:lnTo>
                  <a:lnTo>
                    <a:pt x="636905" y="723785"/>
                  </a:lnTo>
                  <a:lnTo>
                    <a:pt x="652462" y="686752"/>
                  </a:lnTo>
                  <a:lnTo>
                    <a:pt x="666000" y="643153"/>
                  </a:lnTo>
                  <a:lnTo>
                    <a:pt x="677418" y="592836"/>
                  </a:lnTo>
                  <a:lnTo>
                    <a:pt x="636270" y="592836"/>
                  </a:lnTo>
                  <a:lnTo>
                    <a:pt x="626999" y="627697"/>
                  </a:lnTo>
                  <a:lnTo>
                    <a:pt x="616458" y="657898"/>
                  </a:lnTo>
                  <a:lnTo>
                    <a:pt x="592074" y="704088"/>
                  </a:lnTo>
                  <a:lnTo>
                    <a:pt x="563016" y="731520"/>
                  </a:lnTo>
                  <a:lnTo>
                    <a:pt x="528828" y="740664"/>
                  </a:lnTo>
                  <a:lnTo>
                    <a:pt x="507669" y="736917"/>
                  </a:lnTo>
                  <a:lnTo>
                    <a:pt x="471919" y="706272"/>
                  </a:lnTo>
                  <a:lnTo>
                    <a:pt x="445198" y="645541"/>
                  </a:lnTo>
                  <a:lnTo>
                    <a:pt x="436626" y="607123"/>
                  </a:lnTo>
                  <a:lnTo>
                    <a:pt x="431482" y="563867"/>
                  </a:lnTo>
                  <a:lnTo>
                    <a:pt x="429768" y="515874"/>
                  </a:lnTo>
                  <a:lnTo>
                    <a:pt x="685800" y="515874"/>
                  </a:lnTo>
                  <a:lnTo>
                    <a:pt x="686562" y="511302"/>
                  </a:lnTo>
                  <a:close/>
                </a:path>
                <a:path w="1282700" h="807720">
                  <a:moveTo>
                    <a:pt x="1007364" y="506730"/>
                  </a:moveTo>
                  <a:lnTo>
                    <a:pt x="1006182" y="449580"/>
                  </a:lnTo>
                  <a:lnTo>
                    <a:pt x="997839" y="357390"/>
                  </a:lnTo>
                  <a:lnTo>
                    <a:pt x="986142" y="305638"/>
                  </a:lnTo>
                  <a:lnTo>
                    <a:pt x="970788" y="262750"/>
                  </a:lnTo>
                  <a:lnTo>
                    <a:pt x="970788" y="449580"/>
                  </a:lnTo>
                  <a:lnTo>
                    <a:pt x="754380" y="449580"/>
                  </a:lnTo>
                  <a:lnTo>
                    <a:pt x="760920" y="405015"/>
                  </a:lnTo>
                  <a:lnTo>
                    <a:pt x="770191" y="365099"/>
                  </a:lnTo>
                  <a:lnTo>
                    <a:pt x="796290" y="299466"/>
                  </a:lnTo>
                  <a:lnTo>
                    <a:pt x="830580" y="257657"/>
                  </a:lnTo>
                  <a:lnTo>
                    <a:pt x="869442" y="243852"/>
                  </a:lnTo>
                  <a:lnTo>
                    <a:pt x="890168" y="247281"/>
                  </a:lnTo>
                  <a:lnTo>
                    <a:pt x="925258" y="274701"/>
                  </a:lnTo>
                  <a:lnTo>
                    <a:pt x="951382" y="329145"/>
                  </a:lnTo>
                  <a:lnTo>
                    <a:pt x="967079" y="404583"/>
                  </a:lnTo>
                  <a:lnTo>
                    <a:pt x="970788" y="449580"/>
                  </a:lnTo>
                  <a:lnTo>
                    <a:pt x="970788" y="262750"/>
                  </a:lnTo>
                  <a:lnTo>
                    <a:pt x="970026" y="260616"/>
                  </a:lnTo>
                  <a:lnTo>
                    <a:pt x="960831" y="243852"/>
                  </a:lnTo>
                  <a:lnTo>
                    <a:pt x="950036" y="224167"/>
                  </a:lnTo>
                  <a:lnTo>
                    <a:pt x="926769" y="198221"/>
                  </a:lnTo>
                  <a:lnTo>
                    <a:pt x="900366" y="182702"/>
                  </a:lnTo>
                  <a:lnTo>
                    <a:pt x="870966" y="177546"/>
                  </a:lnTo>
                  <a:lnTo>
                    <a:pt x="856272" y="178701"/>
                  </a:lnTo>
                  <a:lnTo>
                    <a:pt x="815340" y="196596"/>
                  </a:lnTo>
                  <a:lnTo>
                    <a:pt x="778789" y="237744"/>
                  </a:lnTo>
                  <a:lnTo>
                    <a:pt x="755230" y="282321"/>
                  </a:lnTo>
                  <a:lnTo>
                    <a:pt x="734656" y="341439"/>
                  </a:lnTo>
                  <a:lnTo>
                    <a:pt x="720826" y="408876"/>
                  </a:lnTo>
                  <a:lnTo>
                    <a:pt x="713435" y="481203"/>
                  </a:lnTo>
                  <a:lnTo>
                    <a:pt x="712470" y="518922"/>
                  </a:lnTo>
                  <a:lnTo>
                    <a:pt x="714997" y="579501"/>
                  </a:lnTo>
                  <a:lnTo>
                    <a:pt x="722464" y="634365"/>
                  </a:lnTo>
                  <a:lnTo>
                    <a:pt x="734644" y="683514"/>
                  </a:lnTo>
                  <a:lnTo>
                    <a:pt x="751332" y="726948"/>
                  </a:lnTo>
                  <a:lnTo>
                    <a:pt x="771613" y="762393"/>
                  </a:lnTo>
                  <a:lnTo>
                    <a:pt x="820762" y="802716"/>
                  </a:lnTo>
                  <a:lnTo>
                    <a:pt x="849630" y="807720"/>
                  </a:lnTo>
                  <a:lnTo>
                    <a:pt x="875474" y="804430"/>
                  </a:lnTo>
                  <a:lnTo>
                    <a:pt x="899248" y="794486"/>
                  </a:lnTo>
                  <a:lnTo>
                    <a:pt x="920877" y="777824"/>
                  </a:lnTo>
                  <a:lnTo>
                    <a:pt x="940308" y="754380"/>
                  </a:lnTo>
                  <a:lnTo>
                    <a:pt x="948105" y="740664"/>
                  </a:lnTo>
                  <a:lnTo>
                    <a:pt x="957707" y="723785"/>
                  </a:lnTo>
                  <a:lnTo>
                    <a:pt x="973264" y="686752"/>
                  </a:lnTo>
                  <a:lnTo>
                    <a:pt x="986802" y="643153"/>
                  </a:lnTo>
                  <a:lnTo>
                    <a:pt x="998220" y="592836"/>
                  </a:lnTo>
                  <a:lnTo>
                    <a:pt x="956310" y="592836"/>
                  </a:lnTo>
                  <a:lnTo>
                    <a:pt x="947483" y="627697"/>
                  </a:lnTo>
                  <a:lnTo>
                    <a:pt x="937158" y="657898"/>
                  </a:lnTo>
                  <a:lnTo>
                    <a:pt x="912876" y="704088"/>
                  </a:lnTo>
                  <a:lnTo>
                    <a:pt x="883716" y="731520"/>
                  </a:lnTo>
                  <a:lnTo>
                    <a:pt x="848868" y="740664"/>
                  </a:lnTo>
                  <a:lnTo>
                    <a:pt x="828040" y="736917"/>
                  </a:lnTo>
                  <a:lnTo>
                    <a:pt x="792391" y="706272"/>
                  </a:lnTo>
                  <a:lnTo>
                    <a:pt x="765873" y="645541"/>
                  </a:lnTo>
                  <a:lnTo>
                    <a:pt x="757034" y="607123"/>
                  </a:lnTo>
                  <a:lnTo>
                    <a:pt x="751636" y="563867"/>
                  </a:lnTo>
                  <a:lnTo>
                    <a:pt x="749808" y="515874"/>
                  </a:lnTo>
                  <a:lnTo>
                    <a:pt x="1006602" y="515874"/>
                  </a:lnTo>
                  <a:lnTo>
                    <a:pt x="1006602" y="511302"/>
                  </a:lnTo>
                  <a:lnTo>
                    <a:pt x="1007364" y="506730"/>
                  </a:lnTo>
                  <a:close/>
                </a:path>
                <a:path w="1282700" h="807720">
                  <a:moveTo>
                    <a:pt x="1282446" y="193548"/>
                  </a:moveTo>
                  <a:lnTo>
                    <a:pt x="1236726" y="193548"/>
                  </a:lnTo>
                  <a:lnTo>
                    <a:pt x="1215402" y="240868"/>
                  </a:lnTo>
                  <a:lnTo>
                    <a:pt x="1086612" y="524256"/>
                  </a:lnTo>
                  <a:lnTo>
                    <a:pt x="1134618" y="0"/>
                  </a:lnTo>
                  <a:lnTo>
                    <a:pt x="1101090" y="0"/>
                  </a:lnTo>
                  <a:lnTo>
                    <a:pt x="1027938" y="792480"/>
                  </a:lnTo>
                  <a:lnTo>
                    <a:pt x="1062228" y="792480"/>
                  </a:lnTo>
                  <a:lnTo>
                    <a:pt x="1075944" y="643128"/>
                  </a:lnTo>
                  <a:lnTo>
                    <a:pt x="1088072" y="615835"/>
                  </a:lnTo>
                  <a:lnTo>
                    <a:pt x="1100416" y="588746"/>
                  </a:lnTo>
                  <a:lnTo>
                    <a:pt x="1125474" y="534924"/>
                  </a:lnTo>
                  <a:lnTo>
                    <a:pt x="1186789" y="740905"/>
                  </a:lnTo>
                  <a:lnTo>
                    <a:pt x="1201674" y="792480"/>
                  </a:lnTo>
                  <a:lnTo>
                    <a:pt x="1243584" y="792480"/>
                  </a:lnTo>
                  <a:lnTo>
                    <a:pt x="1228547" y="739965"/>
                  </a:lnTo>
                  <a:lnTo>
                    <a:pt x="1167168" y="530301"/>
                  </a:lnTo>
                  <a:lnTo>
                    <a:pt x="1152144" y="477774"/>
                  </a:lnTo>
                  <a:lnTo>
                    <a:pt x="1173645" y="430263"/>
                  </a:lnTo>
                  <a:lnTo>
                    <a:pt x="1260932" y="241071"/>
                  </a:lnTo>
                  <a:lnTo>
                    <a:pt x="1282446" y="1935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99154" y="6281927"/>
              <a:ext cx="400050" cy="599440"/>
            </a:xfrm>
            <a:custGeom>
              <a:avLst/>
              <a:gdLst/>
              <a:ahLst/>
              <a:cxnLst/>
              <a:rect l="l" t="t" r="r" b="b"/>
              <a:pathLst>
                <a:path w="400050" h="599440">
                  <a:moveTo>
                    <a:pt x="41910" y="598932"/>
                  </a:moveTo>
                  <a:lnTo>
                    <a:pt x="38466" y="549021"/>
                  </a:lnTo>
                  <a:lnTo>
                    <a:pt x="34995" y="499110"/>
                  </a:lnTo>
                  <a:lnTo>
                    <a:pt x="31503" y="449199"/>
                  </a:lnTo>
                  <a:lnTo>
                    <a:pt x="27996" y="399288"/>
                  </a:lnTo>
                  <a:lnTo>
                    <a:pt x="24478" y="349376"/>
                  </a:lnTo>
                  <a:lnTo>
                    <a:pt x="20955" y="299465"/>
                  </a:lnTo>
                  <a:lnTo>
                    <a:pt x="17431" y="249554"/>
                  </a:lnTo>
                  <a:lnTo>
                    <a:pt x="13913" y="199643"/>
                  </a:lnTo>
                  <a:lnTo>
                    <a:pt x="10406" y="149732"/>
                  </a:lnTo>
                  <a:lnTo>
                    <a:pt x="6914" y="99821"/>
                  </a:lnTo>
                  <a:lnTo>
                    <a:pt x="3443" y="49910"/>
                  </a:lnTo>
                  <a:lnTo>
                    <a:pt x="0" y="0"/>
                  </a:lnTo>
                  <a:lnTo>
                    <a:pt x="9263" y="0"/>
                  </a:lnTo>
                  <a:lnTo>
                    <a:pt x="18669" y="0"/>
                  </a:lnTo>
                  <a:lnTo>
                    <a:pt x="28074" y="0"/>
                  </a:lnTo>
                  <a:lnTo>
                    <a:pt x="37337" y="0"/>
                  </a:lnTo>
                  <a:lnTo>
                    <a:pt x="40309" y="49813"/>
                  </a:lnTo>
                  <a:lnTo>
                    <a:pt x="43281" y="99590"/>
                  </a:lnTo>
                  <a:lnTo>
                    <a:pt x="46253" y="149339"/>
                  </a:lnTo>
                  <a:lnTo>
                    <a:pt x="49225" y="199070"/>
                  </a:lnTo>
                  <a:lnTo>
                    <a:pt x="52196" y="248793"/>
                  </a:lnTo>
                  <a:lnTo>
                    <a:pt x="55168" y="298515"/>
                  </a:lnTo>
                  <a:lnTo>
                    <a:pt x="58140" y="348246"/>
                  </a:lnTo>
                  <a:lnTo>
                    <a:pt x="61112" y="397995"/>
                  </a:lnTo>
                  <a:lnTo>
                    <a:pt x="64084" y="447772"/>
                  </a:lnTo>
                  <a:lnTo>
                    <a:pt x="67056" y="497586"/>
                  </a:lnTo>
                  <a:lnTo>
                    <a:pt x="78114" y="447772"/>
                  </a:lnTo>
                  <a:lnTo>
                    <a:pt x="89324" y="397995"/>
                  </a:lnTo>
                  <a:lnTo>
                    <a:pt x="100653" y="348246"/>
                  </a:lnTo>
                  <a:lnTo>
                    <a:pt x="112068" y="298515"/>
                  </a:lnTo>
                  <a:lnTo>
                    <a:pt x="123539" y="248793"/>
                  </a:lnTo>
                  <a:lnTo>
                    <a:pt x="135032" y="199070"/>
                  </a:lnTo>
                  <a:lnTo>
                    <a:pt x="146516" y="149339"/>
                  </a:lnTo>
                  <a:lnTo>
                    <a:pt x="157959" y="99590"/>
                  </a:lnTo>
                  <a:lnTo>
                    <a:pt x="169329" y="49813"/>
                  </a:lnTo>
                  <a:lnTo>
                    <a:pt x="180594" y="0"/>
                  </a:lnTo>
                  <a:lnTo>
                    <a:pt x="189737" y="0"/>
                  </a:lnTo>
                  <a:lnTo>
                    <a:pt x="198882" y="0"/>
                  </a:lnTo>
                  <a:lnTo>
                    <a:pt x="208026" y="0"/>
                  </a:lnTo>
                  <a:lnTo>
                    <a:pt x="217170" y="0"/>
                  </a:lnTo>
                  <a:lnTo>
                    <a:pt x="220413" y="49149"/>
                  </a:lnTo>
                  <a:lnTo>
                    <a:pt x="223735" y="98298"/>
                  </a:lnTo>
                  <a:lnTo>
                    <a:pt x="227120" y="147447"/>
                  </a:lnTo>
                  <a:lnTo>
                    <a:pt x="230556" y="196596"/>
                  </a:lnTo>
                  <a:lnTo>
                    <a:pt x="234029" y="245745"/>
                  </a:lnTo>
                  <a:lnTo>
                    <a:pt x="237524" y="294894"/>
                  </a:lnTo>
                  <a:lnTo>
                    <a:pt x="241028" y="344043"/>
                  </a:lnTo>
                  <a:lnTo>
                    <a:pt x="244528" y="393192"/>
                  </a:lnTo>
                  <a:lnTo>
                    <a:pt x="248010" y="442341"/>
                  </a:lnTo>
                  <a:lnTo>
                    <a:pt x="251460" y="491490"/>
                  </a:lnTo>
                  <a:lnTo>
                    <a:pt x="262476" y="442341"/>
                  </a:lnTo>
                  <a:lnTo>
                    <a:pt x="273570" y="393192"/>
                  </a:lnTo>
                  <a:lnTo>
                    <a:pt x="284728" y="344043"/>
                  </a:lnTo>
                  <a:lnTo>
                    <a:pt x="295936" y="294894"/>
                  </a:lnTo>
                  <a:lnTo>
                    <a:pt x="307181" y="245744"/>
                  </a:lnTo>
                  <a:lnTo>
                    <a:pt x="318448" y="196595"/>
                  </a:lnTo>
                  <a:lnTo>
                    <a:pt x="329725" y="147446"/>
                  </a:lnTo>
                  <a:lnTo>
                    <a:pt x="340998" y="98297"/>
                  </a:lnTo>
                  <a:lnTo>
                    <a:pt x="352252" y="49149"/>
                  </a:lnTo>
                  <a:lnTo>
                    <a:pt x="363474" y="0"/>
                  </a:lnTo>
                  <a:lnTo>
                    <a:pt x="372618" y="0"/>
                  </a:lnTo>
                  <a:lnTo>
                    <a:pt x="381762" y="0"/>
                  </a:lnTo>
                  <a:lnTo>
                    <a:pt x="390906" y="0"/>
                  </a:lnTo>
                  <a:lnTo>
                    <a:pt x="400050" y="0"/>
                  </a:lnTo>
                  <a:lnTo>
                    <a:pt x="388750" y="49911"/>
                  </a:lnTo>
                  <a:lnTo>
                    <a:pt x="377345" y="99822"/>
                  </a:lnTo>
                  <a:lnTo>
                    <a:pt x="365855" y="149733"/>
                  </a:lnTo>
                  <a:lnTo>
                    <a:pt x="354301" y="199644"/>
                  </a:lnTo>
                  <a:lnTo>
                    <a:pt x="342705" y="249555"/>
                  </a:lnTo>
                  <a:lnTo>
                    <a:pt x="331088" y="299466"/>
                  </a:lnTo>
                  <a:lnTo>
                    <a:pt x="319472" y="349377"/>
                  </a:lnTo>
                  <a:lnTo>
                    <a:pt x="307876" y="399288"/>
                  </a:lnTo>
                  <a:lnTo>
                    <a:pt x="296322" y="449199"/>
                  </a:lnTo>
                  <a:lnTo>
                    <a:pt x="284832" y="499110"/>
                  </a:lnTo>
                  <a:lnTo>
                    <a:pt x="273427" y="549021"/>
                  </a:lnTo>
                  <a:lnTo>
                    <a:pt x="262128" y="598932"/>
                  </a:lnTo>
                  <a:lnTo>
                    <a:pt x="252972" y="598932"/>
                  </a:lnTo>
                  <a:lnTo>
                    <a:pt x="243744" y="598932"/>
                  </a:lnTo>
                  <a:lnTo>
                    <a:pt x="234374" y="598932"/>
                  </a:lnTo>
                  <a:lnTo>
                    <a:pt x="224790" y="598932"/>
                  </a:lnTo>
                  <a:lnTo>
                    <a:pt x="221567" y="550262"/>
                  </a:lnTo>
                  <a:lnTo>
                    <a:pt x="218303" y="501633"/>
                  </a:lnTo>
                  <a:lnTo>
                    <a:pt x="215003" y="453041"/>
                  </a:lnTo>
                  <a:lnTo>
                    <a:pt x="211671" y="404481"/>
                  </a:lnTo>
                  <a:lnTo>
                    <a:pt x="208311" y="355949"/>
                  </a:lnTo>
                  <a:lnTo>
                    <a:pt x="204929" y="307439"/>
                  </a:lnTo>
                  <a:lnTo>
                    <a:pt x="201528" y="258948"/>
                  </a:lnTo>
                  <a:lnTo>
                    <a:pt x="198113" y="210470"/>
                  </a:lnTo>
                  <a:lnTo>
                    <a:pt x="194690" y="162001"/>
                  </a:lnTo>
                  <a:lnTo>
                    <a:pt x="191262" y="113538"/>
                  </a:lnTo>
                  <a:lnTo>
                    <a:pt x="180225" y="162187"/>
                  </a:lnTo>
                  <a:lnTo>
                    <a:pt x="169078" y="210763"/>
                  </a:lnTo>
                  <a:lnTo>
                    <a:pt x="157849" y="259284"/>
                  </a:lnTo>
                  <a:lnTo>
                    <a:pt x="146566" y="307768"/>
                  </a:lnTo>
                  <a:lnTo>
                    <a:pt x="135254" y="356235"/>
                  </a:lnTo>
                  <a:lnTo>
                    <a:pt x="123943" y="404701"/>
                  </a:lnTo>
                  <a:lnTo>
                    <a:pt x="112660" y="453185"/>
                  </a:lnTo>
                  <a:lnTo>
                    <a:pt x="101431" y="501706"/>
                  </a:lnTo>
                  <a:lnTo>
                    <a:pt x="90284" y="550282"/>
                  </a:lnTo>
                  <a:lnTo>
                    <a:pt x="79248" y="598932"/>
                  </a:lnTo>
                  <a:lnTo>
                    <a:pt x="69984" y="598932"/>
                  </a:lnTo>
                  <a:lnTo>
                    <a:pt x="60578" y="598932"/>
                  </a:lnTo>
                  <a:lnTo>
                    <a:pt x="51173" y="598932"/>
                  </a:lnTo>
                  <a:lnTo>
                    <a:pt x="41910" y="598932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30350" y="6329838"/>
              <a:ext cx="221170" cy="21050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290822" y="6265925"/>
              <a:ext cx="295275" cy="630555"/>
            </a:xfrm>
            <a:custGeom>
              <a:avLst/>
              <a:gdLst/>
              <a:ahLst/>
              <a:cxnLst/>
              <a:rect l="l" t="t" r="r" b="b"/>
              <a:pathLst>
                <a:path w="295275" h="630554">
                  <a:moveTo>
                    <a:pt x="285750" y="415290"/>
                  </a:moveTo>
                  <a:lnTo>
                    <a:pt x="274343" y="465605"/>
                  </a:lnTo>
                  <a:lnTo>
                    <a:pt x="260794" y="509206"/>
                  </a:lnTo>
                  <a:lnTo>
                    <a:pt x="245244" y="546234"/>
                  </a:lnTo>
                  <a:lnTo>
                    <a:pt x="208418" y="600277"/>
                  </a:lnTo>
                  <a:lnTo>
                    <a:pt x="163008" y="626875"/>
                  </a:lnTo>
                  <a:lnTo>
                    <a:pt x="137160" y="630174"/>
                  </a:lnTo>
                  <a:lnTo>
                    <a:pt x="108620" y="625161"/>
                  </a:lnTo>
                  <a:lnTo>
                    <a:pt x="59257" y="584846"/>
                  </a:lnTo>
                  <a:lnTo>
                    <a:pt x="38862" y="549401"/>
                  </a:lnTo>
                  <a:lnTo>
                    <a:pt x="22181" y="505968"/>
                  </a:lnTo>
                  <a:lnTo>
                    <a:pt x="10001" y="456819"/>
                  </a:lnTo>
                  <a:lnTo>
                    <a:pt x="2536" y="401955"/>
                  </a:lnTo>
                  <a:lnTo>
                    <a:pt x="0" y="341375"/>
                  </a:lnTo>
                  <a:lnTo>
                    <a:pt x="976" y="303645"/>
                  </a:lnTo>
                  <a:lnTo>
                    <a:pt x="8358" y="231326"/>
                  </a:lnTo>
                  <a:lnTo>
                    <a:pt x="22300" y="163889"/>
                  </a:lnTo>
                  <a:lnTo>
                    <a:pt x="43088" y="104763"/>
                  </a:lnTo>
                  <a:lnTo>
                    <a:pt x="66329" y="60198"/>
                  </a:lnTo>
                  <a:lnTo>
                    <a:pt x="102869" y="19050"/>
                  </a:lnTo>
                  <a:lnTo>
                    <a:pt x="143803" y="1154"/>
                  </a:lnTo>
                  <a:lnTo>
                    <a:pt x="158495" y="0"/>
                  </a:lnTo>
                  <a:lnTo>
                    <a:pt x="187904" y="5155"/>
                  </a:lnTo>
                  <a:lnTo>
                    <a:pt x="237577" y="46612"/>
                  </a:lnTo>
                  <a:lnTo>
                    <a:pt x="257555" y="83058"/>
                  </a:lnTo>
                  <a:lnTo>
                    <a:pt x="273998" y="128087"/>
                  </a:lnTo>
                  <a:lnTo>
                    <a:pt x="285654" y="179832"/>
                  </a:lnTo>
                  <a:lnTo>
                    <a:pt x="292596" y="238434"/>
                  </a:lnTo>
                  <a:lnTo>
                    <a:pt x="294893" y="304038"/>
                  </a:lnTo>
                  <a:lnTo>
                    <a:pt x="294893" y="313181"/>
                  </a:lnTo>
                  <a:lnTo>
                    <a:pt x="294893" y="320040"/>
                  </a:lnTo>
                  <a:lnTo>
                    <a:pt x="294893" y="324612"/>
                  </a:lnTo>
                  <a:lnTo>
                    <a:pt x="294893" y="329184"/>
                  </a:lnTo>
                  <a:lnTo>
                    <a:pt x="294893" y="333756"/>
                  </a:lnTo>
                  <a:lnTo>
                    <a:pt x="294131" y="338328"/>
                  </a:lnTo>
                  <a:lnTo>
                    <a:pt x="38100" y="338328"/>
                  </a:lnTo>
                  <a:lnTo>
                    <a:pt x="39814" y="386310"/>
                  </a:lnTo>
                  <a:lnTo>
                    <a:pt x="44957" y="429577"/>
                  </a:lnTo>
                  <a:lnTo>
                    <a:pt x="53530" y="467987"/>
                  </a:lnTo>
                  <a:lnTo>
                    <a:pt x="80260" y="528720"/>
                  </a:lnTo>
                  <a:lnTo>
                    <a:pt x="116002" y="559367"/>
                  </a:lnTo>
                  <a:lnTo>
                    <a:pt x="137160" y="563118"/>
                  </a:lnTo>
                  <a:lnTo>
                    <a:pt x="154864" y="560832"/>
                  </a:lnTo>
                  <a:lnTo>
                    <a:pt x="200405" y="526542"/>
                  </a:lnTo>
                  <a:lnTo>
                    <a:pt x="224789" y="480345"/>
                  </a:lnTo>
                  <a:lnTo>
                    <a:pt x="244601" y="415290"/>
                  </a:lnTo>
                  <a:lnTo>
                    <a:pt x="254888" y="415290"/>
                  </a:lnTo>
                  <a:lnTo>
                    <a:pt x="265175" y="415290"/>
                  </a:lnTo>
                  <a:lnTo>
                    <a:pt x="275463" y="415290"/>
                  </a:lnTo>
                  <a:lnTo>
                    <a:pt x="285750" y="41529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51152" y="6329838"/>
              <a:ext cx="221170" cy="21050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611623" y="6088379"/>
              <a:ext cx="570230" cy="807720"/>
            </a:xfrm>
            <a:custGeom>
              <a:avLst/>
              <a:gdLst/>
              <a:ahLst/>
              <a:cxnLst/>
              <a:rect l="l" t="t" r="r" b="b"/>
              <a:pathLst>
                <a:path w="570229" h="807720">
                  <a:moveTo>
                    <a:pt x="285750" y="592836"/>
                  </a:moveTo>
                  <a:lnTo>
                    <a:pt x="274343" y="643151"/>
                  </a:lnTo>
                  <a:lnTo>
                    <a:pt x="260794" y="686752"/>
                  </a:lnTo>
                  <a:lnTo>
                    <a:pt x="245244" y="723780"/>
                  </a:lnTo>
                  <a:lnTo>
                    <a:pt x="208418" y="777823"/>
                  </a:lnTo>
                  <a:lnTo>
                    <a:pt x="163008" y="804421"/>
                  </a:lnTo>
                  <a:lnTo>
                    <a:pt x="137160" y="807720"/>
                  </a:lnTo>
                  <a:lnTo>
                    <a:pt x="108299" y="802707"/>
                  </a:lnTo>
                  <a:lnTo>
                    <a:pt x="59150" y="762392"/>
                  </a:lnTo>
                  <a:lnTo>
                    <a:pt x="38862" y="726948"/>
                  </a:lnTo>
                  <a:lnTo>
                    <a:pt x="22181" y="683514"/>
                  </a:lnTo>
                  <a:lnTo>
                    <a:pt x="10001" y="634365"/>
                  </a:lnTo>
                  <a:lnTo>
                    <a:pt x="2536" y="579501"/>
                  </a:lnTo>
                  <a:lnTo>
                    <a:pt x="0" y="518922"/>
                  </a:lnTo>
                  <a:lnTo>
                    <a:pt x="976" y="481191"/>
                  </a:lnTo>
                  <a:lnTo>
                    <a:pt x="8358" y="408872"/>
                  </a:lnTo>
                  <a:lnTo>
                    <a:pt x="22193" y="341435"/>
                  </a:lnTo>
                  <a:lnTo>
                    <a:pt x="42767" y="282309"/>
                  </a:lnTo>
                  <a:lnTo>
                    <a:pt x="66329" y="237744"/>
                  </a:lnTo>
                  <a:lnTo>
                    <a:pt x="102870" y="196596"/>
                  </a:lnTo>
                  <a:lnTo>
                    <a:pt x="143803" y="178700"/>
                  </a:lnTo>
                  <a:lnTo>
                    <a:pt x="158496" y="177546"/>
                  </a:lnTo>
                  <a:lnTo>
                    <a:pt x="187904" y="182701"/>
                  </a:lnTo>
                  <a:lnTo>
                    <a:pt x="237577" y="224158"/>
                  </a:lnTo>
                  <a:lnTo>
                    <a:pt x="257555" y="260604"/>
                  </a:lnTo>
                  <a:lnTo>
                    <a:pt x="273677" y="305633"/>
                  </a:lnTo>
                  <a:lnTo>
                    <a:pt x="285368" y="357378"/>
                  </a:lnTo>
                  <a:lnTo>
                    <a:pt x="292488" y="415980"/>
                  </a:lnTo>
                  <a:lnTo>
                    <a:pt x="294893" y="481584"/>
                  </a:lnTo>
                  <a:lnTo>
                    <a:pt x="294893" y="490728"/>
                  </a:lnTo>
                  <a:lnTo>
                    <a:pt x="294893" y="497586"/>
                  </a:lnTo>
                  <a:lnTo>
                    <a:pt x="294893" y="502158"/>
                  </a:lnTo>
                  <a:lnTo>
                    <a:pt x="294893" y="506730"/>
                  </a:lnTo>
                  <a:lnTo>
                    <a:pt x="294131" y="511302"/>
                  </a:lnTo>
                  <a:lnTo>
                    <a:pt x="294131" y="515874"/>
                  </a:lnTo>
                  <a:lnTo>
                    <a:pt x="242919" y="515874"/>
                  </a:lnTo>
                  <a:lnTo>
                    <a:pt x="191670" y="515874"/>
                  </a:lnTo>
                  <a:lnTo>
                    <a:pt x="140348" y="515874"/>
                  </a:lnTo>
                  <a:lnTo>
                    <a:pt x="88916" y="515874"/>
                  </a:lnTo>
                  <a:lnTo>
                    <a:pt x="37337" y="515874"/>
                  </a:lnTo>
                  <a:lnTo>
                    <a:pt x="39171" y="563856"/>
                  </a:lnTo>
                  <a:lnTo>
                    <a:pt x="44576" y="607123"/>
                  </a:lnTo>
                  <a:lnTo>
                    <a:pt x="53411" y="645533"/>
                  </a:lnTo>
                  <a:lnTo>
                    <a:pt x="79926" y="706266"/>
                  </a:lnTo>
                  <a:lnTo>
                    <a:pt x="115573" y="736913"/>
                  </a:lnTo>
                  <a:lnTo>
                    <a:pt x="136398" y="740664"/>
                  </a:lnTo>
                  <a:lnTo>
                    <a:pt x="154543" y="738378"/>
                  </a:lnTo>
                  <a:lnTo>
                    <a:pt x="200405" y="704088"/>
                  </a:lnTo>
                  <a:lnTo>
                    <a:pt x="224694" y="657891"/>
                  </a:lnTo>
                  <a:lnTo>
                    <a:pt x="243839" y="592836"/>
                  </a:lnTo>
                  <a:lnTo>
                    <a:pt x="254246" y="592836"/>
                  </a:lnTo>
                  <a:lnTo>
                    <a:pt x="264794" y="592836"/>
                  </a:lnTo>
                  <a:lnTo>
                    <a:pt x="275343" y="592836"/>
                  </a:lnTo>
                  <a:lnTo>
                    <a:pt x="285750" y="592836"/>
                  </a:lnTo>
                  <a:close/>
                </a:path>
                <a:path w="570229" h="807720">
                  <a:moveTo>
                    <a:pt x="422148" y="0"/>
                  </a:moveTo>
                  <a:lnTo>
                    <a:pt x="417532" y="52370"/>
                  </a:lnTo>
                  <a:lnTo>
                    <a:pt x="412839" y="104778"/>
                  </a:lnTo>
                  <a:lnTo>
                    <a:pt x="408082" y="157212"/>
                  </a:lnTo>
                  <a:lnTo>
                    <a:pt x="403274" y="209665"/>
                  </a:lnTo>
                  <a:lnTo>
                    <a:pt x="398430" y="262127"/>
                  </a:lnTo>
                  <a:lnTo>
                    <a:pt x="393563" y="314590"/>
                  </a:lnTo>
                  <a:lnTo>
                    <a:pt x="388687" y="367043"/>
                  </a:lnTo>
                  <a:lnTo>
                    <a:pt x="383816" y="419477"/>
                  </a:lnTo>
                  <a:lnTo>
                    <a:pt x="378963" y="471885"/>
                  </a:lnTo>
                  <a:lnTo>
                    <a:pt x="374141" y="524256"/>
                  </a:lnTo>
                  <a:lnTo>
                    <a:pt x="395453" y="476945"/>
                  </a:lnTo>
                  <a:lnTo>
                    <a:pt x="416898" y="429701"/>
                  </a:lnTo>
                  <a:lnTo>
                    <a:pt x="438423" y="382497"/>
                  </a:lnTo>
                  <a:lnTo>
                    <a:pt x="459974" y="335306"/>
                  </a:lnTo>
                  <a:lnTo>
                    <a:pt x="481499" y="288102"/>
                  </a:lnTo>
                  <a:lnTo>
                    <a:pt x="502944" y="240858"/>
                  </a:lnTo>
                  <a:lnTo>
                    <a:pt x="524255" y="193548"/>
                  </a:lnTo>
                  <a:lnTo>
                    <a:pt x="535686" y="193548"/>
                  </a:lnTo>
                  <a:lnTo>
                    <a:pt x="547116" y="193548"/>
                  </a:lnTo>
                  <a:lnTo>
                    <a:pt x="558546" y="193548"/>
                  </a:lnTo>
                  <a:lnTo>
                    <a:pt x="569976" y="193548"/>
                  </a:lnTo>
                  <a:lnTo>
                    <a:pt x="548470" y="241060"/>
                  </a:lnTo>
                  <a:lnTo>
                    <a:pt x="526711" y="288402"/>
                  </a:lnTo>
                  <a:lnTo>
                    <a:pt x="504825" y="335661"/>
                  </a:lnTo>
                  <a:lnTo>
                    <a:pt x="482938" y="382919"/>
                  </a:lnTo>
                  <a:lnTo>
                    <a:pt x="461179" y="430261"/>
                  </a:lnTo>
                  <a:lnTo>
                    <a:pt x="439674" y="477774"/>
                  </a:lnTo>
                  <a:lnTo>
                    <a:pt x="454702" y="530295"/>
                  </a:lnTo>
                  <a:lnTo>
                    <a:pt x="469984" y="582732"/>
                  </a:lnTo>
                  <a:lnTo>
                    <a:pt x="485393" y="635127"/>
                  </a:lnTo>
                  <a:lnTo>
                    <a:pt x="500803" y="687521"/>
                  </a:lnTo>
                  <a:lnTo>
                    <a:pt x="516085" y="739958"/>
                  </a:lnTo>
                  <a:lnTo>
                    <a:pt x="531113" y="792480"/>
                  </a:lnTo>
                  <a:lnTo>
                    <a:pt x="520815" y="792480"/>
                  </a:lnTo>
                  <a:lnTo>
                    <a:pt x="510444" y="792480"/>
                  </a:lnTo>
                  <a:lnTo>
                    <a:pt x="499931" y="792480"/>
                  </a:lnTo>
                  <a:lnTo>
                    <a:pt x="489203" y="792480"/>
                  </a:lnTo>
                  <a:lnTo>
                    <a:pt x="474329" y="740895"/>
                  </a:lnTo>
                  <a:lnTo>
                    <a:pt x="459089" y="689421"/>
                  </a:lnTo>
                  <a:lnTo>
                    <a:pt x="443666" y="637982"/>
                  </a:lnTo>
                  <a:lnTo>
                    <a:pt x="428243" y="586508"/>
                  </a:lnTo>
                  <a:lnTo>
                    <a:pt x="413003" y="534924"/>
                  </a:lnTo>
                  <a:lnTo>
                    <a:pt x="400442" y="561796"/>
                  </a:lnTo>
                  <a:lnTo>
                    <a:pt x="387953" y="588740"/>
                  </a:lnTo>
                  <a:lnTo>
                    <a:pt x="363474" y="643128"/>
                  </a:lnTo>
                  <a:lnTo>
                    <a:pt x="356616" y="717518"/>
                  </a:lnTo>
                  <a:lnTo>
                    <a:pt x="349758" y="792480"/>
                  </a:lnTo>
                  <a:lnTo>
                    <a:pt x="341185" y="792480"/>
                  </a:lnTo>
                  <a:lnTo>
                    <a:pt x="332613" y="792480"/>
                  </a:lnTo>
                  <a:lnTo>
                    <a:pt x="324040" y="792480"/>
                  </a:lnTo>
                  <a:lnTo>
                    <a:pt x="315467" y="792480"/>
                  </a:lnTo>
                  <a:lnTo>
                    <a:pt x="319922" y="742910"/>
                  </a:lnTo>
                  <a:lnTo>
                    <a:pt x="324424" y="693357"/>
                  </a:lnTo>
                  <a:lnTo>
                    <a:pt x="328966" y="643817"/>
                  </a:lnTo>
                  <a:lnTo>
                    <a:pt x="333541" y="594288"/>
                  </a:lnTo>
                  <a:lnTo>
                    <a:pt x="338143" y="544768"/>
                  </a:lnTo>
                  <a:lnTo>
                    <a:pt x="342766" y="495255"/>
                  </a:lnTo>
                  <a:lnTo>
                    <a:pt x="347401" y="445746"/>
                  </a:lnTo>
                  <a:lnTo>
                    <a:pt x="352044" y="396240"/>
                  </a:lnTo>
                  <a:lnTo>
                    <a:pt x="356686" y="346733"/>
                  </a:lnTo>
                  <a:lnTo>
                    <a:pt x="361321" y="297224"/>
                  </a:lnTo>
                  <a:lnTo>
                    <a:pt x="365944" y="247711"/>
                  </a:lnTo>
                  <a:lnTo>
                    <a:pt x="370546" y="198191"/>
                  </a:lnTo>
                  <a:lnTo>
                    <a:pt x="375121" y="148662"/>
                  </a:lnTo>
                  <a:lnTo>
                    <a:pt x="379663" y="99122"/>
                  </a:lnTo>
                  <a:lnTo>
                    <a:pt x="384165" y="49569"/>
                  </a:lnTo>
                  <a:lnTo>
                    <a:pt x="388620" y="0"/>
                  </a:lnTo>
                  <a:lnTo>
                    <a:pt x="397180" y="0"/>
                  </a:lnTo>
                  <a:lnTo>
                    <a:pt x="405669" y="0"/>
                  </a:lnTo>
                  <a:lnTo>
                    <a:pt x="414016" y="0"/>
                  </a:lnTo>
                  <a:lnTo>
                    <a:pt x="422148" y="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49096" y="4951475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6"/>
                  </a:moveTo>
                  <a:lnTo>
                    <a:pt x="4559046" y="3416046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794562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TI50hal</Template>
  <TotalTime>21</TotalTime>
  <Words>1253</Words>
  <Application>Microsoft Office PowerPoint</Application>
  <PresentationFormat>On-screen Show (4:3)</PresentationFormat>
  <Paragraphs>306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16</vt:i4>
      </vt:variant>
    </vt:vector>
  </HeadingPairs>
  <TitlesOfParts>
    <vt:vector size="32" baseType="lpstr">
      <vt:lpstr>Arial</vt:lpstr>
      <vt:lpstr>Arial MT</vt:lpstr>
      <vt:lpstr>Calibri</vt:lpstr>
      <vt:lpstr>Calibri Light</vt:lpstr>
      <vt:lpstr>Tahoma</vt:lpstr>
      <vt:lpstr>Times New Roman</vt:lpstr>
      <vt:lpstr>Trebuchet MS</vt:lpstr>
      <vt:lpstr>Wingdings</vt:lpstr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Kesempatan Kerja Sektor  Telematika di Indonesia</vt:lpstr>
      <vt:lpstr>PowerPoint Presentation</vt:lpstr>
      <vt:lpstr>    PROFESI  TEKNOLOGI INFORMASI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modul5.ppt</dc:title>
  <dc:creator>w_hanz</dc:creator>
  <cp:lastModifiedBy>Windows User</cp:lastModifiedBy>
  <cp:revision>6</cp:revision>
  <dcterms:created xsi:type="dcterms:W3CDTF">2021-08-24T12:43:03Z</dcterms:created>
  <dcterms:modified xsi:type="dcterms:W3CDTF">2021-08-28T00:13:41Z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2009-11-10T00:00:00Z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2021-08-24T00:00:00Z</vt:filetime>
  </property>
</Properties>
</file>