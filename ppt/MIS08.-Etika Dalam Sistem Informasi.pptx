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6.xml" ContentType="application/vnd.openxmlformats-officedocument.theme+xml"/>
  <Override PartName="/ppt/slideLayouts/slideLayout16.xml" ContentType="application/vnd.openxmlformats-officedocument.presentationml.slideLayout+xml"/>
  <Override PartName="/ppt/theme/theme7.xml" ContentType="application/vnd.openxmlformats-officedocument.theme+xml"/>
  <Override PartName="/ppt/slideLayouts/slideLayout17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media/image13.jpg" ContentType="image/jpg"/>
  <Override PartName="/ppt/media/image15.jpg" ContentType="image/jpg"/>
  <Override PartName="/ppt/media/image20.jpg" ContentType="image/jpg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  <p:sldMasterId id="2147483671" r:id="rId2"/>
    <p:sldMasterId id="2147483673" r:id="rId3"/>
    <p:sldMasterId id="2147483675" r:id="rId4"/>
    <p:sldMasterId id="2147483677" r:id="rId5"/>
    <p:sldMasterId id="2147483679" r:id="rId6"/>
    <p:sldMasterId id="2147483687" r:id="rId7"/>
    <p:sldMasterId id="2147483689" r:id="rId8"/>
  </p:sldMasterIdLst>
  <p:notesMasterIdLst>
    <p:notesMasterId r:id="rId2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7849A-DDBD-43D8-8D43-DB5ADE278BDE}" type="datetimeFigureOut">
              <a:rPr lang="en-US" smtClean="0"/>
              <a:t>8/28/2021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E0E530-0699-45C7-AABD-89A85E97F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217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E0E530-0699-45C7-AABD-89A85E97FB1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662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45758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rgbClr val="56221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6882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rgbClr val="56221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2340" y="1623186"/>
            <a:ext cx="8214359" cy="4572000"/>
          </a:xfrm>
          <a:prstGeom prst="rect">
            <a:avLst/>
          </a:prstGeom>
        </p:spPr>
        <p:txBody>
          <a:bodyPr lIns="0" tIns="0" rIns="0" bIns="0"/>
          <a:lstStyle>
            <a:lvl1pPr>
              <a:defRPr sz="19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47659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5605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24798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89024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36373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05800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="" xmlns:a16="http://schemas.microsoft.com/office/drawing/2014/main" id="{198065A5-1218-4E69-9EF0-90C3C2E6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48019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464233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1FFC4A87-0CB1-45CE-9554-8F044AA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47371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4501662" y="683288"/>
            <a:ext cx="464233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52A5D29-0C74-4DB5-80AC-205E2980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36734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2A08D90C-70B8-457C-95AE-141C49C3A3FB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9144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ABE849F3-B6DF-4217-B464-9130928C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93723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33BEC2E1-0AD8-452E-87EC-4D9066322202}"/>
              </a:ext>
            </a:extLst>
          </p:cNvPr>
          <p:cNvSpPr/>
          <p:nvPr userDrawn="1"/>
        </p:nvSpPr>
        <p:spPr>
          <a:xfrm>
            <a:off x="0" y="0"/>
            <a:ext cx="9144000" cy="10852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2CC0ADF-8FA4-4472-9031-72E465CB4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284056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4EBE2D0A-6E5C-4A94-8EF1-D947C32EBE56}"/>
              </a:ext>
            </a:extLst>
          </p:cNvPr>
          <p:cNvSpPr/>
          <p:nvPr userDrawn="1"/>
        </p:nvSpPr>
        <p:spPr>
          <a:xfrm>
            <a:off x="0" y="80391"/>
            <a:ext cx="9144000" cy="63304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4898FCA4-6365-4601-85C8-B9BFB43B3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50011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6570B6C2-5A8A-40C2-AE98-493677E13A21}"/>
              </a:ext>
            </a:extLst>
          </p:cNvPr>
          <p:cNvSpPr/>
          <p:nvPr userDrawn="1"/>
        </p:nvSpPr>
        <p:spPr>
          <a:xfrm>
            <a:off x="0" y="60293"/>
            <a:ext cx="9144000" cy="457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10892BB0-7181-4898-96B3-7ABD572DA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269106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7931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08310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7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1"/>
            <a:ext cx="9144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1" y="38925"/>
            <a:ext cx="83946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456D31B-DA89-4FCC-A0CF-973CBA8BD493}"/>
              </a:ext>
            </a:extLst>
          </p:cNvPr>
          <p:cNvSpPr txBox="1"/>
          <p:nvPr/>
        </p:nvSpPr>
        <p:spPr>
          <a:xfrm>
            <a:off x="914194" y="166671"/>
            <a:ext cx="4414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PROGRAM STUDI S1 TEKNIK INFORMATIKA</a:t>
            </a:r>
            <a:br>
              <a:rPr lang="en-US" sz="1800" dirty="0"/>
            </a:br>
            <a:r>
              <a:rPr lang="en-US" sz="1800" dirty="0"/>
              <a:t>UNIVERSITAS PAMULANG</a:t>
            </a:r>
            <a:endParaRPr lang="en-ID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264" y="0"/>
            <a:ext cx="1607736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0446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="" xmlns:a16="http://schemas.microsoft.com/office/drawing/2014/main" id="{59788E57-52DB-4E2B-A81F-D18E71DA02CB}"/>
              </a:ext>
            </a:extLst>
          </p:cNvPr>
          <p:cNvSpPr/>
          <p:nvPr/>
        </p:nvSpPr>
        <p:spPr>
          <a:xfrm>
            <a:off x="0" y="6360608"/>
            <a:ext cx="9144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41" y="6422940"/>
            <a:ext cx="339764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2" y="6419058"/>
            <a:ext cx="285368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C0EC3BD-0F33-4AAF-A3A2-953764A0D99A}"/>
              </a:ext>
            </a:extLst>
          </p:cNvPr>
          <p:cNvSpPr txBox="1"/>
          <p:nvPr/>
        </p:nvSpPr>
        <p:spPr>
          <a:xfrm>
            <a:off x="360100" y="6412026"/>
            <a:ext cx="134522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 err="1"/>
              <a:t>InfoTI_unpam</a:t>
            </a:r>
            <a:endParaRPr lang="en-ID" sz="1350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CFA357-EB7B-4C90-B08D-FF68109B966A}"/>
              </a:ext>
            </a:extLst>
          </p:cNvPr>
          <p:cNvSpPr txBox="1"/>
          <p:nvPr/>
        </p:nvSpPr>
        <p:spPr>
          <a:xfrm>
            <a:off x="1895542" y="6412026"/>
            <a:ext cx="20233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informatika.unpam.ac.id</a:t>
            </a:r>
            <a:endParaRPr lang="en-ID" sz="1350" dirty="0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997" y="6412027"/>
            <a:ext cx="48627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723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0446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="" xmlns:a16="http://schemas.microsoft.com/office/drawing/2014/main" id="{59788E57-52DB-4E2B-A81F-D18E71DA02CB}"/>
              </a:ext>
            </a:extLst>
          </p:cNvPr>
          <p:cNvSpPr/>
          <p:nvPr/>
        </p:nvSpPr>
        <p:spPr>
          <a:xfrm>
            <a:off x="0" y="6360608"/>
            <a:ext cx="9144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41" y="6422940"/>
            <a:ext cx="339764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2" y="6419058"/>
            <a:ext cx="285368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C0EC3BD-0F33-4AAF-A3A2-953764A0D99A}"/>
              </a:ext>
            </a:extLst>
          </p:cNvPr>
          <p:cNvSpPr txBox="1"/>
          <p:nvPr/>
        </p:nvSpPr>
        <p:spPr>
          <a:xfrm>
            <a:off x="360100" y="6412026"/>
            <a:ext cx="134522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 err="1"/>
              <a:t>InfoTI_unpam</a:t>
            </a:r>
            <a:endParaRPr lang="en-ID" sz="1350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CFA357-EB7B-4C90-B08D-FF68109B966A}"/>
              </a:ext>
            </a:extLst>
          </p:cNvPr>
          <p:cNvSpPr txBox="1"/>
          <p:nvPr/>
        </p:nvSpPr>
        <p:spPr>
          <a:xfrm>
            <a:off x="1895542" y="6412026"/>
            <a:ext cx="20233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informatika.unpam.ac.id</a:t>
            </a:r>
            <a:endParaRPr lang="en-ID" sz="1350" dirty="0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997" y="6412027"/>
            <a:ext cx="48627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692" y="6366986"/>
            <a:ext cx="384305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849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/>
        </p:nvSpPr>
        <p:spPr>
          <a:xfrm rot="16200000">
            <a:off x="7421965" y="5135961"/>
            <a:ext cx="1884065" cy="1560008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Program </a:t>
            </a:r>
            <a:r>
              <a:rPr lang="en-US" sz="1500" dirty="0" err="1">
                <a:solidFill>
                  <a:schemeClr val="tx1"/>
                </a:solidFill>
              </a:rPr>
              <a:t>Studi</a:t>
            </a:r>
            <a:r>
              <a:rPr lang="en-US" sz="1500" dirty="0">
                <a:solidFill>
                  <a:schemeClr val="tx1"/>
                </a:solidFill>
              </a:rPr>
              <a:t> Teknik </a:t>
            </a:r>
            <a:r>
              <a:rPr lang="en-US" sz="1500" dirty="0" err="1">
                <a:solidFill>
                  <a:schemeClr val="tx1"/>
                </a:solidFill>
              </a:rPr>
              <a:t>Informatika</a:t>
            </a:r>
            <a:r>
              <a:rPr lang="en-US" sz="1500" dirty="0">
                <a:solidFill>
                  <a:schemeClr val="tx1"/>
                </a:solidFill>
              </a:rPr>
              <a:t>, Universitas </a:t>
            </a:r>
            <a:r>
              <a:rPr lang="en-US" sz="1500" dirty="0" err="1">
                <a:solidFill>
                  <a:schemeClr val="tx1"/>
                </a:solidFill>
              </a:rPr>
              <a:t>Pamulang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79" y="5725289"/>
            <a:ext cx="781941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6" y="5864994"/>
            <a:ext cx="1052616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7710A05-4BC0-4640-9166-A8A038BAD88C}"/>
              </a:ext>
            </a:extLst>
          </p:cNvPr>
          <p:cNvSpPr txBox="1"/>
          <p:nvPr/>
        </p:nvSpPr>
        <p:spPr>
          <a:xfrm>
            <a:off x="2924071" y="2622620"/>
            <a:ext cx="3896249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50" dirty="0"/>
              <a:t>TERIMA KASIH</a:t>
            </a:r>
            <a:endParaRPr lang="en-ID" sz="4050" dirty="0"/>
          </a:p>
        </p:txBody>
      </p:sp>
    </p:spTree>
    <p:extLst>
      <p:ext uri="{BB962C8B-B14F-4D97-AF65-F5344CB8AC3E}">
        <p14:creationId xmlns:p14="http://schemas.microsoft.com/office/powerpoint/2010/main" val="241485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/>
        </p:nvSpPr>
        <p:spPr>
          <a:xfrm rot="16200000">
            <a:off x="7421965" y="5135961"/>
            <a:ext cx="1884065" cy="1560008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Program </a:t>
            </a:r>
            <a:r>
              <a:rPr lang="en-US" sz="1500" dirty="0" err="1">
                <a:solidFill>
                  <a:schemeClr val="tx1"/>
                </a:solidFill>
              </a:rPr>
              <a:t>Studi</a:t>
            </a:r>
            <a:r>
              <a:rPr lang="en-US" sz="1500" dirty="0">
                <a:solidFill>
                  <a:schemeClr val="tx1"/>
                </a:solidFill>
              </a:rPr>
              <a:t> Teknik </a:t>
            </a:r>
            <a:r>
              <a:rPr lang="en-US" sz="1500" dirty="0" err="1">
                <a:solidFill>
                  <a:schemeClr val="tx1"/>
                </a:solidFill>
              </a:rPr>
              <a:t>Informatika</a:t>
            </a:r>
            <a:r>
              <a:rPr lang="en-US" sz="1500" dirty="0">
                <a:solidFill>
                  <a:schemeClr val="tx1"/>
                </a:solidFill>
              </a:rPr>
              <a:t>, Universitas </a:t>
            </a:r>
            <a:r>
              <a:rPr lang="en-US" sz="1500" dirty="0" err="1">
                <a:solidFill>
                  <a:schemeClr val="tx1"/>
                </a:solidFill>
              </a:rPr>
              <a:t>Pamulang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79" y="5725289"/>
            <a:ext cx="781941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6" y="5864994"/>
            <a:ext cx="1052616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="" xmlns:a16="http://schemas.microsoft.com/office/drawing/2014/main" id="{38F377F8-55ED-4437-98B9-2D2AA5DD3B4A}"/>
              </a:ext>
            </a:extLst>
          </p:cNvPr>
          <p:cNvSpPr/>
          <p:nvPr/>
        </p:nvSpPr>
        <p:spPr>
          <a:xfrm>
            <a:off x="0" y="2582427"/>
            <a:ext cx="9144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TERIMA KASIH, MAHASISWA TEKNIK INFORMATIKA UNGGUL, ANDA SUDAH BELAJAR DENGAN LUAR BIASA</a:t>
            </a:r>
            <a:endParaRPr lang="en-ID" sz="1350" dirty="0"/>
          </a:p>
        </p:txBody>
      </p:sp>
    </p:spTree>
    <p:extLst>
      <p:ext uri="{BB962C8B-B14F-4D97-AF65-F5344CB8AC3E}">
        <p14:creationId xmlns:p14="http://schemas.microsoft.com/office/powerpoint/2010/main" val="781232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057400"/>
            <a:ext cx="36576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/>
        </p:nvSpPr>
        <p:spPr>
          <a:xfrm rot="16200000">
            <a:off x="7421965" y="5135961"/>
            <a:ext cx="1884065" cy="1560008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Program </a:t>
            </a:r>
            <a:r>
              <a:rPr lang="en-US" sz="1500" dirty="0" err="1">
                <a:solidFill>
                  <a:schemeClr val="tx1"/>
                </a:solidFill>
              </a:rPr>
              <a:t>Studi</a:t>
            </a:r>
            <a:r>
              <a:rPr lang="en-US" sz="1500" dirty="0">
                <a:solidFill>
                  <a:schemeClr val="tx1"/>
                </a:solidFill>
              </a:rPr>
              <a:t> Teknik </a:t>
            </a:r>
            <a:r>
              <a:rPr lang="en-US" sz="1500" dirty="0" err="1">
                <a:solidFill>
                  <a:schemeClr val="tx1"/>
                </a:solidFill>
              </a:rPr>
              <a:t>Informatika</a:t>
            </a:r>
            <a:r>
              <a:rPr lang="en-US" sz="1500" dirty="0">
                <a:solidFill>
                  <a:schemeClr val="tx1"/>
                </a:solidFill>
              </a:rPr>
              <a:t>, Universitas </a:t>
            </a:r>
            <a:r>
              <a:rPr lang="en-US" sz="1500" dirty="0" err="1">
                <a:solidFill>
                  <a:schemeClr val="tx1"/>
                </a:solidFill>
              </a:rPr>
              <a:t>Pamulang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79" y="5725289"/>
            <a:ext cx="781941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6" y="5864994"/>
            <a:ext cx="1052616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="" xmlns:a16="http://schemas.microsoft.com/office/drawing/2014/main" id="{38F377F8-55ED-4437-98B9-2D2AA5DD3B4A}"/>
              </a:ext>
            </a:extLst>
          </p:cNvPr>
          <p:cNvSpPr/>
          <p:nvPr/>
        </p:nvSpPr>
        <p:spPr>
          <a:xfrm>
            <a:off x="0" y="1"/>
            <a:ext cx="9144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TERIMA KASIH, MAHASISWA TEKNIK INFORMATIKA UNGGUL, ANDA SUDAH BELAJAR DENGAN LUAR BIASA</a:t>
            </a:r>
            <a:endParaRPr lang="en-ID" sz="1350" dirty="0"/>
          </a:p>
        </p:txBody>
      </p:sp>
    </p:spTree>
    <p:extLst>
      <p:ext uri="{BB962C8B-B14F-4D97-AF65-F5344CB8AC3E}">
        <p14:creationId xmlns:p14="http://schemas.microsoft.com/office/powerpoint/2010/main" val="2266557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/>
        </p:nvSpPr>
        <p:spPr>
          <a:xfrm rot="16200000">
            <a:off x="7421965" y="5135961"/>
            <a:ext cx="1884065" cy="1560008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Program </a:t>
            </a:r>
            <a:r>
              <a:rPr lang="en-US" sz="1500" dirty="0" err="1">
                <a:solidFill>
                  <a:schemeClr val="tx1"/>
                </a:solidFill>
              </a:rPr>
              <a:t>Studi</a:t>
            </a:r>
            <a:r>
              <a:rPr lang="en-US" sz="1500" dirty="0">
                <a:solidFill>
                  <a:schemeClr val="tx1"/>
                </a:solidFill>
              </a:rPr>
              <a:t> Teknik </a:t>
            </a:r>
            <a:r>
              <a:rPr lang="en-US" sz="1500" dirty="0" err="1">
                <a:solidFill>
                  <a:schemeClr val="tx1"/>
                </a:solidFill>
              </a:rPr>
              <a:t>Informatika</a:t>
            </a:r>
            <a:r>
              <a:rPr lang="en-US" sz="1500" dirty="0">
                <a:solidFill>
                  <a:schemeClr val="tx1"/>
                </a:solidFill>
              </a:rPr>
              <a:t>, Universitas </a:t>
            </a:r>
            <a:r>
              <a:rPr lang="en-US" sz="1500" dirty="0" err="1">
                <a:solidFill>
                  <a:schemeClr val="tx1"/>
                </a:solidFill>
              </a:rPr>
              <a:t>Pamulang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79" y="5725289"/>
            <a:ext cx="781941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6" y="5864994"/>
            <a:ext cx="1052616" cy="993004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="" xmlns:a16="http://schemas.microsoft.com/office/drawing/2014/main" id="{73922ECC-A830-4C03-9B45-AEB8C3D23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D" dirty="0"/>
          </a:p>
        </p:txBody>
      </p:sp>
      <p:sp>
        <p:nvSpPr>
          <p:cNvPr id="35" name="Title Placeholder 34">
            <a:extLst>
              <a:ext uri="{FF2B5EF4-FFF2-40B4-BE49-F238E27FC236}">
                <a16:creationId xmlns="" xmlns:a16="http://schemas.microsoft.com/office/drawing/2014/main" id="{862CBB9D-7640-4DCE-8E7A-C98B9F67D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69959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1"/>
            <a:ext cx="9144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1" y="38925"/>
            <a:ext cx="83946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456D31B-DA89-4FCC-A0CF-973CBA8BD493}"/>
              </a:ext>
            </a:extLst>
          </p:cNvPr>
          <p:cNvSpPr txBox="1"/>
          <p:nvPr/>
        </p:nvSpPr>
        <p:spPr>
          <a:xfrm>
            <a:off x="914194" y="166671"/>
            <a:ext cx="4414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PROGRAM STUDI S1 TEKNIK INFORMATIKA</a:t>
            </a:r>
            <a:br>
              <a:rPr lang="en-US" sz="1800" dirty="0"/>
            </a:br>
            <a:r>
              <a:rPr lang="en-US" sz="1800" dirty="0"/>
              <a:t>UNIVERSITAS PAMULANG</a:t>
            </a:r>
            <a:endParaRPr lang="en-ID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264" y="0"/>
            <a:ext cx="1607736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0446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=""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232988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80222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/>
        </p:nvSpPr>
        <p:spPr>
          <a:xfrm rot="16200000">
            <a:off x="7421965" y="5135961"/>
            <a:ext cx="1884065" cy="1560008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Program </a:t>
            </a:r>
            <a:r>
              <a:rPr lang="en-US" sz="1500" dirty="0" err="1">
                <a:solidFill>
                  <a:schemeClr val="tx1"/>
                </a:solidFill>
              </a:rPr>
              <a:t>Studi</a:t>
            </a:r>
            <a:r>
              <a:rPr lang="en-US" sz="1500" dirty="0">
                <a:solidFill>
                  <a:schemeClr val="tx1"/>
                </a:solidFill>
              </a:rPr>
              <a:t> Teknik </a:t>
            </a:r>
            <a:r>
              <a:rPr lang="en-US" sz="1500" dirty="0" err="1">
                <a:solidFill>
                  <a:schemeClr val="tx1"/>
                </a:solidFill>
              </a:rPr>
              <a:t>Informatika</a:t>
            </a:r>
            <a:r>
              <a:rPr lang="en-US" sz="1500" dirty="0">
                <a:solidFill>
                  <a:schemeClr val="tx1"/>
                </a:solidFill>
              </a:rPr>
              <a:t>, Universitas </a:t>
            </a:r>
            <a:r>
              <a:rPr lang="en-US" sz="1500" dirty="0" err="1">
                <a:solidFill>
                  <a:schemeClr val="tx1"/>
                </a:solidFill>
              </a:rPr>
              <a:t>Pamulang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79" y="5725289"/>
            <a:ext cx="781941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6" y="5864994"/>
            <a:ext cx="1052616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101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jpg"/><Relationship Id="rId5" Type="http://schemas.openxmlformats.org/officeDocument/2006/relationships/image" Target="../media/image14.png"/><Relationship Id="rId4" Type="http://schemas.openxmlformats.org/officeDocument/2006/relationships/image" Target="../media/image13.jpg"/><Relationship Id="rId9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228600" y="1905000"/>
            <a:ext cx="8686800" cy="5165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2567305" algn="l"/>
              </a:tabLst>
            </a:pPr>
            <a:r>
              <a:rPr sz="3200" spc="340" dirty="0">
                <a:latin typeface="Georgia"/>
                <a:cs typeface="Georgia"/>
              </a:rPr>
              <a:t>SI</a:t>
            </a:r>
            <a:r>
              <a:rPr sz="3200" spc="480" dirty="0">
                <a:latin typeface="Georgia"/>
                <a:cs typeface="Georgia"/>
              </a:rPr>
              <a:t>S</a:t>
            </a:r>
            <a:r>
              <a:rPr sz="3200" spc="240" dirty="0">
                <a:latin typeface="Georgia"/>
                <a:cs typeface="Georgia"/>
              </a:rPr>
              <a:t>TE</a:t>
            </a:r>
            <a:r>
              <a:rPr sz="3200" spc="360" dirty="0">
                <a:latin typeface="Georgia"/>
                <a:cs typeface="Georgia"/>
              </a:rPr>
              <a:t>M</a:t>
            </a:r>
            <a:r>
              <a:rPr sz="3200" dirty="0">
                <a:latin typeface="Georgia"/>
                <a:cs typeface="Georgia"/>
              </a:rPr>
              <a:t>	</a:t>
            </a:r>
            <a:r>
              <a:rPr sz="3200" spc="240" dirty="0">
                <a:latin typeface="Georgia"/>
                <a:cs typeface="Georgia"/>
              </a:rPr>
              <a:t>IN</a:t>
            </a:r>
            <a:r>
              <a:rPr sz="3200" spc="170" dirty="0">
                <a:latin typeface="Georgia"/>
                <a:cs typeface="Georgia"/>
              </a:rPr>
              <a:t>F</a:t>
            </a:r>
            <a:r>
              <a:rPr sz="3200" spc="290" dirty="0">
                <a:latin typeface="Georgia"/>
                <a:cs typeface="Georgia"/>
              </a:rPr>
              <a:t>ORMASI  </a:t>
            </a:r>
            <a:r>
              <a:rPr sz="3200" spc="415" dirty="0">
                <a:latin typeface="Georgia"/>
                <a:cs typeface="Georgia"/>
              </a:rPr>
              <a:t>MANAJEMEN</a:t>
            </a:r>
            <a:endParaRPr sz="3200" dirty="0">
              <a:latin typeface="Georgia"/>
              <a:cs typeface="Georgi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0056" y="2819400"/>
            <a:ext cx="8243887" cy="16366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2504" y="313943"/>
            <a:ext cx="2718816" cy="67665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476" y="423748"/>
            <a:ext cx="218948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14" dirty="0"/>
              <a:t>E</a:t>
            </a:r>
            <a:r>
              <a:rPr sz="3200" spc="-150" dirty="0"/>
              <a:t>ra</a:t>
            </a:r>
            <a:r>
              <a:rPr sz="3200" spc="-120" dirty="0"/>
              <a:t> </a:t>
            </a:r>
            <a:r>
              <a:rPr sz="3200" spc="-220" dirty="0"/>
              <a:t>In</a:t>
            </a:r>
            <a:r>
              <a:rPr sz="3200" spc="-225" dirty="0"/>
              <a:t>f</a:t>
            </a:r>
            <a:r>
              <a:rPr sz="3200" spc="30" dirty="0"/>
              <a:t>o</a:t>
            </a:r>
            <a:r>
              <a:rPr sz="3200" spc="-55" dirty="0"/>
              <a:t>r</a:t>
            </a:r>
            <a:r>
              <a:rPr sz="3200" spc="-105" dirty="0"/>
              <a:t>m</a:t>
            </a:r>
            <a:r>
              <a:rPr sz="3200" spc="-200" dirty="0"/>
              <a:t>asi</a:t>
            </a:r>
            <a:endParaRPr sz="3200"/>
          </a:p>
        </p:txBody>
      </p:sp>
      <p:grpSp>
        <p:nvGrpSpPr>
          <p:cNvPr id="4" name="object 4"/>
          <p:cNvGrpSpPr/>
          <p:nvPr/>
        </p:nvGrpSpPr>
        <p:grpSpPr>
          <a:xfrm>
            <a:off x="258762" y="2276475"/>
            <a:ext cx="2519680" cy="4321175"/>
            <a:chOff x="258762" y="2276475"/>
            <a:chExt cx="2519680" cy="432117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3225" y="2995676"/>
              <a:ext cx="2308225" cy="35702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762" y="2276475"/>
              <a:ext cx="2519426" cy="43211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09143" y="2372995"/>
            <a:ext cx="2043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Jutaan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komputer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32201" y="3573398"/>
            <a:ext cx="2266950" cy="1945639"/>
            <a:chOff x="3132201" y="3573398"/>
            <a:chExt cx="2266950" cy="1945639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48787" y="3684904"/>
              <a:ext cx="2086229" cy="149555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32201" y="3573398"/>
              <a:ext cx="2266950" cy="1945132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027423" y="5211521"/>
            <a:ext cx="5994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D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ta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156325" y="3284601"/>
            <a:ext cx="2808605" cy="2592705"/>
            <a:chOff x="6156325" y="3284601"/>
            <a:chExt cx="2808605" cy="2592705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15634" y="3756050"/>
              <a:ext cx="2658110" cy="196761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56325" y="3284601"/>
              <a:ext cx="2808351" cy="259232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015988" y="3368420"/>
            <a:ext cx="1207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N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twor</a:t>
            </a:r>
            <a:r>
              <a:rPr sz="2400" spc="-15" dirty="0">
                <a:latin typeface="Times New Roman"/>
                <a:cs typeface="Times New Roman"/>
              </a:rPr>
              <a:t>k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10052" y="4087190"/>
            <a:ext cx="41275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latin typeface="Times New Roman"/>
                <a:cs typeface="Times New Roman"/>
              </a:rPr>
              <a:t>+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81269" y="4095064"/>
            <a:ext cx="41275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latin typeface="Times New Roman"/>
                <a:cs typeface="Times New Roman"/>
              </a:rPr>
              <a:t>+</a:t>
            </a:r>
            <a:endParaRPr sz="5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332231"/>
            <a:ext cx="2231136" cy="6766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6153" y="440562"/>
            <a:ext cx="169989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50" dirty="0"/>
              <a:t>K</a:t>
            </a:r>
            <a:r>
              <a:rPr sz="3200" spc="30" dirty="0"/>
              <a:t>o</a:t>
            </a:r>
            <a:r>
              <a:rPr sz="3200" spc="-195" dirty="0"/>
              <a:t>m</a:t>
            </a:r>
            <a:r>
              <a:rPr sz="3200" spc="-185" dirty="0"/>
              <a:t>p</a:t>
            </a:r>
            <a:r>
              <a:rPr sz="3200" spc="-150" dirty="0"/>
              <a:t>u</a:t>
            </a:r>
            <a:r>
              <a:rPr sz="3200" spc="-135" dirty="0"/>
              <a:t>ter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69596" y="2024888"/>
            <a:ext cx="6906895" cy="35648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10"/>
              </a:spcBef>
              <a:buClr>
                <a:srgbClr val="3891A7"/>
              </a:buClr>
              <a:buSzPct val="79629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sz="2700" spc="45" dirty="0">
                <a:latin typeface="Trebuchet MS"/>
                <a:cs typeface="Trebuchet MS"/>
              </a:rPr>
              <a:t>K</a:t>
            </a:r>
            <a:r>
              <a:rPr sz="2700" spc="35" dirty="0">
                <a:latin typeface="Trebuchet MS"/>
                <a:cs typeface="Trebuchet MS"/>
              </a:rPr>
              <a:t>o</a:t>
            </a:r>
            <a:r>
              <a:rPr sz="2700" spc="-180" dirty="0">
                <a:latin typeface="Trebuchet MS"/>
                <a:cs typeface="Trebuchet MS"/>
              </a:rPr>
              <a:t>m</a:t>
            </a:r>
            <a:r>
              <a:rPr sz="2700" spc="-114" dirty="0">
                <a:latin typeface="Trebuchet MS"/>
                <a:cs typeface="Trebuchet MS"/>
              </a:rPr>
              <a:t>pu</a:t>
            </a:r>
            <a:r>
              <a:rPr sz="2700" spc="-165" dirty="0">
                <a:latin typeface="Trebuchet MS"/>
                <a:cs typeface="Trebuchet MS"/>
              </a:rPr>
              <a:t>t</a:t>
            </a:r>
            <a:r>
              <a:rPr sz="2700" spc="-75" dirty="0">
                <a:latin typeface="Trebuchet MS"/>
                <a:cs typeface="Trebuchet MS"/>
              </a:rPr>
              <a:t>er</a:t>
            </a:r>
            <a:r>
              <a:rPr sz="2700" spc="-140" dirty="0">
                <a:latin typeface="Trebuchet MS"/>
                <a:cs typeface="Trebuchet MS"/>
              </a:rPr>
              <a:t> </a:t>
            </a:r>
            <a:r>
              <a:rPr sz="2700" spc="-180" dirty="0">
                <a:latin typeface="Trebuchet MS"/>
                <a:cs typeface="Trebuchet MS"/>
              </a:rPr>
              <a:t>menger</a:t>
            </a:r>
            <a:r>
              <a:rPr sz="2700" spc="-114" dirty="0">
                <a:latin typeface="Trebuchet MS"/>
                <a:cs typeface="Trebuchet MS"/>
              </a:rPr>
              <a:t>j</a:t>
            </a:r>
            <a:r>
              <a:rPr sz="2700" spc="-170" dirty="0">
                <a:latin typeface="Trebuchet MS"/>
                <a:cs typeface="Trebuchet MS"/>
              </a:rPr>
              <a:t>ak</a:t>
            </a:r>
            <a:r>
              <a:rPr sz="2700" spc="-195" dirty="0">
                <a:latin typeface="Trebuchet MS"/>
                <a:cs typeface="Trebuchet MS"/>
              </a:rPr>
              <a:t>an</a:t>
            </a:r>
            <a:r>
              <a:rPr sz="2700" spc="-135" dirty="0">
                <a:latin typeface="Trebuchet MS"/>
                <a:cs typeface="Trebuchet MS"/>
              </a:rPr>
              <a:t> </a:t>
            </a:r>
            <a:r>
              <a:rPr sz="2700" spc="-114" dirty="0">
                <a:latin typeface="Trebuchet MS"/>
                <a:cs typeface="Trebuchet MS"/>
              </a:rPr>
              <a:t>h</a:t>
            </a:r>
            <a:r>
              <a:rPr sz="2700" spc="-160" dirty="0">
                <a:latin typeface="Trebuchet MS"/>
                <a:cs typeface="Trebuchet MS"/>
              </a:rPr>
              <a:t>a</a:t>
            </a:r>
            <a:r>
              <a:rPr sz="2700" spc="-265" dirty="0">
                <a:latin typeface="Trebuchet MS"/>
                <a:cs typeface="Trebuchet MS"/>
              </a:rPr>
              <a:t>m</a:t>
            </a:r>
            <a:r>
              <a:rPr sz="2700" spc="-145" dirty="0">
                <a:latin typeface="Trebuchet MS"/>
                <a:cs typeface="Trebuchet MS"/>
              </a:rPr>
              <a:t>p</a:t>
            </a:r>
            <a:r>
              <a:rPr sz="2700" spc="-70" dirty="0">
                <a:latin typeface="Trebuchet MS"/>
                <a:cs typeface="Trebuchet MS"/>
              </a:rPr>
              <a:t>i</a:t>
            </a:r>
            <a:r>
              <a:rPr sz="2700" spc="-90" dirty="0">
                <a:latin typeface="Trebuchet MS"/>
                <a:cs typeface="Trebuchet MS"/>
              </a:rPr>
              <a:t>r</a:t>
            </a:r>
            <a:r>
              <a:rPr sz="2700" spc="-135" dirty="0">
                <a:latin typeface="Trebuchet MS"/>
                <a:cs typeface="Trebuchet MS"/>
              </a:rPr>
              <a:t> </a:t>
            </a:r>
            <a:r>
              <a:rPr sz="2700" spc="-295" dirty="0">
                <a:latin typeface="Trebuchet MS"/>
                <a:cs typeface="Trebuchet MS"/>
              </a:rPr>
              <a:t>a</a:t>
            </a:r>
            <a:r>
              <a:rPr sz="2700" spc="-145" dirty="0">
                <a:latin typeface="Trebuchet MS"/>
                <a:cs typeface="Trebuchet MS"/>
              </a:rPr>
              <a:t>p</a:t>
            </a:r>
            <a:r>
              <a:rPr sz="2700" spc="-265" dirty="0">
                <a:latin typeface="Trebuchet MS"/>
                <a:cs typeface="Trebuchet MS"/>
              </a:rPr>
              <a:t>a</a:t>
            </a:r>
            <a:r>
              <a:rPr sz="2700" spc="-75" dirty="0">
                <a:latin typeface="Trebuchet MS"/>
                <a:cs typeface="Trebuchet MS"/>
              </a:rPr>
              <a:t> </a:t>
            </a:r>
            <a:r>
              <a:rPr sz="2700" spc="-65" dirty="0">
                <a:latin typeface="Trebuchet MS"/>
                <a:cs typeface="Trebuchet MS"/>
              </a:rPr>
              <a:t>s</a:t>
            </a:r>
            <a:r>
              <a:rPr sz="2700" spc="-310" dirty="0">
                <a:latin typeface="Trebuchet MS"/>
                <a:cs typeface="Trebuchet MS"/>
              </a:rPr>
              <a:t>aja</a:t>
            </a:r>
            <a:endParaRPr sz="2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3891A7"/>
              </a:buClr>
              <a:buFont typeface="Segoe UI Symbol"/>
              <a:buChar char="⚫"/>
            </a:pPr>
            <a:endParaRPr sz="325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buClr>
                <a:srgbClr val="3891A7"/>
              </a:buClr>
              <a:buSzPct val="79629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sz="2700" spc="45" dirty="0">
                <a:latin typeface="Trebuchet MS"/>
                <a:cs typeface="Trebuchet MS"/>
              </a:rPr>
              <a:t>K</a:t>
            </a:r>
            <a:r>
              <a:rPr sz="2700" spc="35" dirty="0">
                <a:latin typeface="Trebuchet MS"/>
                <a:cs typeface="Trebuchet MS"/>
              </a:rPr>
              <a:t>o</a:t>
            </a:r>
            <a:r>
              <a:rPr sz="2700" spc="-180" dirty="0">
                <a:latin typeface="Trebuchet MS"/>
                <a:cs typeface="Trebuchet MS"/>
              </a:rPr>
              <a:t>m</a:t>
            </a:r>
            <a:r>
              <a:rPr sz="2700" spc="-114" dirty="0">
                <a:latin typeface="Trebuchet MS"/>
                <a:cs typeface="Trebuchet MS"/>
              </a:rPr>
              <a:t>pu</a:t>
            </a:r>
            <a:r>
              <a:rPr sz="2700" spc="-165" dirty="0">
                <a:latin typeface="Trebuchet MS"/>
                <a:cs typeface="Trebuchet MS"/>
              </a:rPr>
              <a:t>t</a:t>
            </a:r>
            <a:r>
              <a:rPr sz="2700" spc="-75" dirty="0">
                <a:latin typeface="Trebuchet MS"/>
                <a:cs typeface="Trebuchet MS"/>
              </a:rPr>
              <a:t>er</a:t>
            </a:r>
            <a:r>
              <a:rPr sz="2700" spc="-140" dirty="0">
                <a:latin typeface="Trebuchet MS"/>
                <a:cs typeface="Trebuchet MS"/>
              </a:rPr>
              <a:t> </a:t>
            </a:r>
            <a:r>
              <a:rPr sz="2700" spc="-165" dirty="0">
                <a:latin typeface="Trebuchet MS"/>
                <a:cs typeface="Trebuchet MS"/>
              </a:rPr>
              <a:t>t</a:t>
            </a:r>
            <a:r>
              <a:rPr sz="2700" spc="-110" dirty="0">
                <a:latin typeface="Trebuchet MS"/>
                <a:cs typeface="Trebuchet MS"/>
              </a:rPr>
              <a:t>i</a:t>
            </a:r>
            <a:r>
              <a:rPr sz="2700" spc="-190" dirty="0">
                <a:latin typeface="Trebuchet MS"/>
                <a:cs typeface="Trebuchet MS"/>
              </a:rPr>
              <a:t>d</a:t>
            </a:r>
            <a:r>
              <a:rPr sz="2700" spc="-165" dirty="0">
                <a:latin typeface="Trebuchet MS"/>
                <a:cs typeface="Trebuchet MS"/>
              </a:rPr>
              <a:t>ak</a:t>
            </a:r>
            <a:r>
              <a:rPr sz="2700" spc="-125" dirty="0">
                <a:latin typeface="Trebuchet MS"/>
                <a:cs typeface="Trebuchet MS"/>
              </a:rPr>
              <a:t> </a:t>
            </a:r>
            <a:r>
              <a:rPr sz="2700" spc="-145" dirty="0">
                <a:latin typeface="Trebuchet MS"/>
                <a:cs typeface="Trebuchet MS"/>
              </a:rPr>
              <a:t>p</a:t>
            </a:r>
            <a:r>
              <a:rPr sz="2700" spc="-135" dirty="0">
                <a:latin typeface="Trebuchet MS"/>
                <a:cs typeface="Trebuchet MS"/>
              </a:rPr>
              <a:t>er</a:t>
            </a:r>
            <a:r>
              <a:rPr sz="2700" spc="-80" dirty="0">
                <a:latin typeface="Trebuchet MS"/>
                <a:cs typeface="Trebuchet MS"/>
              </a:rPr>
              <a:t>l</a:t>
            </a:r>
            <a:r>
              <a:rPr sz="2700" spc="-120" dirty="0">
                <a:latin typeface="Trebuchet MS"/>
                <a:cs typeface="Trebuchet MS"/>
              </a:rPr>
              <a:t>u</a:t>
            </a:r>
            <a:r>
              <a:rPr sz="2700" spc="-110" dirty="0">
                <a:latin typeface="Trebuchet MS"/>
                <a:cs typeface="Trebuchet MS"/>
              </a:rPr>
              <a:t> </a:t>
            </a:r>
            <a:r>
              <a:rPr sz="2700" spc="-165" dirty="0">
                <a:latin typeface="Trebuchet MS"/>
                <a:cs typeface="Trebuchet MS"/>
              </a:rPr>
              <a:t>t</a:t>
            </a:r>
            <a:r>
              <a:rPr sz="2700" spc="-110" dirty="0">
                <a:latin typeface="Trebuchet MS"/>
                <a:cs typeface="Trebuchet MS"/>
              </a:rPr>
              <a:t>i</a:t>
            </a:r>
            <a:r>
              <a:rPr sz="2700" spc="-190" dirty="0">
                <a:latin typeface="Trebuchet MS"/>
                <a:cs typeface="Trebuchet MS"/>
              </a:rPr>
              <a:t>d</a:t>
            </a:r>
            <a:r>
              <a:rPr sz="2700" spc="-114" dirty="0">
                <a:latin typeface="Trebuchet MS"/>
                <a:cs typeface="Trebuchet MS"/>
              </a:rPr>
              <a:t>u</a:t>
            </a:r>
            <a:r>
              <a:rPr sz="2700" spc="20" dirty="0">
                <a:latin typeface="Trebuchet MS"/>
                <a:cs typeface="Trebuchet MS"/>
              </a:rPr>
              <a:t>r</a:t>
            </a:r>
            <a:endParaRPr sz="27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270"/>
              </a:spcBef>
              <a:buClr>
                <a:srgbClr val="3891A7"/>
              </a:buClr>
              <a:buSzPct val="79629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sz="2700" spc="50" dirty="0">
                <a:latin typeface="Trebuchet MS"/>
                <a:cs typeface="Trebuchet MS"/>
              </a:rPr>
              <a:t>K</a:t>
            </a:r>
            <a:r>
              <a:rPr sz="2700" spc="30" dirty="0">
                <a:latin typeface="Trebuchet MS"/>
                <a:cs typeface="Trebuchet MS"/>
              </a:rPr>
              <a:t>o</a:t>
            </a:r>
            <a:r>
              <a:rPr sz="2700" spc="-150" dirty="0">
                <a:latin typeface="Trebuchet MS"/>
                <a:cs typeface="Trebuchet MS"/>
              </a:rPr>
              <a:t>mp</a:t>
            </a:r>
            <a:r>
              <a:rPr sz="2700" spc="-110" dirty="0">
                <a:latin typeface="Trebuchet MS"/>
                <a:cs typeface="Trebuchet MS"/>
              </a:rPr>
              <a:t>u</a:t>
            </a:r>
            <a:r>
              <a:rPr sz="2700" spc="-105" dirty="0">
                <a:latin typeface="Trebuchet MS"/>
                <a:cs typeface="Trebuchet MS"/>
              </a:rPr>
              <a:t>ter</a:t>
            </a:r>
            <a:r>
              <a:rPr sz="2700" spc="-135" dirty="0">
                <a:latin typeface="Trebuchet MS"/>
                <a:cs typeface="Trebuchet MS"/>
              </a:rPr>
              <a:t> </a:t>
            </a:r>
            <a:r>
              <a:rPr sz="2700" spc="-200" dirty="0">
                <a:latin typeface="Trebuchet MS"/>
                <a:cs typeface="Trebuchet MS"/>
              </a:rPr>
              <a:t>t</a:t>
            </a:r>
            <a:r>
              <a:rPr sz="2700" spc="-135" dirty="0">
                <a:latin typeface="Trebuchet MS"/>
                <a:cs typeface="Trebuchet MS"/>
              </a:rPr>
              <a:t>i</a:t>
            </a:r>
            <a:r>
              <a:rPr sz="2700" spc="-150" dirty="0">
                <a:latin typeface="Trebuchet MS"/>
                <a:cs typeface="Trebuchet MS"/>
              </a:rPr>
              <a:t>dak</a:t>
            </a:r>
            <a:r>
              <a:rPr sz="2700" spc="-120" dirty="0">
                <a:latin typeface="Trebuchet MS"/>
                <a:cs typeface="Trebuchet MS"/>
              </a:rPr>
              <a:t> </a:t>
            </a:r>
            <a:r>
              <a:rPr sz="2700" spc="-200" dirty="0">
                <a:latin typeface="Trebuchet MS"/>
                <a:cs typeface="Trebuchet MS"/>
              </a:rPr>
              <a:t>lelah</a:t>
            </a:r>
            <a:endParaRPr sz="27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290"/>
              </a:spcBef>
              <a:buClr>
                <a:srgbClr val="3891A7"/>
              </a:buClr>
              <a:buSzPct val="79629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sz="2700" spc="50" dirty="0">
                <a:latin typeface="Trebuchet MS"/>
                <a:cs typeface="Trebuchet MS"/>
              </a:rPr>
              <a:t>K</a:t>
            </a:r>
            <a:r>
              <a:rPr sz="2700" spc="30" dirty="0">
                <a:latin typeface="Trebuchet MS"/>
                <a:cs typeface="Trebuchet MS"/>
              </a:rPr>
              <a:t>o</a:t>
            </a:r>
            <a:r>
              <a:rPr sz="2700" spc="-150" dirty="0">
                <a:latin typeface="Trebuchet MS"/>
                <a:cs typeface="Trebuchet MS"/>
              </a:rPr>
              <a:t>mp</a:t>
            </a:r>
            <a:r>
              <a:rPr sz="2700" spc="-110" dirty="0">
                <a:latin typeface="Trebuchet MS"/>
                <a:cs typeface="Trebuchet MS"/>
              </a:rPr>
              <a:t>u</a:t>
            </a:r>
            <a:r>
              <a:rPr sz="2700" spc="-105" dirty="0">
                <a:latin typeface="Trebuchet MS"/>
                <a:cs typeface="Trebuchet MS"/>
              </a:rPr>
              <a:t>ter</a:t>
            </a:r>
            <a:r>
              <a:rPr sz="2700" spc="-135" dirty="0">
                <a:latin typeface="Trebuchet MS"/>
                <a:cs typeface="Trebuchet MS"/>
              </a:rPr>
              <a:t> </a:t>
            </a:r>
            <a:r>
              <a:rPr sz="2700" spc="-200" dirty="0">
                <a:latin typeface="Trebuchet MS"/>
                <a:cs typeface="Trebuchet MS"/>
              </a:rPr>
              <a:t>t</a:t>
            </a:r>
            <a:r>
              <a:rPr sz="2700" spc="-135" dirty="0">
                <a:latin typeface="Trebuchet MS"/>
                <a:cs typeface="Trebuchet MS"/>
              </a:rPr>
              <a:t>i</a:t>
            </a:r>
            <a:r>
              <a:rPr sz="2700" spc="-150" dirty="0">
                <a:latin typeface="Trebuchet MS"/>
                <a:cs typeface="Trebuchet MS"/>
              </a:rPr>
              <a:t>dak</a:t>
            </a:r>
            <a:r>
              <a:rPr sz="2700" spc="-120" dirty="0">
                <a:latin typeface="Trebuchet MS"/>
                <a:cs typeface="Trebuchet MS"/>
              </a:rPr>
              <a:t> </a:t>
            </a:r>
            <a:r>
              <a:rPr sz="2700" spc="-145" dirty="0">
                <a:latin typeface="Trebuchet MS"/>
                <a:cs typeface="Trebuchet MS"/>
              </a:rPr>
              <a:t>p</a:t>
            </a:r>
            <a:r>
              <a:rPr sz="2700" spc="-114" dirty="0">
                <a:latin typeface="Trebuchet MS"/>
                <a:cs typeface="Trebuchet MS"/>
              </a:rPr>
              <a:t>u</a:t>
            </a:r>
            <a:r>
              <a:rPr sz="2700" spc="-180" dirty="0">
                <a:latin typeface="Trebuchet MS"/>
                <a:cs typeface="Trebuchet MS"/>
              </a:rPr>
              <a:t>la</a:t>
            </a:r>
            <a:r>
              <a:rPr sz="2700" spc="-235" dirty="0">
                <a:latin typeface="Trebuchet MS"/>
                <a:cs typeface="Trebuchet MS"/>
              </a:rPr>
              <a:t>n</a:t>
            </a:r>
            <a:r>
              <a:rPr sz="2700" spc="-200" dirty="0">
                <a:latin typeface="Trebuchet MS"/>
                <a:cs typeface="Trebuchet MS"/>
              </a:rPr>
              <a:t>g</a:t>
            </a:r>
            <a:r>
              <a:rPr sz="2700" spc="-150" dirty="0">
                <a:latin typeface="Trebuchet MS"/>
                <a:cs typeface="Trebuchet MS"/>
              </a:rPr>
              <a:t> </a:t>
            </a:r>
            <a:r>
              <a:rPr sz="2700" spc="-40" dirty="0">
                <a:latin typeface="Trebuchet MS"/>
                <a:cs typeface="Trebuchet MS"/>
              </a:rPr>
              <a:t>r</a:t>
            </a:r>
            <a:r>
              <a:rPr sz="2700" spc="-45" dirty="0">
                <a:latin typeface="Trebuchet MS"/>
                <a:cs typeface="Trebuchet MS"/>
              </a:rPr>
              <a:t>u</a:t>
            </a:r>
            <a:r>
              <a:rPr sz="2700" spc="-254" dirty="0">
                <a:latin typeface="Trebuchet MS"/>
                <a:cs typeface="Trebuchet MS"/>
              </a:rPr>
              <a:t>m</a:t>
            </a:r>
            <a:r>
              <a:rPr sz="2700" spc="-175" dirty="0">
                <a:latin typeface="Trebuchet MS"/>
                <a:cs typeface="Trebuchet MS"/>
              </a:rPr>
              <a:t>a</a:t>
            </a:r>
            <a:r>
              <a:rPr sz="2700" spc="-120" dirty="0">
                <a:latin typeface="Trebuchet MS"/>
                <a:cs typeface="Trebuchet MS"/>
              </a:rPr>
              <a:t>h</a:t>
            </a:r>
            <a:r>
              <a:rPr sz="2700" spc="-90" dirty="0">
                <a:latin typeface="Trebuchet MS"/>
                <a:cs typeface="Trebuchet MS"/>
              </a:rPr>
              <a:t> </a:t>
            </a:r>
            <a:r>
              <a:rPr sz="2700" spc="-160" dirty="0">
                <a:latin typeface="Trebuchet MS"/>
                <a:cs typeface="Trebuchet MS"/>
              </a:rPr>
              <a:t>k</a:t>
            </a:r>
            <a:r>
              <a:rPr sz="2700" spc="-180" dirty="0">
                <a:latin typeface="Trebuchet MS"/>
                <a:cs typeface="Trebuchet MS"/>
              </a:rPr>
              <a:t>a</a:t>
            </a:r>
            <a:r>
              <a:rPr sz="2700" spc="-20" dirty="0">
                <a:latin typeface="Trebuchet MS"/>
                <a:cs typeface="Trebuchet MS"/>
              </a:rPr>
              <a:t>r</a:t>
            </a:r>
            <a:r>
              <a:rPr sz="2700" spc="-185" dirty="0">
                <a:latin typeface="Trebuchet MS"/>
                <a:cs typeface="Trebuchet MS"/>
              </a:rPr>
              <a:t>ena</a:t>
            </a:r>
            <a:r>
              <a:rPr sz="2700" spc="-120" dirty="0">
                <a:latin typeface="Trebuchet MS"/>
                <a:cs typeface="Trebuchet MS"/>
              </a:rPr>
              <a:t> </a:t>
            </a:r>
            <a:r>
              <a:rPr sz="2700" spc="-65" dirty="0">
                <a:latin typeface="Trebuchet MS"/>
                <a:cs typeface="Trebuchet MS"/>
              </a:rPr>
              <a:t>s</a:t>
            </a:r>
            <a:r>
              <a:rPr sz="2700" spc="-165" dirty="0">
                <a:latin typeface="Trebuchet MS"/>
                <a:cs typeface="Trebuchet MS"/>
              </a:rPr>
              <a:t>a</a:t>
            </a:r>
            <a:r>
              <a:rPr sz="2700" spc="-175" dirty="0">
                <a:latin typeface="Trebuchet MS"/>
                <a:cs typeface="Trebuchet MS"/>
              </a:rPr>
              <a:t>k</a:t>
            </a:r>
            <a:r>
              <a:rPr sz="2700" spc="-150" dirty="0">
                <a:latin typeface="Trebuchet MS"/>
                <a:cs typeface="Trebuchet MS"/>
              </a:rPr>
              <a:t>i</a:t>
            </a:r>
            <a:r>
              <a:rPr sz="2700" spc="-190" dirty="0">
                <a:latin typeface="Trebuchet MS"/>
                <a:cs typeface="Trebuchet MS"/>
              </a:rPr>
              <a:t>t</a:t>
            </a:r>
            <a:r>
              <a:rPr sz="2700" spc="-400" dirty="0">
                <a:latin typeface="Trebuchet MS"/>
                <a:cs typeface="Trebuchet MS"/>
              </a:rPr>
              <a:t>,</a:t>
            </a:r>
            <a:r>
              <a:rPr sz="2700" spc="-380" dirty="0">
                <a:latin typeface="Trebuchet MS"/>
                <a:cs typeface="Trebuchet MS"/>
              </a:rPr>
              <a:t> </a:t>
            </a:r>
            <a:r>
              <a:rPr sz="2700" spc="-204" dirty="0">
                <a:latin typeface="Trebuchet MS"/>
                <a:cs typeface="Trebuchet MS"/>
              </a:rPr>
              <a:t>atau</a:t>
            </a:r>
            <a:endParaRPr sz="27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260"/>
              </a:spcBef>
              <a:buClr>
                <a:srgbClr val="3891A7"/>
              </a:buClr>
              <a:buSzPct val="79629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sz="2700" spc="204" dirty="0">
                <a:latin typeface="Trebuchet MS"/>
                <a:cs typeface="Trebuchet MS"/>
              </a:rPr>
              <a:t>A</a:t>
            </a:r>
            <a:r>
              <a:rPr sz="2700" spc="-180" dirty="0">
                <a:latin typeface="Trebuchet MS"/>
                <a:cs typeface="Trebuchet MS"/>
              </a:rPr>
              <a:t>m</a:t>
            </a:r>
            <a:r>
              <a:rPr sz="2700" spc="-114" dirty="0">
                <a:latin typeface="Trebuchet MS"/>
                <a:cs typeface="Trebuchet MS"/>
              </a:rPr>
              <a:t>b</a:t>
            </a:r>
            <a:r>
              <a:rPr sz="2700" spc="-195" dirty="0">
                <a:latin typeface="Trebuchet MS"/>
                <a:cs typeface="Trebuchet MS"/>
              </a:rPr>
              <a:t>il</a:t>
            </a:r>
            <a:r>
              <a:rPr sz="2700" spc="-135" dirty="0">
                <a:latin typeface="Trebuchet MS"/>
                <a:cs typeface="Trebuchet MS"/>
              </a:rPr>
              <a:t> </a:t>
            </a:r>
            <a:r>
              <a:rPr sz="2700" spc="-165" dirty="0">
                <a:latin typeface="Trebuchet MS"/>
                <a:cs typeface="Trebuchet MS"/>
              </a:rPr>
              <a:t>c</a:t>
            </a:r>
            <a:r>
              <a:rPr sz="2700" spc="-114" dirty="0">
                <a:latin typeface="Trebuchet MS"/>
                <a:cs typeface="Trebuchet MS"/>
              </a:rPr>
              <a:t>u</a:t>
            </a:r>
            <a:r>
              <a:rPr sz="2700" spc="-165" dirty="0">
                <a:latin typeface="Trebuchet MS"/>
                <a:cs typeface="Trebuchet MS"/>
              </a:rPr>
              <a:t>t</a:t>
            </a:r>
            <a:r>
              <a:rPr sz="2700" spc="-180" dirty="0">
                <a:latin typeface="Trebuchet MS"/>
                <a:cs typeface="Trebuchet MS"/>
              </a:rPr>
              <a:t>i</a:t>
            </a:r>
            <a:r>
              <a:rPr sz="2700" spc="-90" dirty="0">
                <a:latin typeface="Trebuchet MS"/>
                <a:cs typeface="Trebuchet MS"/>
              </a:rPr>
              <a:t> </a:t>
            </a:r>
            <a:r>
              <a:rPr sz="2700" spc="-114" dirty="0">
                <a:latin typeface="Trebuchet MS"/>
                <a:cs typeface="Trebuchet MS"/>
              </a:rPr>
              <a:t>un</a:t>
            </a:r>
            <a:r>
              <a:rPr sz="2700" spc="-165" dirty="0">
                <a:latin typeface="Trebuchet MS"/>
                <a:cs typeface="Trebuchet MS"/>
              </a:rPr>
              <a:t>t</a:t>
            </a:r>
            <a:r>
              <a:rPr sz="2700" spc="-114" dirty="0">
                <a:latin typeface="Trebuchet MS"/>
                <a:cs typeface="Trebuchet MS"/>
              </a:rPr>
              <a:t>u</a:t>
            </a:r>
            <a:r>
              <a:rPr sz="2700" spc="-65" dirty="0">
                <a:latin typeface="Trebuchet MS"/>
                <a:cs typeface="Trebuchet MS"/>
              </a:rPr>
              <a:t>k</a:t>
            </a:r>
            <a:r>
              <a:rPr sz="2700" spc="-120" dirty="0">
                <a:latin typeface="Trebuchet MS"/>
                <a:cs typeface="Trebuchet MS"/>
              </a:rPr>
              <a:t> </a:t>
            </a:r>
            <a:r>
              <a:rPr sz="2700" spc="-25" dirty="0">
                <a:latin typeface="Trebuchet MS"/>
                <a:cs typeface="Trebuchet MS"/>
              </a:rPr>
              <a:t>r</a:t>
            </a:r>
            <a:r>
              <a:rPr sz="2700" spc="-295" dirty="0">
                <a:latin typeface="Trebuchet MS"/>
                <a:cs typeface="Trebuchet MS"/>
              </a:rPr>
              <a:t>e</a:t>
            </a:r>
            <a:r>
              <a:rPr sz="2700" spc="-210" dirty="0">
                <a:latin typeface="Trebuchet MS"/>
                <a:cs typeface="Trebuchet MS"/>
              </a:rPr>
              <a:t>f</a:t>
            </a:r>
            <a:r>
              <a:rPr sz="2700" spc="-25" dirty="0">
                <a:latin typeface="Trebuchet MS"/>
                <a:cs typeface="Trebuchet MS"/>
              </a:rPr>
              <a:t>r</a:t>
            </a:r>
            <a:r>
              <a:rPr sz="2700" spc="-130" dirty="0">
                <a:latin typeface="Trebuchet MS"/>
                <a:cs typeface="Trebuchet MS"/>
              </a:rPr>
              <a:t>e</a:t>
            </a:r>
            <a:r>
              <a:rPr sz="2700" spc="-114" dirty="0">
                <a:latin typeface="Trebuchet MS"/>
                <a:cs typeface="Trebuchet MS"/>
              </a:rPr>
              <a:t>sh</a:t>
            </a:r>
            <a:r>
              <a:rPr sz="2700" spc="-110" dirty="0">
                <a:latin typeface="Trebuchet MS"/>
                <a:cs typeface="Trebuchet MS"/>
              </a:rPr>
              <a:t>i</a:t>
            </a:r>
            <a:r>
              <a:rPr sz="2700" spc="-180" dirty="0">
                <a:latin typeface="Trebuchet MS"/>
                <a:cs typeface="Trebuchet MS"/>
              </a:rPr>
              <a:t>n</a:t>
            </a:r>
            <a:r>
              <a:rPr sz="2700" spc="-200" dirty="0">
                <a:latin typeface="Trebuchet MS"/>
                <a:cs typeface="Trebuchet MS"/>
              </a:rPr>
              <a:t>g</a:t>
            </a:r>
            <a:r>
              <a:rPr sz="2700" spc="-170" dirty="0">
                <a:latin typeface="Trebuchet MS"/>
                <a:cs typeface="Trebuchet MS"/>
              </a:rPr>
              <a:t> </a:t>
            </a:r>
            <a:r>
              <a:rPr sz="2700" spc="-655" dirty="0">
                <a:latin typeface="Trebuchet MS"/>
                <a:cs typeface="Trebuchet MS"/>
              </a:rPr>
              <a:t>/</a:t>
            </a:r>
            <a:r>
              <a:rPr sz="2700" spc="-60" dirty="0">
                <a:latin typeface="Trebuchet MS"/>
                <a:cs typeface="Trebuchet MS"/>
              </a:rPr>
              <a:t> </a:t>
            </a:r>
            <a:r>
              <a:rPr sz="2700" spc="-30" dirty="0">
                <a:latin typeface="Trebuchet MS"/>
                <a:cs typeface="Trebuchet MS"/>
              </a:rPr>
              <a:t>r</a:t>
            </a:r>
            <a:r>
              <a:rPr sz="2700" spc="-80" dirty="0">
                <a:latin typeface="Trebuchet MS"/>
                <a:cs typeface="Trebuchet MS"/>
              </a:rPr>
              <a:t>ek</a:t>
            </a:r>
            <a:r>
              <a:rPr sz="2700" spc="-110" dirty="0">
                <a:latin typeface="Trebuchet MS"/>
                <a:cs typeface="Trebuchet MS"/>
              </a:rPr>
              <a:t>r</a:t>
            </a:r>
            <a:r>
              <a:rPr sz="2700" spc="-225" dirty="0">
                <a:latin typeface="Trebuchet MS"/>
                <a:cs typeface="Trebuchet MS"/>
              </a:rPr>
              <a:t>ea</a:t>
            </a:r>
            <a:r>
              <a:rPr sz="2700" spc="-65" dirty="0">
                <a:latin typeface="Trebuchet MS"/>
                <a:cs typeface="Trebuchet MS"/>
              </a:rPr>
              <a:t>s</a:t>
            </a:r>
            <a:r>
              <a:rPr sz="2700" spc="-180" dirty="0">
                <a:latin typeface="Trebuchet MS"/>
                <a:cs typeface="Trebuchet MS"/>
              </a:rPr>
              <a:t>i</a:t>
            </a:r>
            <a:endParaRPr sz="2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3891A7"/>
              </a:buClr>
              <a:buFont typeface="Segoe UI Symbol"/>
              <a:buChar char="⚫"/>
            </a:pPr>
            <a:endParaRPr sz="325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buClr>
                <a:srgbClr val="3891A7"/>
              </a:buClr>
              <a:buSzPct val="79629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sz="2700" spc="-105" dirty="0">
                <a:latin typeface="Trebuchet MS"/>
                <a:cs typeface="Trebuchet MS"/>
              </a:rPr>
              <a:t>Ser</a:t>
            </a:r>
            <a:r>
              <a:rPr sz="2700" spc="-60" dirty="0">
                <a:latin typeface="Trebuchet MS"/>
                <a:cs typeface="Trebuchet MS"/>
              </a:rPr>
              <a:t>i</a:t>
            </a:r>
            <a:r>
              <a:rPr sz="2700" spc="-114" dirty="0">
                <a:latin typeface="Trebuchet MS"/>
                <a:cs typeface="Trebuchet MS"/>
              </a:rPr>
              <a:t>n</a:t>
            </a:r>
            <a:r>
              <a:rPr sz="2700" spc="-130" dirty="0">
                <a:latin typeface="Trebuchet MS"/>
                <a:cs typeface="Trebuchet MS"/>
              </a:rPr>
              <a:t>g</a:t>
            </a:r>
            <a:r>
              <a:rPr sz="2700" spc="-145" dirty="0">
                <a:latin typeface="Trebuchet MS"/>
                <a:cs typeface="Trebuchet MS"/>
              </a:rPr>
              <a:t>k</a:t>
            </a:r>
            <a:r>
              <a:rPr sz="2700" spc="-215" dirty="0">
                <a:latin typeface="Trebuchet MS"/>
                <a:cs typeface="Trebuchet MS"/>
              </a:rPr>
              <a:t>ali</a:t>
            </a:r>
            <a:r>
              <a:rPr sz="2700" spc="-185" dirty="0">
                <a:latin typeface="Trebuchet MS"/>
                <a:cs typeface="Trebuchet MS"/>
              </a:rPr>
              <a:t> </a:t>
            </a:r>
            <a:r>
              <a:rPr sz="2700" spc="-165" dirty="0">
                <a:latin typeface="Trebuchet MS"/>
                <a:cs typeface="Trebuchet MS"/>
              </a:rPr>
              <a:t>le</a:t>
            </a:r>
            <a:r>
              <a:rPr sz="2700" spc="-204" dirty="0">
                <a:latin typeface="Trebuchet MS"/>
                <a:cs typeface="Trebuchet MS"/>
              </a:rPr>
              <a:t>b</a:t>
            </a:r>
            <a:r>
              <a:rPr sz="2700" spc="-110" dirty="0">
                <a:latin typeface="Trebuchet MS"/>
                <a:cs typeface="Trebuchet MS"/>
              </a:rPr>
              <a:t>i</a:t>
            </a:r>
            <a:r>
              <a:rPr sz="2700" spc="-195" dirty="0">
                <a:latin typeface="Trebuchet MS"/>
                <a:cs typeface="Trebuchet MS"/>
              </a:rPr>
              <a:t>h</a:t>
            </a:r>
            <a:r>
              <a:rPr sz="2700" spc="-110" dirty="0">
                <a:latin typeface="Trebuchet MS"/>
                <a:cs typeface="Trebuchet MS"/>
              </a:rPr>
              <a:t> </a:t>
            </a:r>
            <a:r>
              <a:rPr sz="2700" spc="-295" dirty="0">
                <a:latin typeface="Trebuchet MS"/>
                <a:cs typeface="Trebuchet MS"/>
              </a:rPr>
              <a:t>e</a:t>
            </a:r>
            <a:r>
              <a:rPr sz="2700" spc="-215" dirty="0">
                <a:latin typeface="Trebuchet MS"/>
                <a:cs typeface="Trebuchet MS"/>
              </a:rPr>
              <a:t>f</a:t>
            </a:r>
            <a:r>
              <a:rPr sz="2700" spc="-135" dirty="0">
                <a:latin typeface="Trebuchet MS"/>
                <a:cs typeface="Trebuchet MS"/>
              </a:rPr>
              <a:t>isie</a:t>
            </a:r>
            <a:r>
              <a:rPr sz="2700" spc="-185" dirty="0">
                <a:latin typeface="Trebuchet MS"/>
                <a:cs typeface="Trebuchet MS"/>
              </a:rPr>
              <a:t>n</a:t>
            </a:r>
            <a:r>
              <a:rPr sz="2700" spc="-114" dirty="0">
                <a:latin typeface="Trebuchet MS"/>
                <a:cs typeface="Trebuchet MS"/>
              </a:rPr>
              <a:t> </a:t>
            </a:r>
            <a:r>
              <a:rPr sz="2700" spc="-150" dirty="0">
                <a:latin typeface="Trebuchet MS"/>
                <a:cs typeface="Trebuchet MS"/>
              </a:rPr>
              <a:t>dar</a:t>
            </a:r>
            <a:r>
              <a:rPr sz="2700" spc="-85" dirty="0">
                <a:latin typeface="Trebuchet MS"/>
                <a:cs typeface="Trebuchet MS"/>
              </a:rPr>
              <a:t>i</a:t>
            </a:r>
            <a:r>
              <a:rPr sz="2700" spc="-145" dirty="0">
                <a:latin typeface="Trebuchet MS"/>
                <a:cs typeface="Trebuchet MS"/>
              </a:rPr>
              <a:t>p</a:t>
            </a:r>
            <a:r>
              <a:rPr sz="2700" spc="-215" dirty="0">
                <a:latin typeface="Trebuchet MS"/>
                <a:cs typeface="Trebuchet MS"/>
              </a:rPr>
              <a:t>ada</a:t>
            </a:r>
            <a:r>
              <a:rPr sz="2700" spc="-150" dirty="0">
                <a:latin typeface="Trebuchet MS"/>
                <a:cs typeface="Trebuchet MS"/>
              </a:rPr>
              <a:t> </a:t>
            </a:r>
            <a:r>
              <a:rPr sz="2700" spc="-254" dirty="0">
                <a:latin typeface="Trebuchet MS"/>
                <a:cs typeface="Trebuchet MS"/>
              </a:rPr>
              <a:t>m</a:t>
            </a:r>
            <a:r>
              <a:rPr sz="2700" spc="-175" dirty="0">
                <a:latin typeface="Trebuchet MS"/>
                <a:cs typeface="Trebuchet MS"/>
              </a:rPr>
              <a:t>a</a:t>
            </a:r>
            <a:r>
              <a:rPr sz="2700" spc="-135" dirty="0">
                <a:latin typeface="Trebuchet MS"/>
                <a:cs typeface="Trebuchet MS"/>
              </a:rPr>
              <a:t>n</a:t>
            </a:r>
            <a:r>
              <a:rPr sz="2700" spc="-114" dirty="0">
                <a:latin typeface="Trebuchet MS"/>
                <a:cs typeface="Trebuchet MS"/>
              </a:rPr>
              <a:t>u</a:t>
            </a:r>
            <a:r>
              <a:rPr sz="2700" spc="-65" dirty="0">
                <a:latin typeface="Trebuchet MS"/>
                <a:cs typeface="Trebuchet MS"/>
              </a:rPr>
              <a:t>s</a:t>
            </a:r>
            <a:r>
              <a:rPr sz="2700" spc="-225" dirty="0">
                <a:latin typeface="Trebuchet MS"/>
                <a:cs typeface="Trebuchet MS"/>
              </a:rPr>
              <a:t>ia</a:t>
            </a:r>
            <a:endParaRPr sz="27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43751" y="2571750"/>
            <a:ext cx="2255774" cy="2428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392" y="286511"/>
            <a:ext cx="4739640" cy="7589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5368" y="409143"/>
            <a:ext cx="40189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14" dirty="0"/>
              <a:t>Komputer</a:t>
            </a:r>
            <a:r>
              <a:rPr sz="3600" spc="-125" dirty="0"/>
              <a:t> </a:t>
            </a:r>
            <a:r>
              <a:rPr sz="3600" spc="-130" dirty="0"/>
              <a:t>vs</a:t>
            </a:r>
            <a:r>
              <a:rPr sz="3600" spc="-120" dirty="0"/>
              <a:t> </a:t>
            </a:r>
            <a:r>
              <a:rPr sz="3600" spc="-165" dirty="0"/>
              <a:t>Manusia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-12700" y="1544777"/>
            <a:ext cx="8018780" cy="3104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40" marR="5080" indent="-15240">
              <a:lnSpc>
                <a:spcPct val="100000"/>
              </a:lnSpc>
              <a:spcBef>
                <a:spcPts val="9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20" dirty="0">
                <a:latin typeface="Trebuchet MS"/>
                <a:cs typeface="Trebuchet MS"/>
              </a:rPr>
              <a:t>Ka</a:t>
            </a:r>
            <a:r>
              <a:rPr sz="3200" spc="-85" dirty="0">
                <a:latin typeface="Trebuchet MS"/>
                <a:cs typeface="Trebuchet MS"/>
              </a:rPr>
              <a:t>r</a:t>
            </a:r>
            <a:r>
              <a:rPr sz="3200" spc="-185" dirty="0">
                <a:latin typeface="Trebuchet MS"/>
                <a:cs typeface="Trebuchet MS"/>
              </a:rPr>
              <a:t>e</a:t>
            </a:r>
            <a:r>
              <a:rPr sz="3200" spc="-175" dirty="0">
                <a:latin typeface="Trebuchet MS"/>
                <a:cs typeface="Trebuchet MS"/>
              </a:rPr>
              <a:t>n</a:t>
            </a:r>
            <a:r>
              <a:rPr sz="3200" spc="-229" dirty="0">
                <a:latin typeface="Trebuchet MS"/>
                <a:cs typeface="Trebuchet MS"/>
              </a:rPr>
              <a:t>a</a:t>
            </a:r>
            <a:r>
              <a:rPr sz="3200" spc="-300" dirty="0">
                <a:latin typeface="Trebuchet MS"/>
                <a:cs typeface="Trebuchet MS"/>
              </a:rPr>
              <a:t>n</a:t>
            </a:r>
            <a:r>
              <a:rPr sz="3200" spc="-325" dirty="0">
                <a:latin typeface="Trebuchet MS"/>
                <a:cs typeface="Trebuchet MS"/>
              </a:rPr>
              <a:t>ya,</a:t>
            </a:r>
            <a:r>
              <a:rPr sz="3200" spc="-425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de</a:t>
            </a:r>
            <a:r>
              <a:rPr sz="3200" spc="-160" dirty="0">
                <a:latin typeface="Trebuchet MS"/>
                <a:cs typeface="Trebuchet MS"/>
              </a:rPr>
              <a:t>n</a:t>
            </a:r>
            <a:r>
              <a:rPr sz="3200" spc="-240" dirty="0">
                <a:latin typeface="Trebuchet MS"/>
                <a:cs typeface="Trebuchet MS"/>
              </a:rPr>
              <a:t>gan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240" dirty="0">
                <a:latin typeface="Trebuchet MS"/>
                <a:cs typeface="Trebuchet MS"/>
              </a:rPr>
              <a:t>alasan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60" dirty="0">
                <a:latin typeface="Trebuchet MS"/>
                <a:cs typeface="Trebuchet MS"/>
              </a:rPr>
              <a:t>e</a:t>
            </a:r>
            <a:r>
              <a:rPr sz="3200" spc="-229" dirty="0">
                <a:latin typeface="Trebuchet MS"/>
                <a:cs typeface="Trebuchet MS"/>
              </a:rPr>
              <a:t>k</a:t>
            </a:r>
            <a:r>
              <a:rPr sz="3200" spc="30" dirty="0">
                <a:latin typeface="Trebuchet MS"/>
                <a:cs typeface="Trebuchet MS"/>
              </a:rPr>
              <a:t>o</a:t>
            </a:r>
            <a:r>
              <a:rPr sz="3200" spc="-150" dirty="0">
                <a:latin typeface="Trebuchet MS"/>
                <a:cs typeface="Trebuchet MS"/>
              </a:rPr>
              <a:t>n</a:t>
            </a:r>
            <a:r>
              <a:rPr sz="3200" spc="30" dirty="0">
                <a:latin typeface="Trebuchet MS"/>
                <a:cs typeface="Trebuchet MS"/>
              </a:rPr>
              <a:t>o</a:t>
            </a:r>
            <a:r>
              <a:rPr sz="3200" spc="-210" dirty="0">
                <a:latin typeface="Trebuchet MS"/>
                <a:cs typeface="Trebuchet MS"/>
              </a:rPr>
              <a:t>mis,  </a:t>
            </a:r>
            <a:r>
              <a:rPr sz="3200" spc="-175" dirty="0">
                <a:latin typeface="Trebuchet MS"/>
                <a:cs typeface="Trebuchet MS"/>
              </a:rPr>
              <a:t>k</a:t>
            </a:r>
            <a:r>
              <a:rPr sz="3200" spc="-195" dirty="0">
                <a:latin typeface="Trebuchet MS"/>
                <a:cs typeface="Trebuchet MS"/>
              </a:rPr>
              <a:t>ece</a:t>
            </a:r>
            <a:r>
              <a:rPr sz="3200" spc="-190" dirty="0">
                <a:latin typeface="Trebuchet MS"/>
                <a:cs typeface="Trebuchet MS"/>
              </a:rPr>
              <a:t>n</a:t>
            </a:r>
            <a:r>
              <a:rPr sz="3200" spc="-130" dirty="0">
                <a:latin typeface="Trebuchet MS"/>
                <a:cs typeface="Trebuchet MS"/>
              </a:rPr>
              <a:t>de</a:t>
            </a:r>
            <a:r>
              <a:rPr sz="3200" spc="-85" dirty="0">
                <a:latin typeface="Trebuchet MS"/>
                <a:cs typeface="Trebuchet MS"/>
              </a:rPr>
              <a:t>r</a:t>
            </a:r>
            <a:r>
              <a:rPr sz="3200" spc="-150" dirty="0">
                <a:latin typeface="Trebuchet MS"/>
                <a:cs typeface="Trebuchet MS"/>
              </a:rPr>
              <a:t>un</a:t>
            </a:r>
            <a:r>
              <a:rPr sz="3200" spc="-240" dirty="0">
                <a:latin typeface="Trebuchet MS"/>
                <a:cs typeface="Trebuchet MS"/>
              </a:rPr>
              <a:t>gan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150" dirty="0">
                <a:latin typeface="Trebuchet MS"/>
                <a:cs typeface="Trebuchet MS"/>
              </a:rPr>
              <a:t>untu</a:t>
            </a:r>
            <a:r>
              <a:rPr sz="3200" spc="-155" dirty="0">
                <a:latin typeface="Trebuchet MS"/>
                <a:cs typeface="Trebuchet MS"/>
              </a:rPr>
              <a:t>k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250" dirty="0">
                <a:latin typeface="Trebuchet MS"/>
                <a:cs typeface="Trebuchet MS"/>
              </a:rPr>
              <a:t>m</a:t>
            </a:r>
            <a:r>
              <a:rPr sz="3200" spc="-155" dirty="0">
                <a:latin typeface="Trebuchet MS"/>
                <a:cs typeface="Trebuchet MS"/>
              </a:rPr>
              <a:t>e</a:t>
            </a:r>
            <a:r>
              <a:rPr sz="3200" spc="-150" dirty="0">
                <a:latin typeface="Trebuchet MS"/>
                <a:cs typeface="Trebuchet MS"/>
              </a:rPr>
              <a:t>n</a:t>
            </a:r>
            <a:r>
              <a:rPr sz="3200" spc="-265" dirty="0">
                <a:latin typeface="Trebuchet MS"/>
                <a:cs typeface="Trebuchet MS"/>
              </a:rPr>
              <a:t>gg</a:t>
            </a:r>
            <a:r>
              <a:rPr sz="3200" spc="-270" dirty="0">
                <a:latin typeface="Trebuchet MS"/>
                <a:cs typeface="Trebuchet MS"/>
              </a:rPr>
              <a:t>a</a:t>
            </a:r>
            <a:r>
              <a:rPr sz="3200" spc="-150" dirty="0">
                <a:latin typeface="Trebuchet MS"/>
                <a:cs typeface="Trebuchet MS"/>
              </a:rPr>
              <a:t>n</a:t>
            </a:r>
            <a:r>
              <a:rPr sz="3200" spc="-210" dirty="0">
                <a:latin typeface="Trebuchet MS"/>
                <a:cs typeface="Trebuchet MS"/>
              </a:rPr>
              <a:t>ti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315" dirty="0">
                <a:latin typeface="Trebuchet MS"/>
                <a:cs typeface="Trebuchet MS"/>
              </a:rPr>
              <a:t>m</a:t>
            </a:r>
            <a:r>
              <a:rPr sz="3200" spc="-195" dirty="0">
                <a:latin typeface="Trebuchet MS"/>
                <a:cs typeface="Trebuchet MS"/>
              </a:rPr>
              <a:t>a</a:t>
            </a:r>
            <a:r>
              <a:rPr sz="3200" spc="-170" dirty="0">
                <a:latin typeface="Trebuchet MS"/>
                <a:cs typeface="Trebuchet MS"/>
              </a:rPr>
              <a:t>n</a:t>
            </a:r>
            <a:r>
              <a:rPr sz="3200" spc="-150" dirty="0">
                <a:latin typeface="Trebuchet MS"/>
                <a:cs typeface="Trebuchet MS"/>
              </a:rPr>
              <a:t>u</a:t>
            </a:r>
            <a:r>
              <a:rPr sz="3200" spc="-200" dirty="0">
                <a:latin typeface="Trebuchet MS"/>
                <a:cs typeface="Trebuchet MS"/>
              </a:rPr>
              <a:t>sia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de</a:t>
            </a:r>
            <a:r>
              <a:rPr sz="3200" spc="-160" dirty="0">
                <a:latin typeface="Trebuchet MS"/>
                <a:cs typeface="Trebuchet MS"/>
              </a:rPr>
              <a:t>n</a:t>
            </a:r>
            <a:r>
              <a:rPr sz="3200" spc="-200" dirty="0">
                <a:latin typeface="Trebuchet MS"/>
                <a:cs typeface="Trebuchet MS"/>
              </a:rPr>
              <a:t>gan  </a:t>
            </a:r>
            <a:r>
              <a:rPr sz="3200" spc="-180" dirty="0">
                <a:latin typeface="Trebuchet MS"/>
                <a:cs typeface="Trebuchet MS"/>
              </a:rPr>
              <a:t>k</a:t>
            </a:r>
            <a:r>
              <a:rPr sz="3200" spc="30" dirty="0">
                <a:latin typeface="Trebuchet MS"/>
                <a:cs typeface="Trebuchet MS"/>
              </a:rPr>
              <a:t>o</a:t>
            </a:r>
            <a:r>
              <a:rPr sz="3200" spc="-195" dirty="0">
                <a:latin typeface="Trebuchet MS"/>
                <a:cs typeface="Trebuchet MS"/>
              </a:rPr>
              <a:t>m</a:t>
            </a:r>
            <a:r>
              <a:rPr sz="3200" spc="-185" dirty="0">
                <a:latin typeface="Trebuchet MS"/>
                <a:cs typeface="Trebuchet MS"/>
              </a:rPr>
              <a:t>p</a:t>
            </a:r>
            <a:r>
              <a:rPr sz="3200" spc="-150" dirty="0">
                <a:latin typeface="Trebuchet MS"/>
                <a:cs typeface="Trebuchet MS"/>
              </a:rPr>
              <a:t>u</a:t>
            </a:r>
            <a:r>
              <a:rPr sz="3200" spc="-135" dirty="0">
                <a:latin typeface="Trebuchet MS"/>
                <a:cs typeface="Trebuchet MS"/>
              </a:rPr>
              <a:t>ter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sa</a:t>
            </a:r>
            <a:r>
              <a:rPr sz="3200" spc="-190" dirty="0">
                <a:latin typeface="Trebuchet MS"/>
                <a:cs typeface="Trebuchet MS"/>
              </a:rPr>
              <a:t>n</a:t>
            </a:r>
            <a:r>
              <a:rPr sz="3200" spc="-280" dirty="0">
                <a:latin typeface="Trebuchet MS"/>
                <a:cs typeface="Trebuchet MS"/>
              </a:rPr>
              <a:t>g</a:t>
            </a:r>
            <a:r>
              <a:rPr sz="3200" spc="-285" dirty="0">
                <a:latin typeface="Trebuchet MS"/>
                <a:cs typeface="Trebuchet MS"/>
              </a:rPr>
              <a:t>a</a:t>
            </a:r>
            <a:r>
              <a:rPr sz="3200" spc="-210" dirty="0">
                <a:latin typeface="Trebuchet MS"/>
                <a:cs typeface="Trebuchet MS"/>
              </a:rPr>
              <a:t>t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225" dirty="0">
                <a:latin typeface="Trebuchet MS"/>
                <a:cs typeface="Trebuchet MS"/>
              </a:rPr>
              <a:t>t</a:t>
            </a:r>
            <a:r>
              <a:rPr sz="3200" spc="-195" dirty="0">
                <a:latin typeface="Trebuchet MS"/>
                <a:cs typeface="Trebuchet MS"/>
              </a:rPr>
              <a:t>in</a:t>
            </a:r>
            <a:r>
              <a:rPr sz="3200" spc="-225" dirty="0">
                <a:latin typeface="Trebuchet MS"/>
                <a:cs typeface="Trebuchet MS"/>
              </a:rPr>
              <a:t>g</a:t>
            </a:r>
            <a:r>
              <a:rPr sz="3200" spc="-229" dirty="0">
                <a:latin typeface="Trebuchet MS"/>
                <a:cs typeface="Trebuchet MS"/>
              </a:rPr>
              <a:t>gi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3891A7"/>
              </a:buClr>
              <a:buFont typeface="Segoe UI Symbol"/>
              <a:buChar char="⚫"/>
            </a:pPr>
            <a:endParaRPr sz="4300">
              <a:latin typeface="Trebuchet MS"/>
              <a:cs typeface="Trebuchet MS"/>
            </a:endParaRPr>
          </a:p>
          <a:p>
            <a:pPr marL="27940" marR="207010" indent="-15240">
              <a:lnSpc>
                <a:spcPct val="100000"/>
              </a:lnSpc>
              <a:spcBef>
                <a:spcPts val="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420" dirty="0">
                <a:latin typeface="Trebuchet MS"/>
                <a:cs typeface="Trebuchet MS"/>
              </a:rPr>
              <a:t>T</a:t>
            </a:r>
            <a:r>
              <a:rPr sz="3200" spc="-180" dirty="0">
                <a:latin typeface="Trebuchet MS"/>
                <a:cs typeface="Trebuchet MS"/>
              </a:rPr>
              <a:t>eller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b</a:t>
            </a:r>
            <a:r>
              <a:rPr sz="3200" spc="-229" dirty="0">
                <a:latin typeface="Trebuchet MS"/>
                <a:cs typeface="Trebuchet MS"/>
              </a:rPr>
              <a:t>an</a:t>
            </a:r>
            <a:r>
              <a:rPr sz="3200" spc="-280" dirty="0">
                <a:latin typeface="Trebuchet MS"/>
                <a:cs typeface="Trebuchet MS"/>
              </a:rPr>
              <a:t>k,</a:t>
            </a:r>
            <a:r>
              <a:rPr sz="3200" spc="-415" dirty="0">
                <a:latin typeface="Trebuchet MS"/>
                <a:cs typeface="Trebuchet MS"/>
              </a:rPr>
              <a:t> </a:t>
            </a:r>
            <a:r>
              <a:rPr sz="3200" spc="30" dirty="0">
                <a:latin typeface="Trebuchet MS"/>
                <a:cs typeface="Trebuchet MS"/>
              </a:rPr>
              <a:t>o</a:t>
            </a:r>
            <a:r>
              <a:rPr sz="3200" spc="-185" dirty="0">
                <a:latin typeface="Trebuchet MS"/>
                <a:cs typeface="Trebuchet MS"/>
              </a:rPr>
              <a:t>p</a:t>
            </a:r>
            <a:r>
              <a:rPr sz="3200" spc="-114" dirty="0">
                <a:latin typeface="Trebuchet MS"/>
                <a:cs typeface="Trebuchet MS"/>
              </a:rPr>
              <a:t>e</a:t>
            </a:r>
            <a:r>
              <a:rPr sz="3200" spc="-80" dirty="0">
                <a:latin typeface="Trebuchet MS"/>
                <a:cs typeface="Trebuchet MS"/>
              </a:rPr>
              <a:t>r</a:t>
            </a:r>
            <a:r>
              <a:rPr sz="3200" spc="-155" dirty="0">
                <a:latin typeface="Trebuchet MS"/>
                <a:cs typeface="Trebuchet MS"/>
              </a:rPr>
              <a:t>at</a:t>
            </a:r>
            <a:r>
              <a:rPr sz="3200" spc="-200" dirty="0">
                <a:latin typeface="Trebuchet MS"/>
                <a:cs typeface="Trebuchet MS"/>
              </a:rPr>
              <a:t>o</a:t>
            </a:r>
            <a:r>
              <a:rPr sz="3200" spc="20" dirty="0">
                <a:latin typeface="Trebuchet MS"/>
                <a:cs typeface="Trebuchet MS"/>
              </a:rPr>
              <a:t>r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tele</a:t>
            </a:r>
            <a:r>
              <a:rPr sz="3200" spc="-240" dirty="0">
                <a:latin typeface="Trebuchet MS"/>
                <a:cs typeface="Trebuchet MS"/>
              </a:rPr>
              <a:t>p</a:t>
            </a:r>
            <a:r>
              <a:rPr sz="3200" spc="30" dirty="0">
                <a:latin typeface="Trebuchet MS"/>
                <a:cs typeface="Trebuchet MS"/>
              </a:rPr>
              <a:t>o</a:t>
            </a:r>
            <a:r>
              <a:rPr sz="3200" spc="-150" dirty="0">
                <a:latin typeface="Trebuchet MS"/>
                <a:cs typeface="Trebuchet MS"/>
              </a:rPr>
              <a:t>n</a:t>
            </a:r>
            <a:r>
              <a:rPr sz="3200" spc="-475" dirty="0">
                <a:latin typeface="Trebuchet MS"/>
                <a:cs typeface="Trebuchet MS"/>
              </a:rPr>
              <a:t>,</a:t>
            </a:r>
            <a:r>
              <a:rPr sz="3200" spc="-395" dirty="0">
                <a:latin typeface="Trebuchet MS"/>
                <a:cs typeface="Trebuchet MS"/>
              </a:rPr>
              <a:t> </a:t>
            </a:r>
            <a:r>
              <a:rPr sz="3200" spc="-285" dirty="0">
                <a:latin typeface="Trebuchet MS"/>
                <a:cs typeface="Trebuchet MS"/>
              </a:rPr>
              <a:t>jas</a:t>
            </a:r>
            <a:r>
              <a:rPr sz="3200" spc="-340" dirty="0">
                <a:latin typeface="Trebuchet MS"/>
                <a:cs typeface="Trebuchet MS"/>
              </a:rPr>
              <a:t>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p</a:t>
            </a:r>
            <a:r>
              <a:rPr sz="3200" spc="-190" dirty="0">
                <a:latin typeface="Trebuchet MS"/>
                <a:cs typeface="Trebuchet MS"/>
              </a:rPr>
              <a:t>e</a:t>
            </a:r>
            <a:r>
              <a:rPr sz="3200" spc="-150" dirty="0">
                <a:latin typeface="Trebuchet MS"/>
                <a:cs typeface="Trebuchet MS"/>
              </a:rPr>
              <a:t>n</a:t>
            </a:r>
            <a:r>
              <a:rPr sz="3200" spc="-220" dirty="0">
                <a:latin typeface="Trebuchet MS"/>
                <a:cs typeface="Trebuchet MS"/>
              </a:rPr>
              <a:t>g</a:t>
            </a:r>
            <a:r>
              <a:rPr sz="3200" spc="-235" dirty="0">
                <a:latin typeface="Trebuchet MS"/>
                <a:cs typeface="Trebuchet MS"/>
              </a:rPr>
              <a:t>e</a:t>
            </a:r>
            <a:r>
              <a:rPr sz="3200" spc="-245" dirty="0">
                <a:latin typeface="Trebuchet MS"/>
                <a:cs typeface="Trebuchet MS"/>
              </a:rPr>
              <a:t>t</a:t>
            </a:r>
            <a:r>
              <a:rPr sz="3200" spc="-190" dirty="0">
                <a:latin typeface="Trebuchet MS"/>
                <a:cs typeface="Trebuchet MS"/>
              </a:rPr>
              <a:t>i</a:t>
            </a:r>
            <a:r>
              <a:rPr sz="3200" spc="-200" dirty="0">
                <a:latin typeface="Trebuchet MS"/>
                <a:cs typeface="Trebuchet MS"/>
              </a:rPr>
              <a:t>k</a:t>
            </a:r>
            <a:r>
              <a:rPr sz="3200" spc="-204" dirty="0">
                <a:latin typeface="Trebuchet MS"/>
                <a:cs typeface="Trebuchet MS"/>
              </a:rPr>
              <a:t>a</a:t>
            </a:r>
            <a:r>
              <a:rPr sz="3200" spc="-150" dirty="0">
                <a:latin typeface="Trebuchet MS"/>
                <a:cs typeface="Trebuchet MS"/>
              </a:rPr>
              <a:t>n</a:t>
            </a:r>
            <a:r>
              <a:rPr sz="3200" spc="-420" dirty="0">
                <a:latin typeface="Trebuchet MS"/>
                <a:cs typeface="Trebuchet MS"/>
              </a:rPr>
              <a:t>,  </a:t>
            </a:r>
            <a:r>
              <a:rPr sz="3200" spc="-185" dirty="0">
                <a:latin typeface="Trebuchet MS"/>
                <a:cs typeface="Trebuchet MS"/>
              </a:rPr>
              <a:t>graphic</a:t>
            </a:r>
            <a:r>
              <a:rPr sz="3200" spc="-135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artist,</a:t>
            </a:r>
            <a:r>
              <a:rPr sz="3200" spc="-395" dirty="0">
                <a:latin typeface="Trebuchet MS"/>
                <a:cs typeface="Trebuchet MS"/>
              </a:rPr>
              <a:t> </a:t>
            </a:r>
            <a:r>
              <a:rPr sz="3200" spc="-254" dirty="0">
                <a:latin typeface="Trebuchet MS"/>
                <a:cs typeface="Trebuchet MS"/>
              </a:rPr>
              <a:t>satpam,</a:t>
            </a:r>
            <a:r>
              <a:rPr sz="3200" spc="-420" dirty="0">
                <a:latin typeface="Trebuchet MS"/>
                <a:cs typeface="Trebuchet MS"/>
              </a:rPr>
              <a:t> </a:t>
            </a:r>
            <a:r>
              <a:rPr sz="3200" spc="-120" dirty="0">
                <a:latin typeface="Trebuchet MS"/>
                <a:cs typeface="Trebuchet MS"/>
              </a:rPr>
              <a:t>buruh </a:t>
            </a:r>
            <a:r>
              <a:rPr sz="3200" spc="-190" dirty="0">
                <a:latin typeface="Trebuchet MS"/>
                <a:cs typeface="Trebuchet MS"/>
              </a:rPr>
              <a:t>perakitan</a:t>
            </a:r>
            <a:endParaRPr sz="32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15251" y="4429061"/>
            <a:ext cx="1649349" cy="17764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247" y="192023"/>
            <a:ext cx="4212336" cy="67665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4525" y="302209"/>
            <a:ext cx="357441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5" dirty="0"/>
              <a:t>Komputer</a:t>
            </a:r>
            <a:r>
              <a:rPr sz="3200" spc="-130" dirty="0"/>
              <a:t> </a:t>
            </a:r>
            <a:r>
              <a:rPr sz="3200" spc="-120" dirty="0"/>
              <a:t>vs</a:t>
            </a:r>
            <a:r>
              <a:rPr sz="3200" spc="-95" dirty="0"/>
              <a:t> </a:t>
            </a:r>
            <a:r>
              <a:rPr sz="3200" spc="-145" dirty="0"/>
              <a:t>Manusia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69596" y="2062734"/>
            <a:ext cx="38309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0"/>
              </a:spcBef>
              <a:buClr>
                <a:srgbClr val="3891A7"/>
              </a:buClr>
              <a:buSzPct val="79166"/>
              <a:buFont typeface="Segoe UI Symbol"/>
              <a:buChar char="⚫"/>
              <a:tabLst>
                <a:tab pos="295910" algn="l"/>
                <a:tab pos="296545" algn="l"/>
                <a:tab pos="1393825" algn="l"/>
                <a:tab pos="2960370" algn="l"/>
              </a:tabLst>
            </a:pPr>
            <a:r>
              <a:rPr sz="2400" spc="-20" dirty="0">
                <a:latin typeface="Trebuchet MS"/>
                <a:cs typeface="Trebuchet MS"/>
              </a:rPr>
              <a:t>B</a:t>
            </a:r>
            <a:r>
              <a:rPr sz="2400" spc="-140" dirty="0">
                <a:latin typeface="Trebuchet MS"/>
                <a:cs typeface="Trebuchet MS"/>
              </a:rPr>
              <a:t>ah</a:t>
            </a:r>
            <a:r>
              <a:rPr sz="2400" spc="-130" dirty="0">
                <a:latin typeface="Trebuchet MS"/>
                <a:cs typeface="Trebuchet MS"/>
              </a:rPr>
              <a:t>k</a:t>
            </a:r>
            <a:r>
              <a:rPr sz="2400" spc="-175" dirty="0">
                <a:latin typeface="Trebuchet MS"/>
                <a:cs typeface="Trebuchet MS"/>
              </a:rPr>
              <a:t>an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75" dirty="0">
                <a:latin typeface="Trebuchet MS"/>
                <a:cs typeface="Trebuchet MS"/>
              </a:rPr>
              <a:t>p</a:t>
            </a:r>
            <a:r>
              <a:rPr sz="2400" spc="-114" dirty="0">
                <a:latin typeface="Trebuchet MS"/>
                <a:cs typeface="Trebuchet MS"/>
              </a:rPr>
              <a:t>r</a:t>
            </a:r>
            <a:r>
              <a:rPr sz="2400" spc="-150" dirty="0">
                <a:latin typeface="Trebuchet MS"/>
                <a:cs typeface="Trebuchet MS"/>
              </a:rPr>
              <a:t>o</a:t>
            </a:r>
            <a:r>
              <a:rPr sz="2400" spc="-135" dirty="0">
                <a:latin typeface="Trebuchet MS"/>
                <a:cs typeface="Trebuchet MS"/>
              </a:rPr>
              <a:t>f</a:t>
            </a:r>
            <a:r>
              <a:rPr sz="2400" spc="-120" dirty="0">
                <a:latin typeface="Trebuchet MS"/>
                <a:cs typeface="Trebuchet MS"/>
              </a:rPr>
              <a:t>e</a:t>
            </a:r>
            <a:r>
              <a:rPr sz="2400" spc="-100" dirty="0">
                <a:latin typeface="Trebuchet MS"/>
                <a:cs typeface="Trebuchet MS"/>
              </a:rPr>
              <a:t>s</a:t>
            </a:r>
            <a:r>
              <a:rPr sz="2400" spc="-150" dirty="0">
                <a:latin typeface="Trebuchet MS"/>
                <a:cs typeface="Trebuchet MS"/>
              </a:rPr>
              <a:t>iona</a:t>
            </a:r>
            <a:r>
              <a:rPr sz="2400" spc="-90" dirty="0">
                <a:latin typeface="Trebuchet MS"/>
                <a:cs typeface="Trebuchet MS"/>
              </a:rPr>
              <a:t>l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65" dirty="0">
                <a:latin typeface="Trebuchet MS"/>
                <a:cs typeface="Trebuchet MS"/>
              </a:rPr>
              <a:t>s</a:t>
            </a:r>
            <a:r>
              <a:rPr sz="2400" spc="-120" dirty="0">
                <a:latin typeface="Trebuchet MS"/>
                <a:cs typeface="Trebuchet MS"/>
              </a:rPr>
              <a:t>epe</a:t>
            </a:r>
            <a:r>
              <a:rPr sz="2400" spc="-25" dirty="0">
                <a:latin typeface="Trebuchet MS"/>
                <a:cs typeface="Trebuchet MS"/>
              </a:rPr>
              <a:t>r</a:t>
            </a:r>
            <a:r>
              <a:rPr sz="2400" spc="-160" dirty="0">
                <a:latin typeface="Trebuchet MS"/>
                <a:cs typeface="Trebuchet MS"/>
              </a:rPr>
              <a:t>ti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88384" y="2062734"/>
            <a:ext cx="43910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9975" algn="l"/>
                <a:tab pos="2543175" algn="l"/>
                <a:tab pos="3347720" algn="l"/>
              </a:tabLst>
            </a:pPr>
            <a:r>
              <a:rPr sz="2400" spc="-80" dirty="0">
                <a:latin typeface="Trebuchet MS"/>
                <a:cs typeface="Trebuchet MS"/>
              </a:rPr>
              <a:t>dok</a:t>
            </a:r>
            <a:r>
              <a:rPr sz="2400" spc="-70" dirty="0">
                <a:latin typeface="Trebuchet MS"/>
                <a:cs typeface="Trebuchet MS"/>
              </a:rPr>
              <a:t>t</a:t>
            </a:r>
            <a:r>
              <a:rPr sz="2400" spc="-160" dirty="0">
                <a:latin typeface="Trebuchet MS"/>
                <a:cs typeface="Trebuchet MS"/>
              </a:rPr>
              <a:t>e</a:t>
            </a:r>
            <a:r>
              <a:rPr sz="2400" spc="-215" dirty="0">
                <a:latin typeface="Trebuchet MS"/>
                <a:cs typeface="Trebuchet MS"/>
              </a:rPr>
              <a:t>r</a:t>
            </a:r>
            <a:r>
              <a:rPr sz="2400" spc="-360" dirty="0">
                <a:latin typeface="Trebuchet MS"/>
                <a:cs typeface="Trebuchet MS"/>
              </a:rPr>
              <a:t>,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40" dirty="0">
                <a:latin typeface="Trebuchet MS"/>
                <a:cs typeface="Trebuchet MS"/>
              </a:rPr>
              <a:t>pe</a:t>
            </a:r>
            <a:r>
              <a:rPr sz="2400" spc="-165" dirty="0">
                <a:latin typeface="Trebuchet MS"/>
                <a:cs typeface="Trebuchet MS"/>
              </a:rPr>
              <a:t>n</a:t>
            </a:r>
            <a:r>
              <a:rPr sz="2400" spc="-204" dirty="0">
                <a:latin typeface="Trebuchet MS"/>
                <a:cs typeface="Trebuchet MS"/>
              </a:rPr>
              <a:t>ga</a:t>
            </a:r>
            <a:r>
              <a:rPr sz="2400" spc="-160" dirty="0">
                <a:latin typeface="Trebuchet MS"/>
                <a:cs typeface="Trebuchet MS"/>
              </a:rPr>
              <a:t>c</a:t>
            </a:r>
            <a:r>
              <a:rPr sz="2400" spc="-130" dirty="0">
                <a:latin typeface="Trebuchet MS"/>
                <a:cs typeface="Trebuchet MS"/>
              </a:rPr>
              <a:t>a</a:t>
            </a:r>
            <a:r>
              <a:rPr sz="2400" spc="-80" dirty="0">
                <a:latin typeface="Trebuchet MS"/>
                <a:cs typeface="Trebuchet MS"/>
              </a:rPr>
              <a:t>r</a:t>
            </a:r>
            <a:r>
              <a:rPr sz="2400" spc="-300" dirty="0">
                <a:latin typeface="Trebuchet MS"/>
                <a:cs typeface="Trebuchet MS"/>
              </a:rPr>
              <a:t>a,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0" dirty="0">
                <a:latin typeface="Trebuchet MS"/>
                <a:cs typeface="Trebuchet MS"/>
              </a:rPr>
              <a:t>gu</a:t>
            </a:r>
            <a:r>
              <a:rPr sz="2400" spc="-60" dirty="0">
                <a:latin typeface="Trebuchet MS"/>
                <a:cs typeface="Trebuchet MS"/>
              </a:rPr>
              <a:t>r</a:t>
            </a:r>
            <a:r>
              <a:rPr sz="2400" spc="-235" dirty="0">
                <a:latin typeface="Trebuchet MS"/>
                <a:cs typeface="Trebuchet MS"/>
              </a:rPr>
              <a:t>u,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55" dirty="0">
                <a:latin typeface="Trebuchet MS"/>
                <a:cs typeface="Trebuchet MS"/>
              </a:rPr>
              <a:t>a</a:t>
            </a:r>
            <a:r>
              <a:rPr sz="2400" spc="-145" dirty="0">
                <a:latin typeface="Trebuchet MS"/>
                <a:cs typeface="Trebuchet MS"/>
              </a:rPr>
              <a:t>kunta</a:t>
            </a:r>
            <a:r>
              <a:rPr sz="2400" spc="-180" dirty="0">
                <a:latin typeface="Trebuchet MS"/>
                <a:cs typeface="Trebuchet MS"/>
              </a:rPr>
              <a:t>n</a:t>
            </a:r>
            <a:r>
              <a:rPr sz="2400" spc="-360" dirty="0">
                <a:latin typeface="Trebuchet MS"/>
                <a:cs typeface="Trebuchet MS"/>
              </a:rPr>
              <a:t>,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3059" y="2428747"/>
            <a:ext cx="80956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338580" algn="l"/>
                <a:tab pos="3152775" algn="l"/>
                <a:tab pos="4259580" algn="l"/>
                <a:tab pos="5790565" algn="l"/>
                <a:tab pos="6777990" algn="l"/>
              </a:tabLst>
            </a:pPr>
            <a:r>
              <a:rPr sz="2400" spc="-110" dirty="0">
                <a:latin typeface="Trebuchet MS"/>
                <a:cs typeface="Trebuchet MS"/>
              </a:rPr>
              <a:t>p</a:t>
            </a:r>
            <a:r>
              <a:rPr sz="2400" spc="-95" dirty="0">
                <a:latin typeface="Trebuchet MS"/>
                <a:cs typeface="Trebuchet MS"/>
              </a:rPr>
              <a:t>s</a:t>
            </a:r>
            <a:r>
              <a:rPr sz="2400" spc="-85" dirty="0">
                <a:latin typeface="Trebuchet MS"/>
                <a:cs typeface="Trebuchet MS"/>
              </a:rPr>
              <a:t>i</a:t>
            </a:r>
            <a:r>
              <a:rPr sz="2400" spc="-210" dirty="0">
                <a:latin typeface="Trebuchet MS"/>
                <a:cs typeface="Trebuchet MS"/>
              </a:rPr>
              <a:t>k</a:t>
            </a:r>
            <a:r>
              <a:rPr sz="2400" spc="-75" dirty="0">
                <a:latin typeface="Trebuchet MS"/>
                <a:cs typeface="Trebuchet MS"/>
              </a:rPr>
              <a:t>olog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35" dirty="0">
                <a:latin typeface="Trebuchet MS"/>
                <a:cs typeface="Trebuchet MS"/>
              </a:rPr>
              <a:t>mene</a:t>
            </a:r>
            <a:r>
              <a:rPr sz="2400" spc="-204" dirty="0">
                <a:latin typeface="Trebuchet MS"/>
                <a:cs typeface="Trebuchet MS"/>
              </a:rPr>
              <a:t>m</a:t>
            </a:r>
            <a:r>
              <a:rPr sz="2400" spc="-140" dirty="0">
                <a:latin typeface="Trebuchet MS"/>
                <a:cs typeface="Trebuchet MS"/>
              </a:rPr>
              <a:t>uk</a:t>
            </a:r>
            <a:r>
              <a:rPr sz="2400" spc="-135" dirty="0">
                <a:latin typeface="Trebuchet MS"/>
                <a:cs typeface="Trebuchet MS"/>
              </a:rPr>
              <a:t>a</a:t>
            </a:r>
            <a:r>
              <a:rPr sz="2400" spc="-114" dirty="0">
                <a:latin typeface="Trebuchet MS"/>
                <a:cs typeface="Trebuchet MS"/>
              </a:rPr>
              <a:t>n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90" dirty="0">
                <a:latin typeface="Trebuchet MS"/>
                <a:cs typeface="Trebuchet MS"/>
              </a:rPr>
              <a:t>ba</a:t>
            </a:r>
            <a:r>
              <a:rPr sz="2400" spc="-140" dirty="0">
                <a:latin typeface="Trebuchet MS"/>
                <a:cs typeface="Trebuchet MS"/>
              </a:rPr>
              <a:t>hwa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35" dirty="0">
                <a:latin typeface="Trebuchet MS"/>
                <a:cs typeface="Trebuchet MS"/>
              </a:rPr>
              <a:t>k</a:t>
            </a:r>
            <a:r>
              <a:rPr sz="2400" spc="-45" dirty="0">
                <a:latin typeface="Trebuchet MS"/>
                <a:cs typeface="Trebuchet MS"/>
              </a:rPr>
              <a:t>o</a:t>
            </a:r>
            <a:r>
              <a:rPr sz="2400" spc="-75" dirty="0">
                <a:latin typeface="Trebuchet MS"/>
                <a:cs typeface="Trebuchet MS"/>
              </a:rPr>
              <a:t>m</a:t>
            </a:r>
            <a:r>
              <a:rPr sz="2400" spc="-110" dirty="0">
                <a:latin typeface="Trebuchet MS"/>
                <a:cs typeface="Trebuchet MS"/>
              </a:rPr>
              <a:t>puter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85" dirty="0">
                <a:latin typeface="Trebuchet MS"/>
                <a:cs typeface="Trebuchet MS"/>
              </a:rPr>
              <a:t>d</a:t>
            </a:r>
            <a:r>
              <a:rPr sz="2400" spc="-195" dirty="0">
                <a:latin typeface="Trebuchet MS"/>
                <a:cs typeface="Trebuchet MS"/>
              </a:rPr>
              <a:t>a</a:t>
            </a:r>
            <a:r>
              <a:rPr sz="2400" spc="-190" dirty="0">
                <a:latin typeface="Trebuchet MS"/>
                <a:cs typeface="Trebuchet MS"/>
              </a:rPr>
              <a:t>pa</a:t>
            </a:r>
            <a:r>
              <a:rPr sz="2400" spc="-155" dirty="0">
                <a:latin typeface="Trebuchet MS"/>
                <a:cs typeface="Trebuchet MS"/>
              </a:rPr>
              <a:t>t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85" dirty="0">
                <a:latin typeface="Trebuchet MS"/>
                <a:cs typeface="Trebuchet MS"/>
              </a:rPr>
              <a:t>mel</a:t>
            </a:r>
            <a:r>
              <a:rPr sz="2400" spc="-170" dirty="0">
                <a:latin typeface="Trebuchet MS"/>
                <a:cs typeface="Trebuchet MS"/>
              </a:rPr>
              <a:t>a</a:t>
            </a:r>
            <a:r>
              <a:rPr sz="2400" spc="-120" dirty="0">
                <a:latin typeface="Trebuchet MS"/>
                <a:cs typeface="Trebuchet MS"/>
              </a:rPr>
              <a:t>kuk</a:t>
            </a:r>
            <a:r>
              <a:rPr sz="2400" spc="-135" dirty="0">
                <a:latin typeface="Trebuchet MS"/>
                <a:cs typeface="Trebuchet MS"/>
              </a:rPr>
              <a:t>a</a:t>
            </a:r>
            <a:r>
              <a:rPr sz="2400" spc="-80" dirty="0">
                <a:latin typeface="Trebuchet MS"/>
                <a:cs typeface="Trebuchet MS"/>
              </a:rPr>
              <a:t>n  </a:t>
            </a:r>
            <a:r>
              <a:rPr sz="2400" spc="-125" dirty="0">
                <a:latin typeface="Trebuchet MS"/>
                <a:cs typeface="Trebuchet MS"/>
              </a:rPr>
              <a:t>bebe</a:t>
            </a:r>
            <a:r>
              <a:rPr sz="2400" spc="-85" dirty="0">
                <a:latin typeface="Trebuchet MS"/>
                <a:cs typeface="Trebuchet MS"/>
              </a:rPr>
              <a:t>r</a:t>
            </a:r>
            <a:r>
              <a:rPr sz="2400" spc="-260" dirty="0">
                <a:latin typeface="Trebuchet MS"/>
                <a:cs typeface="Trebuchet MS"/>
              </a:rPr>
              <a:t>a</a:t>
            </a:r>
            <a:r>
              <a:rPr sz="2400" spc="-190" dirty="0">
                <a:latin typeface="Trebuchet MS"/>
                <a:cs typeface="Trebuchet MS"/>
              </a:rPr>
              <a:t>pa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t</a:t>
            </a:r>
            <a:r>
              <a:rPr sz="2400" spc="-175" dirty="0">
                <a:latin typeface="Trebuchet MS"/>
                <a:cs typeface="Trebuchet MS"/>
              </a:rPr>
              <a:t>uga</a:t>
            </a:r>
            <a:r>
              <a:rPr sz="2400" spc="-50" dirty="0">
                <a:latin typeface="Trebuchet MS"/>
                <a:cs typeface="Trebuchet MS"/>
              </a:rPr>
              <a:t>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mer</a:t>
            </a:r>
            <a:r>
              <a:rPr sz="2400" spc="-155" dirty="0">
                <a:latin typeface="Trebuchet MS"/>
                <a:cs typeface="Trebuchet MS"/>
              </a:rPr>
              <a:t>eka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lebi</a:t>
            </a:r>
            <a:r>
              <a:rPr sz="2400" spc="-185" dirty="0">
                <a:latin typeface="Trebuchet MS"/>
                <a:cs typeface="Trebuchet MS"/>
              </a:rPr>
              <a:t>h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270" dirty="0">
                <a:latin typeface="Trebuchet MS"/>
                <a:cs typeface="Trebuchet MS"/>
              </a:rPr>
              <a:t>e</a:t>
            </a:r>
            <a:r>
              <a:rPr sz="2400" spc="-204" dirty="0">
                <a:latin typeface="Trebuchet MS"/>
                <a:cs typeface="Trebuchet MS"/>
              </a:rPr>
              <a:t>f</a:t>
            </a:r>
            <a:r>
              <a:rPr sz="2400" spc="-170" dirty="0">
                <a:latin typeface="Trebuchet MS"/>
                <a:cs typeface="Trebuchet MS"/>
              </a:rPr>
              <a:t>ekti</a:t>
            </a:r>
            <a:r>
              <a:rPr sz="2400" spc="-150" dirty="0">
                <a:latin typeface="Trebuchet MS"/>
                <a:cs typeface="Trebuchet MS"/>
              </a:rPr>
              <a:t>f</a:t>
            </a:r>
            <a:r>
              <a:rPr sz="2400" spc="-355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86625" y="4714811"/>
            <a:ext cx="1649476" cy="17764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-3680" y="0"/>
            <a:ext cx="9147810" cy="6861175"/>
            <a:chOff x="-3680" y="0"/>
            <a:chExt cx="9147810" cy="686117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1767" y="0"/>
              <a:ext cx="6864096" cy="60655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1767" y="381000"/>
              <a:ext cx="6592824" cy="8199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1767" y="975360"/>
              <a:ext cx="4840224" cy="81991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14347" y="0"/>
            <a:ext cx="6084570" cy="18110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5"/>
              </a:spcBef>
            </a:pPr>
            <a:r>
              <a:rPr spc="190" dirty="0"/>
              <a:t>MEMAHAMI</a:t>
            </a:r>
            <a:r>
              <a:rPr spc="-190" dirty="0"/>
              <a:t> </a:t>
            </a:r>
            <a:r>
              <a:rPr spc="15" dirty="0"/>
              <a:t>ISU</a:t>
            </a:r>
            <a:r>
              <a:rPr spc="-120" dirty="0"/>
              <a:t> </a:t>
            </a:r>
            <a:r>
              <a:rPr spc="95" dirty="0"/>
              <a:t>ETIKA</a:t>
            </a:r>
            <a:r>
              <a:rPr spc="-140" dirty="0"/>
              <a:t> </a:t>
            </a:r>
            <a:r>
              <a:rPr spc="395" dirty="0"/>
              <a:t>DAN </a:t>
            </a:r>
            <a:r>
              <a:rPr spc="-1160" dirty="0"/>
              <a:t> </a:t>
            </a:r>
            <a:r>
              <a:rPr spc="90" dirty="0"/>
              <a:t>SOS</a:t>
            </a:r>
            <a:r>
              <a:rPr spc="55" dirty="0"/>
              <a:t>I</a:t>
            </a:r>
            <a:r>
              <a:rPr spc="125" dirty="0"/>
              <a:t>AL</a:t>
            </a:r>
            <a:r>
              <a:rPr spc="-665" dirty="0"/>
              <a:t> </a:t>
            </a:r>
            <a:r>
              <a:rPr spc="85" dirty="0"/>
              <a:t>T</a:t>
            </a:r>
            <a:r>
              <a:rPr spc="95" dirty="0"/>
              <a:t>ERKAIT</a:t>
            </a:r>
            <a:r>
              <a:rPr spc="-125" dirty="0"/>
              <a:t> </a:t>
            </a:r>
            <a:r>
              <a:rPr spc="305" dirty="0"/>
              <a:t>DENGAN  </a:t>
            </a:r>
            <a:r>
              <a:rPr spc="-5" dirty="0"/>
              <a:t>SISTEM</a:t>
            </a:r>
            <a:r>
              <a:rPr spc="-175" dirty="0"/>
              <a:t> </a:t>
            </a:r>
            <a:r>
              <a:rPr spc="145" dirty="0"/>
              <a:t>INFORMASI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42340" y="2013915"/>
            <a:ext cx="80975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0"/>
              </a:spcBef>
              <a:buClr>
                <a:srgbClr val="3891A7"/>
              </a:buClr>
              <a:buSzPct val="79166"/>
              <a:buFont typeface="Segoe UI Symbol"/>
              <a:buChar char="⚫"/>
              <a:tabLst>
                <a:tab pos="295910" algn="l"/>
                <a:tab pos="296545" algn="l"/>
                <a:tab pos="1137285" algn="l"/>
                <a:tab pos="2329180" algn="l"/>
                <a:tab pos="3573779" algn="l"/>
                <a:tab pos="4415155" algn="l"/>
                <a:tab pos="5574030" algn="l"/>
                <a:tab pos="6634480" algn="l"/>
                <a:tab pos="7576820" algn="l"/>
              </a:tabLst>
            </a:pPr>
            <a:r>
              <a:rPr sz="2400" dirty="0">
                <a:latin typeface="Arial MT"/>
                <a:cs typeface="Arial MT"/>
              </a:rPr>
              <a:t>E</a:t>
            </a:r>
            <a:r>
              <a:rPr sz="2400" spc="5" dirty="0">
                <a:latin typeface="Arial MT"/>
                <a:cs typeface="Arial MT"/>
              </a:rPr>
              <a:t>t</a:t>
            </a:r>
            <a:r>
              <a:rPr sz="2400" dirty="0">
                <a:latin typeface="Arial MT"/>
                <a:cs typeface="Arial MT"/>
              </a:rPr>
              <a:t>ika	</a:t>
            </a:r>
            <a:r>
              <a:rPr sz="2400" i="1" spc="-10" dirty="0">
                <a:latin typeface="Arial"/>
                <a:cs typeface="Arial"/>
              </a:rPr>
              <a:t>(</a:t>
            </a:r>
            <a:r>
              <a:rPr sz="2400" i="1" spc="-20" dirty="0">
                <a:latin typeface="Arial"/>
                <a:cs typeface="Arial"/>
              </a:rPr>
              <a:t>E</a:t>
            </a:r>
            <a:r>
              <a:rPr sz="2400" i="1" dirty="0">
                <a:latin typeface="Arial"/>
                <a:cs typeface="Arial"/>
              </a:rPr>
              <a:t>t</a:t>
            </a:r>
            <a:r>
              <a:rPr sz="2400" i="1" spc="5" dirty="0">
                <a:latin typeface="Arial"/>
                <a:cs typeface="Arial"/>
              </a:rPr>
              <a:t>h</a:t>
            </a:r>
            <a:r>
              <a:rPr sz="2400" i="1" dirty="0">
                <a:latin typeface="Arial"/>
                <a:cs typeface="Arial"/>
              </a:rPr>
              <a:t>ic</a:t>
            </a:r>
            <a:r>
              <a:rPr sz="2400" i="1" spc="-10" dirty="0">
                <a:latin typeface="Arial"/>
                <a:cs typeface="Arial"/>
              </a:rPr>
              <a:t>s</a:t>
            </a:r>
            <a:r>
              <a:rPr sz="2400" i="1" dirty="0">
                <a:latin typeface="Arial"/>
                <a:cs typeface="Arial"/>
              </a:rPr>
              <a:t>)	</a:t>
            </a:r>
            <a:r>
              <a:rPr sz="2400" spc="-10" dirty="0">
                <a:latin typeface="Arial MT"/>
                <a:cs typeface="Arial MT"/>
              </a:rPr>
              <a:t>M</a:t>
            </a:r>
            <a:r>
              <a:rPr sz="2400" dirty="0">
                <a:latin typeface="Arial MT"/>
                <a:cs typeface="Arial MT"/>
              </a:rPr>
              <a:t>e</a:t>
            </a:r>
            <a:r>
              <a:rPr sz="2400" spc="-10" dirty="0">
                <a:latin typeface="Arial MT"/>
                <a:cs typeface="Arial MT"/>
              </a:rPr>
              <a:t>r</a:t>
            </a:r>
            <a:r>
              <a:rPr sz="2400" dirty="0">
                <a:latin typeface="Arial MT"/>
                <a:cs typeface="Arial MT"/>
              </a:rPr>
              <a:t>ujuk	pa</a:t>
            </a:r>
            <a:r>
              <a:rPr sz="2400" spc="-20" dirty="0">
                <a:latin typeface="Arial MT"/>
                <a:cs typeface="Arial MT"/>
              </a:rPr>
              <a:t>d</a:t>
            </a:r>
            <a:r>
              <a:rPr sz="2400" dirty="0">
                <a:latin typeface="Arial MT"/>
                <a:cs typeface="Arial MT"/>
              </a:rPr>
              <a:t>a	</a:t>
            </a:r>
            <a:r>
              <a:rPr sz="2400" spc="-25" dirty="0">
                <a:latin typeface="Arial MT"/>
                <a:cs typeface="Arial MT"/>
              </a:rPr>
              <a:t>s</a:t>
            </a:r>
            <a:r>
              <a:rPr sz="2400" dirty="0">
                <a:latin typeface="Arial MT"/>
                <a:cs typeface="Arial MT"/>
              </a:rPr>
              <a:t>eb</a:t>
            </a:r>
            <a:r>
              <a:rPr sz="2400" spc="-20" dirty="0">
                <a:latin typeface="Arial MT"/>
                <a:cs typeface="Arial MT"/>
              </a:rPr>
              <a:t>u</a:t>
            </a:r>
            <a:r>
              <a:rPr sz="2400" dirty="0">
                <a:latin typeface="Arial MT"/>
                <a:cs typeface="Arial MT"/>
              </a:rPr>
              <a:t>ah	p</a:t>
            </a:r>
            <a:r>
              <a:rPr sz="2400" spc="-10" dirty="0">
                <a:latin typeface="Arial MT"/>
                <a:cs typeface="Arial MT"/>
              </a:rPr>
              <a:t>r</a:t>
            </a:r>
            <a:r>
              <a:rPr sz="2400" dirty="0">
                <a:latin typeface="Arial MT"/>
                <a:cs typeface="Arial MT"/>
              </a:rPr>
              <a:t>insip	b</a:t>
            </a:r>
            <a:r>
              <a:rPr sz="2400" spc="-20" dirty="0">
                <a:latin typeface="Arial MT"/>
                <a:cs typeface="Arial MT"/>
              </a:rPr>
              <a:t>e</a:t>
            </a:r>
            <a:r>
              <a:rPr sz="2400" dirty="0">
                <a:latin typeface="Arial MT"/>
                <a:cs typeface="Arial MT"/>
              </a:rPr>
              <a:t>nar	</a:t>
            </a:r>
            <a:r>
              <a:rPr sz="2400" spc="-20" dirty="0">
                <a:latin typeface="Arial MT"/>
                <a:cs typeface="Arial MT"/>
              </a:rPr>
              <a:t>d</a:t>
            </a:r>
            <a:r>
              <a:rPr sz="2400" dirty="0">
                <a:latin typeface="Arial MT"/>
                <a:cs typeface="Arial MT"/>
              </a:rPr>
              <a:t>an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5804" y="2379979"/>
            <a:ext cx="5273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55370" algn="l"/>
                <a:tab pos="2024380" algn="l"/>
                <a:tab pos="3750310" algn="l"/>
              </a:tabLst>
            </a:pPr>
            <a:r>
              <a:rPr sz="2400" spc="-5" dirty="0">
                <a:latin typeface="Arial MT"/>
                <a:cs typeface="Arial MT"/>
              </a:rPr>
              <a:t>s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lah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y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5" dirty="0">
                <a:latin typeface="Arial MT"/>
                <a:cs typeface="Arial MT"/>
              </a:rPr>
              <a:t>g</a:t>
            </a:r>
            <a:r>
              <a:rPr sz="2400" dirty="0">
                <a:latin typeface="Arial MT"/>
                <a:cs typeface="Arial MT"/>
              </a:rPr>
              <a:t>	d</a:t>
            </a:r>
            <a:r>
              <a:rPr sz="2400" spc="10" dirty="0">
                <a:latin typeface="Arial MT"/>
                <a:cs typeface="Arial MT"/>
              </a:rPr>
              <a:t>i</a:t>
            </a:r>
            <a:r>
              <a:rPr sz="2400" spc="-20" dirty="0">
                <a:latin typeface="Arial MT"/>
                <a:cs typeface="Arial MT"/>
              </a:rPr>
              <a:t>g</a:t>
            </a:r>
            <a:r>
              <a:rPr sz="2400" dirty="0">
                <a:latin typeface="Arial MT"/>
                <a:cs typeface="Arial MT"/>
              </a:rPr>
              <a:t>una</a:t>
            </a:r>
            <a:r>
              <a:rPr sz="2400" spc="-5" dirty="0">
                <a:latin typeface="Arial MT"/>
                <a:cs typeface="Arial MT"/>
              </a:rPr>
              <a:t>k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s</a:t>
            </a:r>
            <a:r>
              <a:rPr sz="2400" dirty="0">
                <a:latin typeface="Arial MT"/>
                <a:cs typeface="Arial MT"/>
              </a:rPr>
              <a:t>e</a:t>
            </a:r>
            <a:r>
              <a:rPr sz="2400" spc="-5" dirty="0">
                <a:latin typeface="Arial MT"/>
                <a:cs typeface="Arial MT"/>
              </a:rPr>
              <a:t>s</a:t>
            </a:r>
            <a:r>
              <a:rPr sz="2400" dirty="0">
                <a:latin typeface="Arial MT"/>
                <a:cs typeface="Arial MT"/>
              </a:rPr>
              <a:t>eo</a:t>
            </a:r>
            <a:r>
              <a:rPr sz="2400" spc="-5" dirty="0">
                <a:latin typeface="Arial MT"/>
                <a:cs typeface="Arial MT"/>
              </a:rPr>
              <a:t>ra</a:t>
            </a:r>
            <a:r>
              <a:rPr sz="2400" dirty="0">
                <a:latin typeface="Arial MT"/>
                <a:cs typeface="Arial MT"/>
              </a:rPr>
              <a:t>n</a:t>
            </a:r>
            <a:r>
              <a:rPr sz="2400" spc="-20" dirty="0">
                <a:latin typeface="Arial MT"/>
                <a:cs typeface="Arial MT"/>
              </a:rPr>
              <a:t>g</a:t>
            </a:r>
            <a:r>
              <a:rPr sz="2400" dirty="0">
                <a:latin typeface="Arial MT"/>
                <a:cs typeface="Arial MT"/>
              </a:rPr>
              <a:t>,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5804" y="2379979"/>
            <a:ext cx="78136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561330">
              <a:lnSpc>
                <a:spcPct val="100000"/>
              </a:lnSpc>
              <a:spcBef>
                <a:spcPts val="100"/>
              </a:spcBef>
              <a:tabLst>
                <a:tab pos="1326515" algn="l"/>
                <a:tab pos="2470150" algn="l"/>
                <a:tab pos="3475990" algn="l"/>
                <a:tab pos="4378325" algn="l"/>
                <a:tab pos="5540375" algn="l"/>
                <a:tab pos="6530975" algn="l"/>
              </a:tabLst>
            </a:pPr>
            <a:r>
              <a:rPr sz="2400" spc="-25" dirty="0">
                <a:latin typeface="Arial MT"/>
                <a:cs typeface="Arial MT"/>
              </a:rPr>
              <a:t>y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0" dirty="0">
                <a:latin typeface="Arial MT"/>
                <a:cs typeface="Arial MT"/>
              </a:rPr>
              <a:t>n</a:t>
            </a:r>
            <a:r>
              <a:rPr sz="2400" spc="-5" dirty="0">
                <a:latin typeface="Arial MT"/>
                <a:cs typeface="Arial MT"/>
              </a:rPr>
              <a:t>g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5" dirty="0">
                <a:latin typeface="Arial MT"/>
                <a:cs typeface="Arial MT"/>
              </a:rPr>
              <a:t>rtin</a:t>
            </a:r>
            <a:r>
              <a:rPr sz="2400" dirty="0">
                <a:latin typeface="Arial MT"/>
                <a:cs typeface="Arial MT"/>
              </a:rPr>
              <a:t>dak  se</a:t>
            </a:r>
            <a:r>
              <a:rPr sz="2400" spc="10" dirty="0">
                <a:latin typeface="Arial MT"/>
                <a:cs typeface="Arial MT"/>
              </a:rPr>
              <a:t>b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0" dirty="0">
                <a:latin typeface="Arial MT"/>
                <a:cs typeface="Arial MT"/>
              </a:rPr>
              <a:t>g</a:t>
            </a:r>
            <a:r>
              <a:rPr sz="2400" dirty="0">
                <a:latin typeface="Arial MT"/>
                <a:cs typeface="Arial MT"/>
              </a:rPr>
              <a:t>ai	pelaku	</a:t>
            </a:r>
            <a:r>
              <a:rPr sz="2400" spc="10" dirty="0">
                <a:latin typeface="Arial MT"/>
                <a:cs typeface="Arial MT"/>
              </a:rPr>
              <a:t>m</a:t>
            </a:r>
            <a:r>
              <a:rPr sz="2400" dirty="0">
                <a:latin typeface="Arial MT"/>
                <a:cs typeface="Arial MT"/>
              </a:rPr>
              <a:t>o</a:t>
            </a:r>
            <a:r>
              <a:rPr sz="2400" spc="-35" dirty="0">
                <a:latin typeface="Arial MT"/>
                <a:cs typeface="Arial MT"/>
              </a:rPr>
              <a:t>r</a:t>
            </a:r>
            <a:r>
              <a:rPr sz="2400" dirty="0">
                <a:latin typeface="Arial MT"/>
                <a:cs typeface="Arial MT"/>
              </a:rPr>
              <a:t>al	</a:t>
            </a:r>
            <a:r>
              <a:rPr sz="2400" spc="-25" dirty="0">
                <a:latin typeface="Arial MT"/>
                <a:cs typeface="Arial MT"/>
              </a:rPr>
              <a:t>y</a:t>
            </a:r>
            <a:r>
              <a:rPr sz="2400" dirty="0">
                <a:latin typeface="Arial MT"/>
                <a:cs typeface="Arial MT"/>
              </a:rPr>
              <a:t>ang	bebas,	un</a:t>
            </a:r>
            <a:r>
              <a:rPr sz="2400" spc="-20" dirty="0">
                <a:latin typeface="Arial MT"/>
                <a:cs typeface="Arial MT"/>
              </a:rPr>
              <a:t>t</a:t>
            </a:r>
            <a:r>
              <a:rPr sz="2400" dirty="0">
                <a:latin typeface="Arial MT"/>
                <a:cs typeface="Arial MT"/>
              </a:rPr>
              <a:t>uk	</a:t>
            </a:r>
            <a:r>
              <a:rPr sz="2400" spc="-10" dirty="0">
                <a:latin typeface="Arial MT"/>
                <a:cs typeface="Arial MT"/>
              </a:rPr>
              <a:t>m</a:t>
            </a:r>
            <a:r>
              <a:rPr sz="2400" dirty="0">
                <a:latin typeface="Arial MT"/>
                <a:cs typeface="Arial MT"/>
              </a:rPr>
              <a:t>e</a:t>
            </a:r>
            <a:r>
              <a:rPr sz="2400" spc="-10" dirty="0">
                <a:latin typeface="Arial MT"/>
                <a:cs typeface="Arial MT"/>
              </a:rPr>
              <a:t>m</a:t>
            </a:r>
            <a:r>
              <a:rPr sz="2400" dirty="0">
                <a:latin typeface="Arial MT"/>
                <a:cs typeface="Arial MT"/>
              </a:rPr>
              <a:t>bu</a:t>
            </a:r>
            <a:r>
              <a:rPr sz="2400" spc="-20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2340" y="3035553"/>
            <a:ext cx="8093709" cy="16414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5910" algn="just">
              <a:lnSpc>
                <a:spcPct val="100000"/>
              </a:lnSpc>
              <a:spcBef>
                <a:spcPts val="700"/>
              </a:spcBef>
            </a:pPr>
            <a:r>
              <a:rPr sz="2400" dirty="0">
                <a:latin typeface="Arial MT"/>
                <a:cs typeface="Arial MT"/>
              </a:rPr>
              <a:t>keputusan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untuk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mengarahkan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perilakunya.</a:t>
            </a:r>
            <a:endParaRPr sz="2400">
              <a:latin typeface="Arial MT"/>
              <a:cs typeface="Arial MT"/>
            </a:endParaRPr>
          </a:p>
          <a:p>
            <a:pPr marL="295910" marR="5080" indent="-283845" algn="just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166"/>
              <a:buFont typeface="Segoe UI Symbol"/>
              <a:buChar char="⚫"/>
              <a:tabLst>
                <a:tab pos="296545" algn="l"/>
              </a:tabLst>
            </a:pPr>
            <a:r>
              <a:rPr sz="2400" spc="-5" dirty="0">
                <a:latin typeface="Arial MT"/>
                <a:cs typeface="Arial MT"/>
              </a:rPr>
              <a:t>Perkembangan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35" dirty="0">
                <a:latin typeface="Arial MT"/>
                <a:cs typeface="Arial MT"/>
              </a:rPr>
              <a:t>Teknologi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informasi </a:t>
            </a:r>
            <a:r>
              <a:rPr sz="2400" spc="-5" dirty="0">
                <a:latin typeface="Arial MT"/>
                <a:cs typeface="Arial MT"/>
              </a:rPr>
              <a:t>akan menghasilkan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banyak manfaat </a:t>
            </a:r>
            <a:r>
              <a:rPr sz="2400" spc="-10" dirty="0">
                <a:latin typeface="Arial MT"/>
                <a:cs typeface="Arial MT"/>
              </a:rPr>
              <a:t>disatu </a:t>
            </a:r>
            <a:r>
              <a:rPr sz="2400" spc="-5" dirty="0">
                <a:latin typeface="Arial MT"/>
                <a:cs typeface="Arial MT"/>
              </a:rPr>
              <a:t>sisi </a:t>
            </a:r>
            <a:r>
              <a:rPr sz="2400" dirty="0">
                <a:latin typeface="Arial MT"/>
                <a:cs typeface="Arial MT"/>
              </a:rPr>
              <a:t>tetapi </a:t>
            </a:r>
            <a:r>
              <a:rPr sz="2400" spc="-5" dirty="0">
                <a:latin typeface="Arial MT"/>
                <a:cs typeface="Arial MT"/>
              </a:rPr>
              <a:t>menimbulkan kerugian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disisi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yang </a:t>
            </a:r>
            <a:r>
              <a:rPr sz="2400" dirty="0">
                <a:latin typeface="Arial MT"/>
                <a:cs typeface="Arial MT"/>
              </a:rPr>
              <a:t>lain.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2340" y="4727905"/>
            <a:ext cx="43795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0"/>
              </a:spcBef>
              <a:buClr>
                <a:srgbClr val="3891A7"/>
              </a:buClr>
              <a:buSzPct val="79166"/>
              <a:buFont typeface="Segoe UI Symbol"/>
              <a:buChar char="⚫"/>
              <a:tabLst>
                <a:tab pos="295910" algn="l"/>
                <a:tab pos="296545" algn="l"/>
                <a:tab pos="2580005" algn="l"/>
                <a:tab pos="3536950" algn="l"/>
              </a:tabLst>
            </a:pPr>
            <a:r>
              <a:rPr sz="2400" dirty="0">
                <a:latin typeface="Arial MT"/>
                <a:cs typeface="Arial MT"/>
              </a:rPr>
              <a:t>P</a:t>
            </a:r>
            <a:r>
              <a:rPr sz="2400" spc="10" dirty="0">
                <a:latin typeface="Arial MT"/>
                <a:cs typeface="Arial MT"/>
              </a:rPr>
              <a:t>e</a:t>
            </a:r>
            <a:r>
              <a:rPr sz="2400" spc="-10" dirty="0">
                <a:latin typeface="Arial MT"/>
                <a:cs typeface="Arial MT"/>
              </a:rPr>
              <a:t>r</a:t>
            </a:r>
            <a:r>
              <a:rPr sz="2400" spc="10" dirty="0">
                <a:latin typeface="Arial MT"/>
                <a:cs typeface="Arial MT"/>
              </a:rPr>
              <a:t>m</a:t>
            </a:r>
            <a:r>
              <a:rPr sz="2400" dirty="0">
                <a:latin typeface="Arial MT"/>
                <a:cs typeface="Arial MT"/>
              </a:rPr>
              <a:t>asal</a:t>
            </a:r>
            <a:r>
              <a:rPr sz="2400" spc="-1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han	</a:t>
            </a:r>
            <a:r>
              <a:rPr sz="2400" spc="-20" dirty="0">
                <a:latin typeface="Arial MT"/>
                <a:cs typeface="Arial MT"/>
              </a:rPr>
              <a:t>e</a:t>
            </a:r>
            <a:r>
              <a:rPr sz="2400" dirty="0">
                <a:latin typeface="Arial MT"/>
                <a:cs typeface="Arial MT"/>
              </a:rPr>
              <a:t>tika	dal</a:t>
            </a:r>
            <a:r>
              <a:rPr sz="2400" spc="-2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13350" y="4727905"/>
            <a:ext cx="9042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si</a:t>
            </a:r>
            <a:r>
              <a:rPr sz="2400" spc="-10" dirty="0">
                <a:latin typeface="Arial MT"/>
                <a:cs typeface="Arial MT"/>
              </a:rPr>
              <a:t>s</a:t>
            </a:r>
            <a:r>
              <a:rPr sz="2400" spc="-20" dirty="0">
                <a:latin typeface="Arial MT"/>
                <a:cs typeface="Arial MT"/>
              </a:rPr>
              <a:t>t</a:t>
            </a:r>
            <a:r>
              <a:rPr sz="2400" dirty="0">
                <a:latin typeface="Arial MT"/>
                <a:cs typeface="Arial MT"/>
              </a:rPr>
              <a:t>em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05498" y="4727905"/>
            <a:ext cx="12630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informasi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54518" y="4727905"/>
            <a:ext cx="6858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t</a:t>
            </a:r>
            <a:r>
              <a:rPr sz="2400" spc="5" dirty="0">
                <a:latin typeface="Arial MT"/>
                <a:cs typeface="Arial MT"/>
              </a:rPr>
              <a:t>e</a:t>
            </a:r>
            <a:r>
              <a:rPr sz="2400" dirty="0">
                <a:latin typeface="Arial MT"/>
                <a:cs typeface="Arial MT"/>
              </a:rPr>
              <a:t>l</a:t>
            </a:r>
            <a:r>
              <a:rPr sz="2400" spc="-2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h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5804" y="5093970"/>
            <a:ext cx="78105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470025" algn="l"/>
                <a:tab pos="2890520" algn="l"/>
                <a:tab pos="3768725" algn="l"/>
                <a:tab pos="5058410" algn="l"/>
                <a:tab pos="6461125" algn="l"/>
              </a:tabLst>
            </a:pPr>
            <a:r>
              <a:rPr sz="2400" spc="10" dirty="0">
                <a:latin typeface="Arial MT"/>
                <a:cs typeface="Arial MT"/>
              </a:rPr>
              <a:t>m</a:t>
            </a:r>
            <a:r>
              <a:rPr sz="2400" spc="-20" dirty="0">
                <a:latin typeface="Arial MT"/>
                <a:cs typeface="Arial MT"/>
              </a:rPr>
              <a:t>e</a:t>
            </a:r>
            <a:r>
              <a:rPr sz="2400" spc="10" dirty="0">
                <a:latin typeface="Arial MT"/>
                <a:cs typeface="Arial MT"/>
              </a:rPr>
              <a:t>m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5" dirty="0">
                <a:latin typeface="Arial MT"/>
                <a:cs typeface="Arial MT"/>
              </a:rPr>
              <a:t>ri</a:t>
            </a:r>
            <a:r>
              <a:rPr sz="2400" dirty="0">
                <a:latin typeface="Arial MT"/>
                <a:cs typeface="Arial MT"/>
              </a:rPr>
              <a:t>	de</a:t>
            </a:r>
            <a:r>
              <a:rPr sz="2400" spc="-25" dirty="0">
                <a:latin typeface="Arial MT"/>
                <a:cs typeface="Arial MT"/>
              </a:rPr>
              <a:t>s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k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b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ru</a:t>
            </a:r>
            <a:r>
              <a:rPr sz="2400" dirty="0">
                <a:latin typeface="Arial MT"/>
                <a:cs typeface="Arial MT"/>
              </a:rPr>
              <a:t>	den</a:t>
            </a:r>
            <a:r>
              <a:rPr sz="2400" spc="-20" dirty="0">
                <a:latin typeface="Arial MT"/>
                <a:cs typeface="Arial MT"/>
              </a:rPr>
              <a:t>g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s</a:t>
            </a:r>
            <a:r>
              <a:rPr sz="2400" dirty="0">
                <a:latin typeface="Arial MT"/>
                <a:cs typeface="Arial MT"/>
              </a:rPr>
              <a:t>e</a:t>
            </a:r>
            <a:r>
              <a:rPr sz="2400" spc="-10" dirty="0">
                <a:latin typeface="Arial MT"/>
                <a:cs typeface="Arial MT"/>
              </a:rPr>
              <a:t>m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kin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10" dirty="0">
                <a:latin typeface="Arial MT"/>
                <a:cs typeface="Arial MT"/>
              </a:rPr>
              <a:t>m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ra</a:t>
            </a:r>
            <a:r>
              <a:rPr sz="2400" spc="-30" dirty="0">
                <a:latin typeface="Arial MT"/>
                <a:cs typeface="Arial MT"/>
              </a:rPr>
              <a:t>k</a:t>
            </a:r>
            <a:r>
              <a:rPr sz="2400" dirty="0">
                <a:latin typeface="Arial MT"/>
                <a:cs typeface="Arial MT"/>
              </a:rPr>
              <a:t>n</a:t>
            </a:r>
            <a:r>
              <a:rPr sz="2400" spc="-25" dirty="0">
                <a:latin typeface="Arial MT"/>
                <a:cs typeface="Arial MT"/>
              </a:rPr>
              <a:t>y</a:t>
            </a:r>
            <a:r>
              <a:rPr sz="2400" spc="-5" dirty="0">
                <a:latin typeface="Arial MT"/>
                <a:cs typeface="Arial MT"/>
              </a:rPr>
              <a:t>a  penggunaan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Internet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Perdagangan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Elektronik.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-3680" y="0"/>
            <a:ext cx="9147810" cy="6861175"/>
            <a:chOff x="-3680" y="0"/>
            <a:chExt cx="9147810" cy="686117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1767" y="85343"/>
              <a:ext cx="7830311" cy="81991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1767" y="679704"/>
              <a:ext cx="6806183" cy="819912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14347" y="217754"/>
            <a:ext cx="7051675" cy="12166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5"/>
              </a:spcBef>
            </a:pPr>
            <a:r>
              <a:rPr spc="265" dirty="0"/>
              <a:t>C</a:t>
            </a:r>
            <a:r>
              <a:rPr spc="220" dirty="0"/>
              <a:t>o</a:t>
            </a:r>
            <a:r>
              <a:rPr spc="-135" dirty="0"/>
              <a:t>ntoh</a:t>
            </a:r>
            <a:r>
              <a:rPr spc="-160" dirty="0"/>
              <a:t> </a:t>
            </a:r>
            <a:r>
              <a:rPr spc="80" dirty="0"/>
              <a:t>K</a:t>
            </a:r>
            <a:r>
              <a:rPr spc="-215" dirty="0"/>
              <a:t>ep</a:t>
            </a:r>
            <a:r>
              <a:rPr spc="-200" dirty="0"/>
              <a:t>u</a:t>
            </a:r>
            <a:r>
              <a:rPr spc="-210" dirty="0"/>
              <a:t>tus</a:t>
            </a:r>
            <a:r>
              <a:rPr spc="-235" dirty="0"/>
              <a:t>a</a:t>
            </a:r>
            <a:r>
              <a:rPr spc="-175" dirty="0"/>
              <a:t>n</a:t>
            </a:r>
            <a:r>
              <a:rPr spc="-185" dirty="0"/>
              <a:t> </a:t>
            </a:r>
            <a:r>
              <a:rPr spc="-220" dirty="0"/>
              <a:t>Etika</a:t>
            </a:r>
            <a:r>
              <a:rPr spc="-130" dirty="0"/>
              <a:t> </a:t>
            </a:r>
            <a:r>
              <a:rPr spc="-265" dirty="0"/>
              <a:t>yang</a:t>
            </a:r>
            <a:r>
              <a:rPr spc="-110" dirty="0"/>
              <a:t> </a:t>
            </a:r>
            <a:r>
              <a:rPr spc="-200" dirty="0"/>
              <a:t>s</a:t>
            </a:r>
            <a:r>
              <a:rPr spc="-250" dirty="0"/>
              <a:t>al</a:t>
            </a:r>
            <a:r>
              <a:rPr spc="-420" dirty="0"/>
              <a:t>a</a:t>
            </a:r>
            <a:r>
              <a:rPr spc="-125" dirty="0"/>
              <a:t>h  </a:t>
            </a:r>
            <a:r>
              <a:rPr spc="-40" dirty="0"/>
              <a:t>Ole</a:t>
            </a:r>
            <a:r>
              <a:rPr spc="-35" dirty="0"/>
              <a:t>h</a:t>
            </a:r>
            <a:r>
              <a:rPr spc="-160" dirty="0"/>
              <a:t> </a:t>
            </a:r>
            <a:r>
              <a:rPr spc="-195" dirty="0"/>
              <a:t>Pa</a:t>
            </a:r>
            <a:r>
              <a:rPr spc="-130" dirty="0"/>
              <a:t>r</a:t>
            </a:r>
            <a:r>
              <a:rPr spc="-380" dirty="0"/>
              <a:t>a</a:t>
            </a:r>
            <a:r>
              <a:rPr spc="-110" dirty="0"/>
              <a:t> </a:t>
            </a:r>
            <a:r>
              <a:rPr spc="-95" dirty="0"/>
              <a:t>Ma</a:t>
            </a:r>
            <a:r>
              <a:rPr spc="-80" dirty="0"/>
              <a:t>n</a:t>
            </a:r>
            <a:r>
              <a:rPr spc="-560" dirty="0"/>
              <a:t>a</a:t>
            </a:r>
            <a:r>
              <a:rPr spc="-385" dirty="0"/>
              <a:t>j</a:t>
            </a:r>
            <a:r>
              <a:rPr spc="-110" dirty="0"/>
              <a:t>er</a:t>
            </a:r>
            <a:r>
              <a:rPr spc="-185" dirty="0"/>
              <a:t> </a:t>
            </a:r>
            <a:r>
              <a:rPr spc="-285" dirty="0"/>
              <a:t>P</a:t>
            </a:r>
            <a:r>
              <a:rPr spc="-125" dirty="0"/>
              <a:t>er</a:t>
            </a:r>
            <a:r>
              <a:rPr spc="-130" dirty="0"/>
              <a:t>u</a:t>
            </a:r>
            <a:r>
              <a:rPr spc="-200" dirty="0"/>
              <a:t>s</a:t>
            </a:r>
            <a:r>
              <a:rPr spc="-250" dirty="0"/>
              <a:t>a</a:t>
            </a:r>
            <a:r>
              <a:rPr spc="-285" dirty="0"/>
              <a:t>h</a:t>
            </a:r>
            <a:r>
              <a:rPr spc="-260" dirty="0"/>
              <a:t>a</a:t>
            </a:r>
            <a:r>
              <a:rPr spc="-395" dirty="0"/>
              <a:t>a</a:t>
            </a:r>
            <a:r>
              <a:rPr spc="-175" dirty="0"/>
              <a:t>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2340" y="1319656"/>
            <a:ext cx="8174355" cy="43256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700"/>
              </a:spcBef>
              <a:buClr>
                <a:srgbClr val="3891A7"/>
              </a:buClr>
              <a:buSzPct val="80555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sz="1800" spc="-50" dirty="0">
                <a:solidFill>
                  <a:srgbClr val="0000CC"/>
                </a:solidFill>
                <a:latin typeface="Trebuchet MS"/>
                <a:cs typeface="Trebuchet MS"/>
              </a:rPr>
              <a:t>Enron</a:t>
            </a:r>
            <a:endParaRPr sz="1800">
              <a:latin typeface="Trebuchet MS"/>
              <a:cs typeface="Trebuchet MS"/>
            </a:endParaRPr>
          </a:p>
          <a:p>
            <a:pPr marL="570230" marR="77470" lvl="1" indent="-23812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sz="1800" spc="-100" dirty="0">
                <a:latin typeface="Trebuchet MS"/>
                <a:cs typeface="Trebuchet MS"/>
              </a:rPr>
              <a:t>perusahaan </a:t>
            </a:r>
            <a:r>
              <a:rPr sz="1800" spc="-85" dirty="0">
                <a:latin typeface="Trebuchet MS"/>
                <a:cs typeface="Trebuchet MS"/>
              </a:rPr>
              <a:t>Energi </a:t>
            </a:r>
            <a:r>
              <a:rPr sz="1800" spc="-65" dirty="0">
                <a:latin typeface="Trebuchet MS"/>
                <a:cs typeface="Trebuchet MS"/>
              </a:rPr>
              <a:t>Amerika </a:t>
            </a:r>
            <a:r>
              <a:rPr sz="1800" spc="-95" dirty="0">
                <a:latin typeface="Trebuchet MS"/>
                <a:cs typeface="Trebuchet MS"/>
              </a:rPr>
              <a:t>terkemuka </a:t>
            </a:r>
            <a:r>
              <a:rPr sz="1800" spc="-120" dirty="0">
                <a:latin typeface="Trebuchet MS"/>
                <a:cs typeface="Trebuchet MS"/>
              </a:rPr>
              <a:t>dibidang </a:t>
            </a:r>
            <a:r>
              <a:rPr sz="1800" spc="-110" dirty="0">
                <a:latin typeface="Trebuchet MS"/>
                <a:cs typeface="Trebuchet MS"/>
              </a:rPr>
              <a:t>listrik, </a:t>
            </a:r>
            <a:r>
              <a:rPr sz="1800" spc="-120" dirty="0">
                <a:latin typeface="Trebuchet MS"/>
                <a:cs typeface="Trebuchet MS"/>
              </a:rPr>
              <a:t>gas </a:t>
            </a:r>
            <a:r>
              <a:rPr sz="1800" spc="-155" dirty="0">
                <a:latin typeface="Trebuchet MS"/>
                <a:cs typeface="Trebuchet MS"/>
              </a:rPr>
              <a:t>alam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cair </a:t>
            </a:r>
            <a:r>
              <a:rPr sz="1800" spc="-130" dirty="0">
                <a:latin typeface="Trebuchet MS"/>
                <a:cs typeface="Trebuchet MS"/>
              </a:rPr>
              <a:t>mengalami </a:t>
            </a:r>
            <a:r>
              <a:rPr sz="1800" spc="-270" dirty="0">
                <a:latin typeface="Trebuchet MS"/>
                <a:cs typeface="Trebuchet MS"/>
              </a:rPr>
              <a:t>: </a:t>
            </a:r>
            <a:r>
              <a:rPr sz="1800" spc="-26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Tiga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eksekutif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teratas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dinyatakan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bersalah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atas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kesalahan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-145" dirty="0">
                <a:latin typeface="Trebuchet MS"/>
                <a:cs typeface="Trebuchet MS"/>
              </a:rPr>
              <a:t>dalam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mengemukakan </a:t>
            </a:r>
            <a:r>
              <a:rPr sz="1800" spc="-105" dirty="0">
                <a:latin typeface="Trebuchet MS"/>
                <a:cs typeface="Trebuchet MS"/>
              </a:rPr>
              <a:t> keuntungan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dengan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menggunakan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skema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akuntansi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yang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tidak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benar</a:t>
            </a:r>
            <a:r>
              <a:rPr sz="1800" spc="-8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dan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membuat </a:t>
            </a:r>
            <a:r>
              <a:rPr sz="1800" spc="-525" dirty="0">
                <a:latin typeface="Trebuchet MS"/>
                <a:cs typeface="Trebuchet MS"/>
              </a:rPr>
              <a:t> </a:t>
            </a:r>
            <a:r>
              <a:rPr sz="1800" spc="-155" dirty="0">
                <a:latin typeface="Trebuchet MS"/>
                <a:cs typeface="Trebuchet MS"/>
              </a:rPr>
              <a:t>l</a:t>
            </a:r>
            <a:r>
              <a:rPr sz="1800" spc="-204" dirty="0">
                <a:latin typeface="Trebuchet MS"/>
                <a:cs typeface="Trebuchet MS"/>
              </a:rPr>
              <a:t>a</a:t>
            </a:r>
            <a:r>
              <a:rPr sz="1800" spc="-95" dirty="0">
                <a:latin typeface="Trebuchet MS"/>
                <a:cs typeface="Trebuchet MS"/>
              </a:rPr>
              <a:t>p</a:t>
            </a:r>
            <a:r>
              <a:rPr sz="1800" spc="15" dirty="0">
                <a:latin typeface="Trebuchet MS"/>
                <a:cs typeface="Trebuchet MS"/>
              </a:rPr>
              <a:t>or</a:t>
            </a:r>
            <a:r>
              <a:rPr sz="1800" spc="-135" dirty="0">
                <a:latin typeface="Trebuchet MS"/>
                <a:cs typeface="Trebuchet MS"/>
              </a:rPr>
              <a:t>an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135" dirty="0">
                <a:latin typeface="Trebuchet MS"/>
                <a:cs typeface="Trebuchet MS"/>
              </a:rPr>
              <a:t>sa</a:t>
            </a:r>
            <a:r>
              <a:rPr sz="1800" spc="-95" dirty="0">
                <a:latin typeface="Trebuchet MS"/>
                <a:cs typeface="Trebuchet MS"/>
              </a:rPr>
              <a:t>l</a:t>
            </a:r>
            <a:r>
              <a:rPr sz="1800" spc="-135" dirty="0">
                <a:latin typeface="Trebuchet MS"/>
                <a:cs typeface="Trebuchet MS"/>
              </a:rPr>
              <a:t>ah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k</a:t>
            </a:r>
            <a:r>
              <a:rPr sz="1800" spc="-110" dirty="0">
                <a:latin typeface="Trebuchet MS"/>
                <a:cs typeface="Trebuchet MS"/>
              </a:rPr>
              <a:t>e</a:t>
            </a:r>
            <a:r>
              <a:rPr sz="1800" spc="-105" dirty="0">
                <a:latin typeface="Trebuchet MS"/>
                <a:cs typeface="Trebuchet MS"/>
              </a:rPr>
              <a:t>p</a:t>
            </a:r>
            <a:r>
              <a:rPr sz="1800" spc="-130" dirty="0">
                <a:latin typeface="Trebuchet MS"/>
                <a:cs typeface="Trebuchet MS"/>
              </a:rPr>
              <a:t>a</a:t>
            </a:r>
            <a:r>
              <a:rPr sz="1800" spc="-150" dirty="0">
                <a:latin typeface="Trebuchet MS"/>
                <a:cs typeface="Trebuchet MS"/>
              </a:rPr>
              <a:t>d</a:t>
            </a:r>
            <a:r>
              <a:rPr sz="1800" spc="-180" dirty="0">
                <a:latin typeface="Trebuchet MS"/>
                <a:cs typeface="Trebuchet MS"/>
              </a:rPr>
              <a:t>a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p</a:t>
            </a:r>
            <a:r>
              <a:rPr sz="1800" spc="-114" dirty="0">
                <a:latin typeface="Trebuchet MS"/>
                <a:cs typeface="Trebuchet MS"/>
              </a:rPr>
              <a:t>em</a:t>
            </a:r>
            <a:r>
              <a:rPr sz="1800" spc="-130" dirty="0">
                <a:latin typeface="Trebuchet MS"/>
                <a:cs typeface="Trebuchet MS"/>
              </a:rPr>
              <a:t>ega</a:t>
            </a:r>
            <a:r>
              <a:rPr sz="1800" spc="-125" dirty="0">
                <a:latin typeface="Trebuchet MS"/>
                <a:cs typeface="Trebuchet MS"/>
              </a:rPr>
              <a:t>n</a:t>
            </a:r>
            <a:r>
              <a:rPr sz="1800" spc="-140" dirty="0">
                <a:latin typeface="Trebuchet MS"/>
                <a:cs typeface="Trebuchet MS"/>
              </a:rPr>
              <a:t>g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sa</a:t>
            </a:r>
            <a:r>
              <a:rPr sz="1800" spc="-100" dirty="0">
                <a:latin typeface="Trebuchet MS"/>
                <a:cs typeface="Trebuchet MS"/>
              </a:rPr>
              <a:t>h</a:t>
            </a:r>
            <a:r>
              <a:rPr sz="1800" spc="-185" dirty="0">
                <a:latin typeface="Trebuchet MS"/>
                <a:cs typeface="Trebuchet MS"/>
              </a:rPr>
              <a:t>am.</a:t>
            </a:r>
            <a:r>
              <a:rPr sz="1800" spc="-260" dirty="0">
                <a:latin typeface="Trebuchet MS"/>
                <a:cs typeface="Trebuchet MS"/>
              </a:rPr>
              <a:t> </a:t>
            </a:r>
            <a:r>
              <a:rPr sz="1800" spc="235" dirty="0">
                <a:latin typeface="Trebuchet MS"/>
                <a:cs typeface="Trebuchet MS"/>
              </a:rPr>
              <a:t>D</a:t>
            </a:r>
            <a:r>
              <a:rPr sz="1800" spc="-135" dirty="0">
                <a:latin typeface="Trebuchet MS"/>
                <a:cs typeface="Trebuchet MS"/>
              </a:rPr>
              <a:t>i</a:t>
            </a:r>
            <a:r>
              <a:rPr sz="1800" spc="-125" dirty="0">
                <a:latin typeface="Trebuchet MS"/>
                <a:cs typeface="Trebuchet MS"/>
              </a:rPr>
              <a:t>n</a:t>
            </a:r>
            <a:r>
              <a:rPr sz="1800" spc="-130" dirty="0">
                <a:latin typeface="Trebuchet MS"/>
                <a:cs typeface="Trebuchet MS"/>
              </a:rPr>
              <a:t>yatakan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p</a:t>
            </a:r>
            <a:r>
              <a:rPr sz="1800" spc="-195" dirty="0">
                <a:latin typeface="Trebuchet MS"/>
                <a:cs typeface="Trebuchet MS"/>
              </a:rPr>
              <a:t>a</a:t>
            </a:r>
            <a:r>
              <a:rPr sz="1800" spc="-120" dirty="0">
                <a:latin typeface="Trebuchet MS"/>
                <a:cs typeface="Trebuchet MS"/>
              </a:rPr>
              <a:t>i</a:t>
            </a:r>
            <a:r>
              <a:rPr sz="1800" spc="-155" dirty="0">
                <a:latin typeface="Trebuchet MS"/>
                <a:cs typeface="Trebuchet MS"/>
              </a:rPr>
              <a:t>l</a:t>
            </a:r>
            <a:r>
              <a:rPr sz="1800" spc="-135" dirty="0">
                <a:latin typeface="Trebuchet MS"/>
                <a:cs typeface="Trebuchet MS"/>
              </a:rPr>
              <a:t>i</a:t>
            </a:r>
            <a:r>
              <a:rPr sz="1800" spc="-114" dirty="0">
                <a:latin typeface="Trebuchet MS"/>
                <a:cs typeface="Trebuchet MS"/>
              </a:rPr>
              <a:t>t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ta</a:t>
            </a:r>
            <a:r>
              <a:rPr sz="1800" spc="-130" dirty="0">
                <a:latin typeface="Trebuchet MS"/>
                <a:cs typeface="Trebuchet MS"/>
              </a:rPr>
              <a:t>h</a:t>
            </a:r>
            <a:r>
              <a:rPr sz="1800" spc="-75" dirty="0">
                <a:latin typeface="Trebuchet MS"/>
                <a:cs typeface="Trebuchet MS"/>
              </a:rPr>
              <a:t>u</a:t>
            </a:r>
            <a:r>
              <a:rPr sz="1800" spc="-85" dirty="0">
                <a:latin typeface="Trebuchet MS"/>
                <a:cs typeface="Trebuchet MS"/>
              </a:rPr>
              <a:t>n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200</a:t>
            </a:r>
            <a:r>
              <a:rPr sz="1800" spc="-45" dirty="0"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10"/>
              </a:spcBef>
              <a:buClr>
                <a:srgbClr val="3891A7"/>
              </a:buClr>
              <a:buSzPct val="80555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sz="1800" spc="25" dirty="0">
                <a:solidFill>
                  <a:srgbClr val="0000CC"/>
                </a:solidFill>
                <a:latin typeface="Trebuchet MS"/>
                <a:cs typeface="Trebuchet MS"/>
              </a:rPr>
              <a:t>WordCom</a:t>
            </a:r>
            <a:endParaRPr sz="1800">
              <a:latin typeface="Trebuchet MS"/>
              <a:cs typeface="Trebuchet MS"/>
            </a:endParaRPr>
          </a:p>
          <a:p>
            <a:pPr marL="570230" marR="5080" lvl="1" indent="-23812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sz="1800" spc="-105" dirty="0">
                <a:latin typeface="Trebuchet MS"/>
                <a:cs typeface="Trebuchet MS"/>
              </a:rPr>
              <a:t>Perusahaan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telekomunikasi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terbesar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kedua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di</a:t>
            </a:r>
            <a:r>
              <a:rPr sz="1800" spc="-21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Amerika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serikat.</a:t>
            </a:r>
            <a:r>
              <a:rPr sz="1800" spc="-24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Direktur </a:t>
            </a:r>
            <a:r>
              <a:rPr sz="1800" spc="-125" dirty="0">
                <a:latin typeface="Trebuchet MS"/>
                <a:cs typeface="Trebuchet MS"/>
              </a:rPr>
              <a:t>utamannya </a:t>
            </a:r>
            <a:r>
              <a:rPr sz="1800" spc="-525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dinyatakan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bersalah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karena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dengan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tidak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benar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menggelembungkan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pendapatan </a:t>
            </a:r>
            <a:r>
              <a:rPr sz="1800" spc="-120" dirty="0">
                <a:latin typeface="Trebuchet MS"/>
                <a:cs typeface="Trebuchet MS"/>
              </a:rPr>
              <a:t> miliaran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dolar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dengan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menggunakan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metode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akuntansi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yang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tidak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40" dirty="0">
                <a:latin typeface="Trebuchet MS"/>
                <a:cs typeface="Trebuchet MS"/>
              </a:rPr>
              <a:t>sah.</a:t>
            </a:r>
            <a:r>
              <a:rPr sz="1800" spc="-24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Dinyatakan </a:t>
            </a:r>
            <a:r>
              <a:rPr sz="1800" spc="-8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p</a:t>
            </a:r>
            <a:r>
              <a:rPr sz="1800" spc="-195" dirty="0">
                <a:latin typeface="Trebuchet MS"/>
                <a:cs typeface="Trebuchet MS"/>
              </a:rPr>
              <a:t>a</a:t>
            </a:r>
            <a:r>
              <a:rPr sz="1800" spc="-120" dirty="0">
                <a:latin typeface="Trebuchet MS"/>
                <a:cs typeface="Trebuchet MS"/>
              </a:rPr>
              <a:t>i</a:t>
            </a:r>
            <a:r>
              <a:rPr sz="1800" spc="-155" dirty="0">
                <a:latin typeface="Trebuchet MS"/>
                <a:cs typeface="Trebuchet MS"/>
              </a:rPr>
              <a:t>l</a:t>
            </a:r>
            <a:r>
              <a:rPr sz="1800" spc="-135" dirty="0">
                <a:latin typeface="Trebuchet MS"/>
                <a:cs typeface="Trebuchet MS"/>
              </a:rPr>
              <a:t>i</a:t>
            </a:r>
            <a:r>
              <a:rPr sz="1800" spc="-114" dirty="0">
                <a:latin typeface="Trebuchet MS"/>
                <a:cs typeface="Trebuchet MS"/>
              </a:rPr>
              <a:t>t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ta</a:t>
            </a:r>
            <a:r>
              <a:rPr sz="1800" spc="-135" dirty="0">
                <a:latin typeface="Trebuchet MS"/>
                <a:cs typeface="Trebuchet MS"/>
              </a:rPr>
              <a:t>h</a:t>
            </a:r>
            <a:r>
              <a:rPr sz="1800" spc="-80" dirty="0">
                <a:latin typeface="Trebuchet MS"/>
                <a:cs typeface="Trebuchet MS"/>
              </a:rPr>
              <a:t>u</a:t>
            </a:r>
            <a:r>
              <a:rPr sz="1800" spc="-85" dirty="0">
                <a:latin typeface="Trebuchet MS"/>
                <a:cs typeface="Trebuchet MS"/>
              </a:rPr>
              <a:t>n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200</a:t>
            </a:r>
            <a:r>
              <a:rPr sz="1800" spc="-45" dirty="0">
                <a:latin typeface="Trebuchet MS"/>
                <a:cs typeface="Trebuchet MS"/>
              </a:rPr>
              <a:t>2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d</a:t>
            </a:r>
            <a:r>
              <a:rPr sz="1800" spc="-105" dirty="0">
                <a:latin typeface="Trebuchet MS"/>
                <a:cs typeface="Trebuchet MS"/>
              </a:rPr>
              <a:t>e</a:t>
            </a:r>
            <a:r>
              <a:rPr sz="1800" spc="-100" dirty="0">
                <a:latin typeface="Trebuchet MS"/>
                <a:cs typeface="Trebuchet MS"/>
              </a:rPr>
              <a:t>n</a:t>
            </a:r>
            <a:r>
              <a:rPr sz="1800" spc="-135" dirty="0">
                <a:latin typeface="Trebuchet MS"/>
                <a:cs typeface="Trebuchet MS"/>
              </a:rPr>
              <a:t>gan</a:t>
            </a:r>
            <a:r>
              <a:rPr sz="1800" spc="-8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hu</a:t>
            </a:r>
            <a:r>
              <a:rPr sz="1800" spc="-120" dirty="0">
                <a:latin typeface="Trebuchet MS"/>
                <a:cs typeface="Trebuchet MS"/>
              </a:rPr>
              <a:t>ta</a:t>
            </a:r>
            <a:r>
              <a:rPr sz="1800" spc="-135" dirty="0">
                <a:latin typeface="Trebuchet MS"/>
                <a:cs typeface="Trebuchet MS"/>
              </a:rPr>
              <a:t>ng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me</a:t>
            </a:r>
            <a:r>
              <a:rPr sz="1800" spc="-80" dirty="0">
                <a:latin typeface="Trebuchet MS"/>
                <a:cs typeface="Trebuchet MS"/>
              </a:rPr>
              <a:t>n</a:t>
            </a:r>
            <a:r>
              <a:rPr sz="1800" spc="-135" dirty="0">
                <a:latin typeface="Trebuchet MS"/>
                <a:cs typeface="Trebuchet MS"/>
              </a:rPr>
              <a:t>c</a:t>
            </a:r>
            <a:r>
              <a:rPr sz="1800" spc="-170" dirty="0">
                <a:latin typeface="Trebuchet MS"/>
                <a:cs typeface="Trebuchet MS"/>
              </a:rPr>
              <a:t>a</a:t>
            </a:r>
            <a:r>
              <a:rPr sz="1800" spc="-100" dirty="0">
                <a:latin typeface="Trebuchet MS"/>
                <a:cs typeface="Trebuchet MS"/>
              </a:rPr>
              <a:t>p</a:t>
            </a:r>
            <a:r>
              <a:rPr sz="1800" spc="-150" dirty="0">
                <a:latin typeface="Trebuchet MS"/>
                <a:cs typeface="Trebuchet MS"/>
              </a:rPr>
              <a:t>ai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30" dirty="0">
                <a:latin typeface="Trebuchet MS"/>
                <a:cs typeface="Trebuchet MS"/>
              </a:rPr>
              <a:t>$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4</a:t>
            </a:r>
            <a:r>
              <a:rPr sz="1800" spc="-45" dirty="0">
                <a:latin typeface="Trebuchet MS"/>
                <a:cs typeface="Trebuchet MS"/>
              </a:rPr>
              <a:t>1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135" dirty="0">
                <a:latin typeface="Trebuchet MS"/>
                <a:cs typeface="Trebuchet MS"/>
              </a:rPr>
              <a:t>M</a:t>
            </a:r>
            <a:r>
              <a:rPr sz="1800" spc="-135" dirty="0">
                <a:latin typeface="Trebuchet MS"/>
                <a:cs typeface="Trebuchet MS"/>
              </a:rPr>
              <a:t>i</a:t>
            </a:r>
            <a:r>
              <a:rPr sz="1800" spc="-155" dirty="0">
                <a:latin typeface="Trebuchet MS"/>
                <a:cs typeface="Trebuchet MS"/>
              </a:rPr>
              <a:t>l</a:t>
            </a:r>
            <a:r>
              <a:rPr sz="1800" spc="-135" dirty="0">
                <a:latin typeface="Trebuchet MS"/>
                <a:cs typeface="Trebuchet MS"/>
              </a:rPr>
              <a:t>i</a:t>
            </a:r>
            <a:r>
              <a:rPr sz="1800" spc="-180" dirty="0">
                <a:latin typeface="Trebuchet MS"/>
                <a:cs typeface="Trebuchet MS"/>
              </a:rPr>
              <a:t>ar</a:t>
            </a:r>
            <a:r>
              <a:rPr sz="1800" spc="-270" dirty="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80555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sz="1800" spc="-95" dirty="0">
                <a:solidFill>
                  <a:srgbClr val="0000CC"/>
                </a:solidFill>
                <a:latin typeface="Trebuchet MS"/>
                <a:cs typeface="Trebuchet MS"/>
              </a:rPr>
              <a:t>P</a:t>
            </a:r>
            <a:r>
              <a:rPr sz="1800" spc="-185" dirty="0">
                <a:solidFill>
                  <a:srgbClr val="0000CC"/>
                </a:solidFill>
                <a:latin typeface="Trebuchet MS"/>
                <a:cs typeface="Trebuchet MS"/>
              </a:rPr>
              <a:t>T</a:t>
            </a:r>
            <a:r>
              <a:rPr sz="1800" spc="-270" dirty="0">
                <a:solidFill>
                  <a:srgbClr val="0000CC"/>
                </a:solidFill>
                <a:latin typeface="Trebuchet MS"/>
                <a:cs typeface="Trebuchet MS"/>
              </a:rPr>
              <a:t>.</a:t>
            </a:r>
            <a:r>
              <a:rPr sz="1800" spc="-24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0000CC"/>
                </a:solidFill>
                <a:latin typeface="Trebuchet MS"/>
                <a:cs typeface="Trebuchet MS"/>
              </a:rPr>
              <a:t>Ba</a:t>
            </a:r>
            <a:r>
              <a:rPr sz="1800" spc="-85" dirty="0">
                <a:solidFill>
                  <a:srgbClr val="0000CC"/>
                </a:solidFill>
                <a:latin typeface="Trebuchet MS"/>
                <a:cs typeface="Trebuchet MS"/>
              </a:rPr>
              <a:t>n</a:t>
            </a:r>
            <a:r>
              <a:rPr sz="1800" spc="-50" dirty="0">
                <a:solidFill>
                  <a:srgbClr val="0000CC"/>
                </a:solidFill>
                <a:latin typeface="Trebuchet MS"/>
                <a:cs typeface="Trebuchet MS"/>
              </a:rPr>
              <a:t>k</a:t>
            </a:r>
            <a:r>
              <a:rPr sz="1800" spc="-6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0000CC"/>
                </a:solidFill>
                <a:latin typeface="Trebuchet MS"/>
                <a:cs typeface="Trebuchet MS"/>
              </a:rPr>
              <a:t>L</a:t>
            </a:r>
            <a:r>
              <a:rPr sz="1800" spc="-135" dirty="0">
                <a:solidFill>
                  <a:srgbClr val="0000CC"/>
                </a:solidFill>
                <a:latin typeface="Trebuchet MS"/>
                <a:cs typeface="Trebuchet MS"/>
              </a:rPr>
              <a:t>i</a:t>
            </a:r>
            <a:r>
              <a:rPr sz="1800" spc="-95" dirty="0">
                <a:solidFill>
                  <a:srgbClr val="0000CC"/>
                </a:solidFill>
                <a:latin typeface="Trebuchet MS"/>
                <a:cs typeface="Trebuchet MS"/>
              </a:rPr>
              <a:t>pp</a:t>
            </a:r>
            <a:r>
              <a:rPr sz="1800" spc="25" dirty="0">
                <a:solidFill>
                  <a:srgbClr val="0000CC"/>
                </a:solidFill>
                <a:latin typeface="Trebuchet MS"/>
                <a:cs typeface="Trebuchet MS"/>
              </a:rPr>
              <a:t>o</a:t>
            </a:r>
            <a:r>
              <a:rPr sz="1800" spc="-29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1800" spc="30" dirty="0">
                <a:solidFill>
                  <a:srgbClr val="0000CC"/>
                </a:solidFill>
                <a:latin typeface="Trebuchet MS"/>
                <a:cs typeface="Trebuchet MS"/>
              </a:rPr>
              <a:t>T</a:t>
            </a:r>
            <a:r>
              <a:rPr sz="1800" spc="-95" dirty="0">
                <a:solidFill>
                  <a:srgbClr val="0000CC"/>
                </a:solidFill>
                <a:latin typeface="Trebuchet MS"/>
                <a:cs typeface="Trebuchet MS"/>
              </a:rPr>
              <a:t>b</a:t>
            </a:r>
            <a:r>
              <a:rPr sz="1800" spc="-50" dirty="0">
                <a:solidFill>
                  <a:srgbClr val="0000CC"/>
                </a:solidFill>
                <a:latin typeface="Trebuchet MS"/>
                <a:cs typeface="Trebuchet MS"/>
              </a:rPr>
              <a:t>k</a:t>
            </a:r>
            <a:endParaRPr sz="1800">
              <a:latin typeface="Trebuchet MS"/>
              <a:cs typeface="Trebuchet MS"/>
            </a:endParaRPr>
          </a:p>
          <a:p>
            <a:pPr marL="570230" marR="203200" lvl="1" indent="-23812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sz="1800" spc="-145" dirty="0">
                <a:latin typeface="Trebuchet MS"/>
                <a:cs typeface="Trebuchet MS"/>
              </a:rPr>
              <a:t>Terjadinya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kekurang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hati-hatian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sehingga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terdapat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perbedaan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laporan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antara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yang </a:t>
            </a:r>
            <a:r>
              <a:rPr sz="1800" spc="-53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diserahkan </a:t>
            </a:r>
            <a:r>
              <a:rPr sz="1800" spc="-110" dirty="0">
                <a:latin typeface="Trebuchet MS"/>
                <a:cs typeface="Trebuchet MS"/>
              </a:rPr>
              <a:t>ke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Bapepam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dan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yang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dipublish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ke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Media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Cetak,</a:t>
            </a:r>
            <a:r>
              <a:rPr sz="1800" spc="-23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Direksi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dikenakan 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sa</a:t>
            </a:r>
            <a:r>
              <a:rPr sz="1800" spc="-100" dirty="0">
                <a:latin typeface="Trebuchet MS"/>
                <a:cs typeface="Trebuchet MS"/>
              </a:rPr>
              <a:t>n</a:t>
            </a:r>
            <a:r>
              <a:rPr sz="1800" spc="-70" dirty="0">
                <a:latin typeface="Trebuchet MS"/>
                <a:cs typeface="Trebuchet MS"/>
              </a:rPr>
              <a:t>ksi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25" dirty="0">
                <a:latin typeface="Trebuchet MS"/>
                <a:cs typeface="Trebuchet MS"/>
              </a:rPr>
              <a:t>R</a:t>
            </a:r>
            <a:r>
              <a:rPr sz="1800" spc="-145" dirty="0">
                <a:latin typeface="Trebuchet MS"/>
                <a:cs typeface="Trebuchet MS"/>
              </a:rPr>
              <a:t>p</a:t>
            </a:r>
            <a:r>
              <a:rPr sz="1800" spc="-270" dirty="0">
                <a:latin typeface="Trebuchet MS"/>
                <a:cs typeface="Trebuchet MS"/>
              </a:rPr>
              <a:t>.</a:t>
            </a:r>
            <a:r>
              <a:rPr sz="1800" spc="-22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2</a:t>
            </a:r>
            <a:r>
              <a:rPr sz="1800" spc="-285" dirty="0">
                <a:latin typeface="Trebuchet MS"/>
                <a:cs typeface="Trebuchet MS"/>
              </a:rPr>
              <a:t>,</a:t>
            </a:r>
            <a:r>
              <a:rPr sz="1800" spc="-45" dirty="0">
                <a:latin typeface="Trebuchet MS"/>
                <a:cs typeface="Trebuchet MS"/>
              </a:rPr>
              <a:t>5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130" dirty="0">
                <a:latin typeface="Trebuchet MS"/>
                <a:cs typeface="Trebuchet MS"/>
              </a:rPr>
              <a:t>M</a:t>
            </a:r>
            <a:r>
              <a:rPr sz="1800" spc="-135" dirty="0">
                <a:latin typeface="Trebuchet MS"/>
                <a:cs typeface="Trebuchet MS"/>
              </a:rPr>
              <a:t>i</a:t>
            </a:r>
            <a:r>
              <a:rPr sz="1800" spc="-155" dirty="0">
                <a:latin typeface="Trebuchet MS"/>
                <a:cs typeface="Trebuchet MS"/>
              </a:rPr>
              <a:t>l</a:t>
            </a:r>
            <a:r>
              <a:rPr sz="1800" spc="-135" dirty="0">
                <a:latin typeface="Trebuchet MS"/>
                <a:cs typeface="Trebuchet MS"/>
              </a:rPr>
              <a:t>i</a:t>
            </a:r>
            <a:r>
              <a:rPr sz="1800" spc="-85" dirty="0">
                <a:latin typeface="Trebuchet MS"/>
                <a:cs typeface="Trebuchet MS"/>
              </a:rPr>
              <a:t>ar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ta</a:t>
            </a:r>
            <a:r>
              <a:rPr sz="1800" spc="-130" dirty="0">
                <a:latin typeface="Trebuchet MS"/>
                <a:cs typeface="Trebuchet MS"/>
              </a:rPr>
              <a:t>h</a:t>
            </a:r>
            <a:r>
              <a:rPr sz="1800" spc="-75" dirty="0">
                <a:latin typeface="Trebuchet MS"/>
                <a:cs typeface="Trebuchet MS"/>
              </a:rPr>
              <a:t>u</a:t>
            </a:r>
            <a:r>
              <a:rPr sz="1800" spc="-85" dirty="0">
                <a:latin typeface="Trebuchet MS"/>
                <a:cs typeface="Trebuchet MS"/>
              </a:rPr>
              <a:t>n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200</a:t>
            </a:r>
            <a:r>
              <a:rPr sz="1800" spc="-45" dirty="0"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-3680" y="0"/>
            <a:ext cx="9147810" cy="6861175"/>
            <a:chOff x="-3680" y="0"/>
            <a:chExt cx="9147810" cy="686117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1767" y="85343"/>
              <a:ext cx="6714744" cy="81991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1767" y="679704"/>
              <a:ext cx="3194304" cy="819912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14347" y="217754"/>
            <a:ext cx="5939155" cy="622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105" dirty="0"/>
              <a:t>LIMA</a:t>
            </a:r>
            <a:r>
              <a:rPr spc="-160" dirty="0"/>
              <a:t> </a:t>
            </a:r>
            <a:r>
              <a:rPr spc="135" dirty="0"/>
              <a:t>DIMENSI</a:t>
            </a:r>
            <a:r>
              <a:rPr spc="-155" dirty="0"/>
              <a:t> </a:t>
            </a:r>
            <a:r>
              <a:rPr spc="240" dirty="0"/>
              <a:t>MORAL</a:t>
            </a:r>
            <a:r>
              <a:rPr spc="-110" dirty="0"/>
              <a:t> </a:t>
            </a:r>
            <a:r>
              <a:rPr spc="90" dirty="0"/>
              <a:t>ERA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14347" y="812368"/>
            <a:ext cx="2549525" cy="622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900" spc="75" dirty="0">
                <a:solidFill>
                  <a:srgbClr val="562213"/>
                </a:solidFill>
                <a:latin typeface="Trebuchet MS"/>
                <a:cs typeface="Trebuchet MS"/>
              </a:rPr>
              <a:t>INF</a:t>
            </a:r>
            <a:r>
              <a:rPr sz="3900" spc="360" dirty="0">
                <a:solidFill>
                  <a:srgbClr val="562213"/>
                </a:solidFill>
                <a:latin typeface="Trebuchet MS"/>
                <a:cs typeface="Trebuchet MS"/>
              </a:rPr>
              <a:t>O</a:t>
            </a:r>
            <a:r>
              <a:rPr sz="3900" spc="295" dirty="0">
                <a:solidFill>
                  <a:srgbClr val="562213"/>
                </a:solidFill>
                <a:latin typeface="Trebuchet MS"/>
                <a:cs typeface="Trebuchet MS"/>
              </a:rPr>
              <a:t>R</a:t>
            </a:r>
            <a:r>
              <a:rPr sz="3900" spc="100" dirty="0">
                <a:solidFill>
                  <a:srgbClr val="562213"/>
                </a:solidFill>
                <a:latin typeface="Trebuchet MS"/>
                <a:cs typeface="Trebuchet MS"/>
              </a:rPr>
              <a:t>MASI</a:t>
            </a:r>
            <a:endParaRPr sz="39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0044" y="1356436"/>
            <a:ext cx="8014334" cy="4721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sz="2400" spc="-80" dirty="0">
                <a:latin typeface="Trebuchet MS"/>
                <a:cs typeface="Trebuchet MS"/>
              </a:rPr>
              <a:t>Isu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Etika,</a:t>
            </a:r>
            <a:r>
              <a:rPr sz="2400" spc="-31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sosial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dan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politis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utama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yang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muncul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oleh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85" dirty="0">
                <a:latin typeface="Trebuchet MS"/>
                <a:cs typeface="Trebuchet MS"/>
              </a:rPr>
              <a:t>adanya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sistem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ts val="2735"/>
              </a:lnSpc>
            </a:pPr>
            <a:r>
              <a:rPr sz="2400" spc="-130" dirty="0">
                <a:latin typeface="Trebuchet MS"/>
                <a:cs typeface="Trebuchet MS"/>
              </a:rPr>
              <a:t>informasi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mencakup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dimensi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moral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berikut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360" dirty="0">
                <a:latin typeface="Trebuchet MS"/>
                <a:cs typeface="Trebuchet MS"/>
              </a:rPr>
              <a:t>:</a:t>
            </a:r>
            <a:endParaRPr sz="2400">
              <a:latin typeface="Trebuchet MS"/>
              <a:cs typeface="Trebuchet MS"/>
            </a:endParaRPr>
          </a:p>
          <a:p>
            <a:pPr marL="469900" indent="-457200">
              <a:lnSpc>
                <a:spcPct val="100000"/>
              </a:lnSpc>
              <a:spcBef>
                <a:spcPts val="315"/>
              </a:spcBef>
              <a:buClr>
                <a:srgbClr val="3891A7"/>
              </a:buClr>
              <a:buSzPct val="79166"/>
              <a:buAutoNum type="arabicPeriod"/>
              <a:tabLst>
                <a:tab pos="469265" algn="l"/>
                <a:tab pos="469900" algn="l"/>
              </a:tabLst>
            </a:pPr>
            <a:r>
              <a:rPr sz="2400" spc="-40" dirty="0">
                <a:latin typeface="Trebuchet MS"/>
                <a:cs typeface="Trebuchet MS"/>
              </a:rPr>
              <a:t>Hak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dan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50" dirty="0">
                <a:latin typeface="Trebuchet MS"/>
                <a:cs typeface="Trebuchet MS"/>
              </a:rPr>
              <a:t>K</a:t>
            </a:r>
            <a:r>
              <a:rPr sz="2400" spc="-210" dirty="0">
                <a:latin typeface="Trebuchet MS"/>
                <a:cs typeface="Trebuchet MS"/>
              </a:rPr>
              <a:t>e</a:t>
            </a:r>
            <a:r>
              <a:rPr sz="2400" spc="-260" dirty="0">
                <a:latin typeface="Trebuchet MS"/>
                <a:cs typeface="Trebuchet MS"/>
              </a:rPr>
              <a:t>wa</a:t>
            </a:r>
            <a:r>
              <a:rPr sz="2400" spc="-140" dirty="0">
                <a:latin typeface="Trebuchet MS"/>
                <a:cs typeface="Trebuchet MS"/>
              </a:rPr>
              <a:t>j</a:t>
            </a:r>
            <a:r>
              <a:rPr sz="2400" spc="-160" dirty="0">
                <a:latin typeface="Trebuchet MS"/>
                <a:cs typeface="Trebuchet MS"/>
              </a:rPr>
              <a:t>iba</a:t>
            </a:r>
            <a:r>
              <a:rPr sz="2400" spc="-185" dirty="0">
                <a:latin typeface="Trebuchet MS"/>
                <a:cs typeface="Trebuchet MS"/>
              </a:rPr>
              <a:t>n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In</a:t>
            </a:r>
            <a:r>
              <a:rPr sz="2400" spc="-175" dirty="0">
                <a:latin typeface="Trebuchet MS"/>
                <a:cs typeface="Trebuchet MS"/>
              </a:rPr>
              <a:t>f</a:t>
            </a:r>
            <a:r>
              <a:rPr sz="2400" spc="-80" dirty="0">
                <a:latin typeface="Trebuchet MS"/>
                <a:cs typeface="Trebuchet MS"/>
              </a:rPr>
              <a:t>orma</a:t>
            </a:r>
            <a:r>
              <a:rPr sz="2400" spc="-70" dirty="0">
                <a:latin typeface="Trebuchet MS"/>
                <a:cs typeface="Trebuchet MS"/>
              </a:rPr>
              <a:t>s</a:t>
            </a:r>
            <a:r>
              <a:rPr sz="2400" spc="-160" dirty="0">
                <a:latin typeface="Trebuchet MS"/>
                <a:cs typeface="Trebuchet MS"/>
              </a:rPr>
              <a:t>i</a:t>
            </a:r>
            <a:endParaRPr sz="2400">
              <a:latin typeface="Trebuchet MS"/>
              <a:cs typeface="Trebuchet MS"/>
            </a:endParaRPr>
          </a:p>
          <a:p>
            <a:pPr marL="927100" lvl="1" indent="-457834">
              <a:lnSpc>
                <a:spcPct val="100000"/>
              </a:lnSpc>
              <a:spcBef>
                <a:spcPts val="315"/>
              </a:spcBef>
              <a:buClr>
                <a:srgbClr val="3891A7"/>
              </a:buClr>
              <a:buFont typeface="Verdana"/>
              <a:buChar char="◦"/>
              <a:tabLst>
                <a:tab pos="927100" algn="l"/>
                <a:tab pos="927735" algn="l"/>
              </a:tabLst>
            </a:pPr>
            <a:r>
              <a:rPr sz="2400" spc="-60" dirty="0">
                <a:latin typeface="Trebuchet MS"/>
                <a:cs typeface="Trebuchet MS"/>
              </a:rPr>
              <a:t>P</a:t>
            </a:r>
            <a:r>
              <a:rPr sz="2400" spc="-35" dirty="0">
                <a:latin typeface="Trebuchet MS"/>
                <a:cs typeface="Trebuchet MS"/>
              </a:rPr>
              <a:t>r</a:t>
            </a:r>
            <a:r>
              <a:rPr sz="2400" spc="-110" dirty="0">
                <a:latin typeface="Trebuchet MS"/>
                <a:cs typeface="Trebuchet MS"/>
              </a:rPr>
              <a:t>i</a:t>
            </a:r>
            <a:r>
              <a:rPr sz="2400" spc="-160" dirty="0">
                <a:latin typeface="Trebuchet MS"/>
                <a:cs typeface="Trebuchet MS"/>
              </a:rPr>
              <a:t>vasi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185" dirty="0">
                <a:latin typeface="Trebuchet MS"/>
                <a:cs typeface="Trebuchet MS"/>
              </a:rPr>
              <a:t>d</a:t>
            </a:r>
            <a:r>
              <a:rPr sz="2400" spc="-170" dirty="0">
                <a:latin typeface="Trebuchet MS"/>
                <a:cs typeface="Trebuchet MS"/>
              </a:rPr>
              <a:t>a</a:t>
            </a:r>
            <a:r>
              <a:rPr sz="2400" spc="-114" dirty="0">
                <a:latin typeface="Trebuchet MS"/>
                <a:cs typeface="Trebuchet MS"/>
              </a:rPr>
              <a:t>n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k</a:t>
            </a:r>
            <a:r>
              <a:rPr sz="2400" spc="-170" dirty="0">
                <a:latin typeface="Trebuchet MS"/>
                <a:cs typeface="Trebuchet MS"/>
              </a:rPr>
              <a:t>ebeb</a:t>
            </a:r>
            <a:r>
              <a:rPr sz="2400" spc="-155" dirty="0">
                <a:latin typeface="Trebuchet MS"/>
                <a:cs typeface="Trebuchet MS"/>
              </a:rPr>
              <a:t>a</a:t>
            </a:r>
            <a:r>
              <a:rPr sz="2400" spc="-65" dirty="0">
                <a:latin typeface="Trebuchet MS"/>
                <a:cs typeface="Trebuchet MS"/>
              </a:rPr>
              <a:t>s</a:t>
            </a:r>
            <a:r>
              <a:rPr sz="2400" spc="-175" dirty="0">
                <a:latin typeface="Trebuchet MS"/>
                <a:cs typeface="Trebuchet MS"/>
              </a:rPr>
              <a:t>an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di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E</a:t>
            </a:r>
            <a:r>
              <a:rPr sz="2400" spc="-25" dirty="0">
                <a:latin typeface="Trebuchet MS"/>
                <a:cs typeface="Trebuchet MS"/>
              </a:rPr>
              <a:t>r</a:t>
            </a:r>
            <a:r>
              <a:rPr sz="2400" spc="-240" dirty="0">
                <a:latin typeface="Trebuchet MS"/>
                <a:cs typeface="Trebuchet MS"/>
              </a:rPr>
              <a:t>a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Interne</a:t>
            </a:r>
            <a:r>
              <a:rPr sz="2400" spc="-155" dirty="0">
                <a:latin typeface="Trebuchet MS"/>
                <a:cs typeface="Trebuchet MS"/>
              </a:rPr>
              <a:t>t</a:t>
            </a:r>
            <a:endParaRPr sz="2400">
              <a:latin typeface="Trebuchet MS"/>
              <a:cs typeface="Trebuchet MS"/>
            </a:endParaRPr>
          </a:p>
          <a:p>
            <a:pPr marL="469900" indent="-457200">
              <a:lnSpc>
                <a:spcPct val="100000"/>
              </a:lnSpc>
              <a:spcBef>
                <a:spcPts val="310"/>
              </a:spcBef>
              <a:buClr>
                <a:srgbClr val="3891A7"/>
              </a:buClr>
              <a:buSzPct val="79166"/>
              <a:buAutoNum type="arabicPeriod"/>
              <a:tabLst>
                <a:tab pos="469265" algn="l"/>
                <a:tab pos="469900" algn="l"/>
              </a:tabLst>
            </a:pPr>
            <a:r>
              <a:rPr sz="2400" spc="50" dirty="0">
                <a:latin typeface="Trebuchet MS"/>
                <a:cs typeface="Trebuchet MS"/>
              </a:rPr>
              <a:t>K</a:t>
            </a:r>
            <a:r>
              <a:rPr sz="2400" spc="-155" dirty="0">
                <a:latin typeface="Trebuchet MS"/>
                <a:cs typeface="Trebuchet MS"/>
              </a:rPr>
              <a:t>epemilik</a:t>
            </a:r>
            <a:r>
              <a:rPr sz="2400" spc="-165" dirty="0">
                <a:latin typeface="Trebuchet MS"/>
                <a:cs typeface="Trebuchet MS"/>
              </a:rPr>
              <a:t>a</a:t>
            </a:r>
            <a:r>
              <a:rPr sz="2400" spc="-114" dirty="0">
                <a:latin typeface="Trebuchet MS"/>
                <a:cs typeface="Trebuchet MS"/>
              </a:rPr>
              <a:t>n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Hak </a:t>
            </a:r>
            <a:r>
              <a:rPr sz="2400" spc="-155" dirty="0">
                <a:latin typeface="Trebuchet MS"/>
                <a:cs typeface="Trebuchet MS"/>
              </a:rPr>
              <a:t>dan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50" dirty="0">
                <a:latin typeface="Trebuchet MS"/>
                <a:cs typeface="Trebuchet MS"/>
              </a:rPr>
              <a:t>K</a:t>
            </a:r>
            <a:r>
              <a:rPr sz="2400" spc="-210" dirty="0">
                <a:latin typeface="Trebuchet MS"/>
                <a:cs typeface="Trebuchet MS"/>
              </a:rPr>
              <a:t>e</a:t>
            </a:r>
            <a:r>
              <a:rPr sz="2400" spc="-260" dirty="0">
                <a:latin typeface="Trebuchet MS"/>
                <a:cs typeface="Trebuchet MS"/>
              </a:rPr>
              <a:t>wa</a:t>
            </a:r>
            <a:r>
              <a:rPr sz="2400" spc="-140" dirty="0">
                <a:latin typeface="Trebuchet MS"/>
                <a:cs typeface="Trebuchet MS"/>
              </a:rPr>
              <a:t>j</a:t>
            </a:r>
            <a:r>
              <a:rPr sz="2400" spc="-165" dirty="0">
                <a:latin typeface="Trebuchet MS"/>
                <a:cs typeface="Trebuchet MS"/>
              </a:rPr>
              <a:t>iban</a:t>
            </a:r>
            <a:endParaRPr sz="2400">
              <a:latin typeface="Trebuchet MS"/>
              <a:cs typeface="Trebuchet MS"/>
            </a:endParaRPr>
          </a:p>
          <a:p>
            <a:pPr marL="927100" lvl="1" indent="-457834">
              <a:lnSpc>
                <a:spcPct val="100000"/>
              </a:lnSpc>
              <a:spcBef>
                <a:spcPts val="315"/>
              </a:spcBef>
              <a:buClr>
                <a:srgbClr val="3891A7"/>
              </a:buClr>
              <a:buFont typeface="Verdana"/>
              <a:buChar char="◦"/>
              <a:tabLst>
                <a:tab pos="927100" algn="l"/>
                <a:tab pos="927735" algn="l"/>
              </a:tabLst>
            </a:pPr>
            <a:r>
              <a:rPr sz="2400" spc="55" dirty="0">
                <a:latin typeface="Trebuchet MS"/>
                <a:cs typeface="Trebuchet MS"/>
              </a:rPr>
              <a:t>K</a:t>
            </a:r>
            <a:r>
              <a:rPr sz="2400" spc="-155" dirty="0">
                <a:latin typeface="Trebuchet MS"/>
                <a:cs typeface="Trebuchet MS"/>
              </a:rPr>
              <a:t>ek</a:t>
            </a:r>
            <a:r>
              <a:rPr sz="2400" spc="-240" dirty="0">
                <a:latin typeface="Trebuchet MS"/>
                <a:cs typeface="Trebuchet MS"/>
              </a:rPr>
              <a:t>a</a:t>
            </a:r>
            <a:r>
              <a:rPr sz="2400" spc="-180" dirty="0">
                <a:latin typeface="Trebuchet MS"/>
                <a:cs typeface="Trebuchet MS"/>
              </a:rPr>
              <a:t>y</a:t>
            </a:r>
            <a:r>
              <a:rPr sz="2400" spc="-190" dirty="0">
                <a:latin typeface="Trebuchet MS"/>
                <a:cs typeface="Trebuchet MS"/>
              </a:rPr>
              <a:t>a</a:t>
            </a:r>
            <a:r>
              <a:rPr sz="2400" spc="-175" dirty="0">
                <a:latin typeface="Trebuchet MS"/>
                <a:cs typeface="Trebuchet MS"/>
              </a:rPr>
              <a:t>an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Intelektual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360" dirty="0">
                <a:latin typeface="Trebuchet MS"/>
                <a:cs typeface="Trebuchet MS"/>
              </a:rPr>
              <a:t>:</a:t>
            </a:r>
            <a:r>
              <a:rPr sz="2400" spc="-29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H</a:t>
            </a:r>
            <a:r>
              <a:rPr sz="2400" spc="-25" dirty="0">
                <a:latin typeface="Trebuchet MS"/>
                <a:cs typeface="Trebuchet MS"/>
              </a:rPr>
              <a:t>a</a:t>
            </a:r>
            <a:r>
              <a:rPr sz="2400" spc="-65" dirty="0">
                <a:latin typeface="Trebuchet MS"/>
                <a:cs typeface="Trebuchet MS"/>
              </a:rPr>
              <a:t>k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50" dirty="0">
                <a:latin typeface="Trebuchet MS"/>
                <a:cs typeface="Trebuchet MS"/>
              </a:rPr>
              <a:t>Ci</a:t>
            </a:r>
            <a:r>
              <a:rPr sz="2400" spc="-170" dirty="0">
                <a:latin typeface="Trebuchet MS"/>
                <a:cs typeface="Trebuchet MS"/>
              </a:rPr>
              <a:t>p</a:t>
            </a:r>
            <a:r>
              <a:rPr sz="2400" spc="-135" dirty="0">
                <a:latin typeface="Trebuchet MS"/>
                <a:cs typeface="Trebuchet MS"/>
              </a:rPr>
              <a:t>t</a:t>
            </a:r>
            <a:r>
              <a:rPr sz="2400" spc="-229" dirty="0">
                <a:latin typeface="Trebuchet MS"/>
                <a:cs typeface="Trebuchet MS"/>
              </a:rPr>
              <a:t>a</a:t>
            </a:r>
            <a:r>
              <a:rPr sz="2400" spc="-360" dirty="0">
                <a:latin typeface="Trebuchet MS"/>
                <a:cs typeface="Trebuchet MS"/>
              </a:rPr>
              <a:t>,</a:t>
            </a:r>
            <a:r>
              <a:rPr sz="2400" spc="-31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H</a:t>
            </a:r>
            <a:r>
              <a:rPr sz="2400" spc="-25" dirty="0">
                <a:latin typeface="Trebuchet MS"/>
                <a:cs typeface="Trebuchet MS"/>
              </a:rPr>
              <a:t>a</a:t>
            </a:r>
            <a:r>
              <a:rPr sz="2400" spc="-65" dirty="0">
                <a:latin typeface="Trebuchet MS"/>
                <a:cs typeface="Trebuchet MS"/>
              </a:rPr>
              <a:t>k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85" dirty="0">
                <a:latin typeface="Trebuchet MS"/>
                <a:cs typeface="Trebuchet MS"/>
              </a:rPr>
              <a:t>P</a:t>
            </a:r>
            <a:r>
              <a:rPr sz="2400" spc="-170" dirty="0">
                <a:latin typeface="Trebuchet MS"/>
                <a:cs typeface="Trebuchet MS"/>
              </a:rPr>
              <a:t>a</a:t>
            </a:r>
            <a:r>
              <a:rPr sz="2400" spc="-145" dirty="0">
                <a:latin typeface="Trebuchet MS"/>
                <a:cs typeface="Trebuchet MS"/>
              </a:rPr>
              <a:t>ten</a:t>
            </a:r>
            <a:endParaRPr sz="2400">
              <a:latin typeface="Trebuchet MS"/>
              <a:cs typeface="Trebuchet MS"/>
            </a:endParaRPr>
          </a:p>
          <a:p>
            <a:pPr marL="469900" indent="-457200">
              <a:lnSpc>
                <a:spcPct val="100000"/>
              </a:lnSpc>
              <a:spcBef>
                <a:spcPts val="315"/>
              </a:spcBef>
              <a:buClr>
                <a:srgbClr val="3891A7"/>
              </a:buClr>
              <a:buSzPct val="79166"/>
              <a:buAutoNum type="arabicPeriod"/>
              <a:tabLst>
                <a:tab pos="469265" algn="l"/>
                <a:tab pos="469900" algn="l"/>
              </a:tabLst>
            </a:pPr>
            <a:r>
              <a:rPr sz="2400" spc="-140" dirty="0">
                <a:latin typeface="Trebuchet MS"/>
                <a:cs typeface="Trebuchet MS"/>
              </a:rPr>
              <a:t>Akuntabilitas,</a:t>
            </a:r>
            <a:r>
              <a:rPr sz="2400" spc="-34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Liabilitas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dan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Pengendalian</a:t>
            </a:r>
            <a:endParaRPr sz="2400">
              <a:latin typeface="Trebuchet MS"/>
              <a:cs typeface="Trebuchet MS"/>
            </a:endParaRPr>
          </a:p>
          <a:p>
            <a:pPr marL="869315" lvl="1" indent="-458470">
              <a:lnSpc>
                <a:spcPct val="100000"/>
              </a:lnSpc>
              <a:spcBef>
                <a:spcPts val="375"/>
              </a:spcBef>
              <a:buClr>
                <a:srgbClr val="3891A7"/>
              </a:buClr>
              <a:buFont typeface="Verdana"/>
              <a:buChar char="◦"/>
              <a:tabLst>
                <a:tab pos="869315" algn="l"/>
                <a:tab pos="869950" algn="l"/>
              </a:tabLst>
            </a:pPr>
            <a:r>
              <a:rPr sz="2000" spc="-114" dirty="0">
                <a:latin typeface="Trebuchet MS"/>
                <a:cs typeface="Trebuchet MS"/>
              </a:rPr>
              <a:t>S</a:t>
            </a:r>
            <a:r>
              <a:rPr sz="2000" spc="-80" dirty="0">
                <a:latin typeface="Trebuchet MS"/>
                <a:cs typeface="Trebuchet MS"/>
              </a:rPr>
              <a:t>i</a:t>
            </a:r>
            <a:r>
              <a:rPr sz="2000" spc="-240" dirty="0">
                <a:latin typeface="Trebuchet MS"/>
                <a:cs typeface="Trebuchet MS"/>
              </a:rPr>
              <a:t>a</a:t>
            </a:r>
            <a:r>
              <a:rPr sz="2000" spc="-114" dirty="0">
                <a:latin typeface="Trebuchet MS"/>
                <a:cs typeface="Trebuchet MS"/>
              </a:rPr>
              <a:t>p</a:t>
            </a:r>
            <a:r>
              <a:rPr sz="2000" spc="-200" dirty="0">
                <a:latin typeface="Trebuchet MS"/>
                <a:cs typeface="Trebuchet MS"/>
              </a:rPr>
              <a:t>a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y</a:t>
            </a:r>
            <a:r>
              <a:rPr sz="2000" spc="-215" dirty="0">
                <a:latin typeface="Trebuchet MS"/>
                <a:cs typeface="Trebuchet MS"/>
              </a:rPr>
              <a:t>a</a:t>
            </a:r>
            <a:r>
              <a:rPr sz="2000" spc="-95" dirty="0">
                <a:latin typeface="Trebuchet MS"/>
                <a:cs typeface="Trebuchet MS"/>
              </a:rPr>
              <a:t>n</a:t>
            </a:r>
            <a:r>
              <a:rPr sz="2000" spc="-155" dirty="0">
                <a:latin typeface="Trebuchet MS"/>
                <a:cs typeface="Trebuchet MS"/>
              </a:rPr>
              <a:t>g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b</a:t>
            </a:r>
            <a:r>
              <a:rPr sz="2000" spc="-75" dirty="0">
                <a:latin typeface="Trebuchet MS"/>
                <a:cs typeface="Trebuchet MS"/>
              </a:rPr>
              <a:t>e</a:t>
            </a:r>
            <a:r>
              <a:rPr sz="2000" spc="-5" dirty="0">
                <a:latin typeface="Trebuchet MS"/>
                <a:cs typeface="Trebuchet MS"/>
              </a:rPr>
              <a:t>r</a:t>
            </a:r>
            <a:r>
              <a:rPr sz="2000" spc="-125" dirty="0">
                <a:latin typeface="Trebuchet MS"/>
                <a:cs typeface="Trebuchet MS"/>
              </a:rPr>
              <a:t>t</a:t>
            </a:r>
            <a:r>
              <a:rPr sz="2000" spc="-215" dirty="0">
                <a:latin typeface="Trebuchet MS"/>
                <a:cs typeface="Trebuchet MS"/>
              </a:rPr>
              <a:t>a</a:t>
            </a:r>
            <a:r>
              <a:rPr sz="2000" spc="-95" dirty="0">
                <a:latin typeface="Trebuchet MS"/>
                <a:cs typeface="Trebuchet MS"/>
              </a:rPr>
              <a:t>n</a:t>
            </a:r>
            <a:r>
              <a:rPr sz="2000" spc="-170" dirty="0">
                <a:latin typeface="Trebuchet MS"/>
                <a:cs typeface="Trebuchet MS"/>
              </a:rPr>
              <a:t>gg</a:t>
            </a:r>
            <a:r>
              <a:rPr sz="2000" spc="-95" dirty="0">
                <a:latin typeface="Trebuchet MS"/>
                <a:cs typeface="Trebuchet MS"/>
              </a:rPr>
              <a:t>un</a:t>
            </a:r>
            <a:r>
              <a:rPr sz="2000" spc="-155" dirty="0">
                <a:latin typeface="Trebuchet MS"/>
                <a:cs typeface="Trebuchet MS"/>
              </a:rPr>
              <a:t>g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315" dirty="0">
                <a:latin typeface="Trebuchet MS"/>
                <a:cs typeface="Trebuchet MS"/>
              </a:rPr>
              <a:t>J</a:t>
            </a:r>
            <a:r>
              <a:rPr sz="2000" spc="-425" dirty="0">
                <a:latin typeface="Trebuchet MS"/>
                <a:cs typeface="Trebuchet MS"/>
              </a:rPr>
              <a:t>a</a:t>
            </a:r>
            <a:r>
              <a:rPr sz="2000" spc="-55" dirty="0">
                <a:latin typeface="Trebuchet MS"/>
                <a:cs typeface="Trebuchet MS"/>
              </a:rPr>
              <a:t>w</a:t>
            </a:r>
            <a:r>
              <a:rPr sz="2000" spc="-215" dirty="0">
                <a:latin typeface="Trebuchet MS"/>
                <a:cs typeface="Trebuchet MS"/>
              </a:rPr>
              <a:t>a</a:t>
            </a:r>
            <a:r>
              <a:rPr sz="2000" spc="-120" dirty="0">
                <a:latin typeface="Trebuchet MS"/>
                <a:cs typeface="Trebuchet MS"/>
              </a:rPr>
              <a:t>b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?</a:t>
            </a:r>
            <a:endParaRPr sz="2000">
              <a:latin typeface="Trebuchet MS"/>
              <a:cs typeface="Trebuchet MS"/>
            </a:endParaRPr>
          </a:p>
          <a:p>
            <a:pPr marL="469900" indent="-457200">
              <a:lnSpc>
                <a:spcPct val="100000"/>
              </a:lnSpc>
              <a:spcBef>
                <a:spcPts val="300"/>
              </a:spcBef>
              <a:buClr>
                <a:srgbClr val="3891A7"/>
              </a:buClr>
              <a:buSzPct val="79166"/>
              <a:buAutoNum type="arabicPeriod"/>
              <a:tabLst>
                <a:tab pos="469265" algn="l"/>
                <a:tab pos="469900" algn="l"/>
              </a:tabLst>
            </a:pPr>
            <a:r>
              <a:rPr sz="2400" spc="80" dirty="0">
                <a:latin typeface="Trebuchet MS"/>
                <a:cs typeface="Trebuchet MS"/>
              </a:rPr>
              <a:t>K</a:t>
            </a:r>
            <a:r>
              <a:rPr sz="2400" spc="-175" dirty="0">
                <a:latin typeface="Trebuchet MS"/>
                <a:cs typeface="Trebuchet MS"/>
              </a:rPr>
              <a:t>ua</a:t>
            </a:r>
            <a:r>
              <a:rPr sz="2400" spc="-160" dirty="0">
                <a:latin typeface="Trebuchet MS"/>
                <a:cs typeface="Trebuchet MS"/>
              </a:rPr>
              <a:t>lita</a:t>
            </a:r>
            <a:r>
              <a:rPr sz="2400" spc="-165" dirty="0">
                <a:latin typeface="Trebuchet MS"/>
                <a:cs typeface="Trebuchet MS"/>
              </a:rPr>
              <a:t>s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Si</a:t>
            </a:r>
            <a:r>
              <a:rPr sz="2400" spc="-65" dirty="0">
                <a:latin typeface="Trebuchet MS"/>
                <a:cs typeface="Trebuchet MS"/>
              </a:rPr>
              <a:t>s</a:t>
            </a:r>
            <a:r>
              <a:rPr sz="2400" spc="-155" dirty="0">
                <a:latin typeface="Trebuchet MS"/>
                <a:cs typeface="Trebuchet MS"/>
              </a:rPr>
              <a:t>tem</a:t>
            </a:r>
            <a:endParaRPr sz="2400">
              <a:latin typeface="Trebuchet MS"/>
              <a:cs typeface="Trebuchet MS"/>
            </a:endParaRPr>
          </a:p>
          <a:p>
            <a:pPr marL="927100" lvl="1" indent="-457834">
              <a:lnSpc>
                <a:spcPct val="100000"/>
              </a:lnSpc>
              <a:spcBef>
                <a:spcPts val="310"/>
              </a:spcBef>
              <a:buClr>
                <a:srgbClr val="3891A7"/>
              </a:buClr>
              <a:buFont typeface="Verdana"/>
              <a:buChar char="◦"/>
              <a:tabLst>
                <a:tab pos="927100" algn="l"/>
                <a:tab pos="927735" algn="l"/>
              </a:tabLst>
            </a:pPr>
            <a:r>
              <a:rPr sz="2400" spc="75" dirty="0">
                <a:latin typeface="Trebuchet MS"/>
                <a:cs typeface="Trebuchet MS"/>
              </a:rPr>
              <a:t>K</a:t>
            </a:r>
            <a:r>
              <a:rPr sz="2400" spc="-190" dirty="0">
                <a:latin typeface="Trebuchet MS"/>
                <a:cs typeface="Trebuchet MS"/>
              </a:rPr>
              <a:t>ual</a:t>
            </a:r>
            <a:r>
              <a:rPr sz="2400" spc="-114" dirty="0">
                <a:latin typeface="Trebuchet MS"/>
                <a:cs typeface="Trebuchet MS"/>
              </a:rPr>
              <a:t>i</a:t>
            </a:r>
            <a:r>
              <a:rPr sz="2400" spc="-165" dirty="0">
                <a:latin typeface="Trebuchet MS"/>
                <a:cs typeface="Trebuchet MS"/>
              </a:rPr>
              <a:t>t</a:t>
            </a:r>
            <a:r>
              <a:rPr sz="2400" spc="-145" dirty="0">
                <a:latin typeface="Trebuchet MS"/>
                <a:cs typeface="Trebuchet MS"/>
              </a:rPr>
              <a:t>as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185" dirty="0">
                <a:latin typeface="Trebuchet MS"/>
                <a:cs typeface="Trebuchet MS"/>
              </a:rPr>
              <a:t>data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dan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50" dirty="0">
                <a:latin typeface="Trebuchet MS"/>
                <a:cs typeface="Trebuchet MS"/>
              </a:rPr>
              <a:t>K</a:t>
            </a:r>
            <a:r>
              <a:rPr sz="2400" spc="-120" dirty="0">
                <a:latin typeface="Trebuchet MS"/>
                <a:cs typeface="Trebuchet MS"/>
              </a:rPr>
              <a:t>e</a:t>
            </a:r>
            <a:r>
              <a:rPr sz="2400" spc="-105" dirty="0">
                <a:latin typeface="Trebuchet MS"/>
                <a:cs typeface="Trebuchet MS"/>
              </a:rPr>
              <a:t>s</a:t>
            </a:r>
            <a:r>
              <a:rPr sz="2400" spc="-270" dirty="0">
                <a:latin typeface="Trebuchet MS"/>
                <a:cs typeface="Trebuchet MS"/>
              </a:rPr>
              <a:t>a</a:t>
            </a:r>
            <a:r>
              <a:rPr sz="2400" spc="-145" dirty="0">
                <a:latin typeface="Trebuchet MS"/>
                <a:cs typeface="Trebuchet MS"/>
              </a:rPr>
              <a:t>l</a:t>
            </a:r>
            <a:r>
              <a:rPr sz="2400" spc="-200" dirty="0">
                <a:latin typeface="Trebuchet MS"/>
                <a:cs typeface="Trebuchet MS"/>
              </a:rPr>
              <a:t>ah</a:t>
            </a:r>
            <a:r>
              <a:rPr sz="2400" spc="-185" dirty="0">
                <a:latin typeface="Trebuchet MS"/>
                <a:cs typeface="Trebuchet MS"/>
              </a:rPr>
              <a:t>a</a:t>
            </a:r>
            <a:r>
              <a:rPr sz="2400" spc="-114" dirty="0">
                <a:latin typeface="Trebuchet MS"/>
                <a:cs typeface="Trebuchet MS"/>
              </a:rPr>
              <a:t>n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Si</a:t>
            </a:r>
            <a:r>
              <a:rPr sz="2400" spc="-100" dirty="0">
                <a:latin typeface="Trebuchet MS"/>
                <a:cs typeface="Trebuchet MS"/>
              </a:rPr>
              <a:t>s</a:t>
            </a:r>
            <a:r>
              <a:rPr sz="2400" spc="-165" dirty="0">
                <a:latin typeface="Trebuchet MS"/>
                <a:cs typeface="Trebuchet MS"/>
              </a:rPr>
              <a:t>t</a:t>
            </a:r>
            <a:r>
              <a:rPr sz="2400" spc="-150" dirty="0">
                <a:latin typeface="Trebuchet MS"/>
                <a:cs typeface="Trebuchet MS"/>
              </a:rPr>
              <a:t>em</a:t>
            </a:r>
            <a:endParaRPr sz="2400">
              <a:latin typeface="Trebuchet MS"/>
              <a:cs typeface="Trebuchet MS"/>
            </a:endParaRPr>
          </a:p>
          <a:p>
            <a:pPr marL="469900" indent="-457200">
              <a:lnSpc>
                <a:spcPct val="100000"/>
              </a:lnSpc>
              <a:spcBef>
                <a:spcPts val="315"/>
              </a:spcBef>
              <a:buClr>
                <a:srgbClr val="3891A7"/>
              </a:buClr>
              <a:buSzPct val="79166"/>
              <a:buAutoNum type="arabicPeriod"/>
              <a:tabLst>
                <a:tab pos="469265" algn="l"/>
                <a:tab pos="469900" algn="l"/>
              </a:tabLst>
            </a:pPr>
            <a:r>
              <a:rPr sz="2400" spc="80" dirty="0">
                <a:latin typeface="Trebuchet MS"/>
                <a:cs typeface="Trebuchet MS"/>
              </a:rPr>
              <a:t>K</a:t>
            </a:r>
            <a:r>
              <a:rPr sz="2400" spc="-175" dirty="0">
                <a:latin typeface="Trebuchet MS"/>
                <a:cs typeface="Trebuchet MS"/>
              </a:rPr>
              <a:t>ua</a:t>
            </a:r>
            <a:r>
              <a:rPr sz="2400" spc="-160" dirty="0">
                <a:latin typeface="Trebuchet MS"/>
                <a:cs typeface="Trebuchet MS"/>
              </a:rPr>
              <a:t>lita</a:t>
            </a:r>
            <a:r>
              <a:rPr sz="2400" spc="-165" dirty="0">
                <a:latin typeface="Trebuchet MS"/>
                <a:cs typeface="Trebuchet MS"/>
              </a:rPr>
              <a:t>s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Hidup</a:t>
            </a:r>
            <a:endParaRPr sz="2400">
              <a:latin typeface="Trebuchet MS"/>
              <a:cs typeface="Trebuchet MS"/>
            </a:endParaRPr>
          </a:p>
          <a:p>
            <a:pPr marL="927100" lvl="1" indent="-457834">
              <a:lnSpc>
                <a:spcPct val="100000"/>
              </a:lnSpc>
              <a:spcBef>
                <a:spcPts val="315"/>
              </a:spcBef>
              <a:buClr>
                <a:srgbClr val="3891A7"/>
              </a:buClr>
              <a:buFont typeface="Verdana"/>
              <a:buChar char="◦"/>
              <a:tabLst>
                <a:tab pos="927100" algn="l"/>
                <a:tab pos="927735" algn="l"/>
              </a:tabLst>
            </a:pPr>
            <a:r>
              <a:rPr sz="2400" spc="-125" dirty="0">
                <a:latin typeface="Trebuchet MS"/>
                <a:cs typeface="Trebuchet MS"/>
              </a:rPr>
              <a:t>Ekuita</a:t>
            </a:r>
            <a:r>
              <a:rPr sz="2400" spc="-114" dirty="0">
                <a:latin typeface="Trebuchet MS"/>
                <a:cs typeface="Trebuchet MS"/>
              </a:rPr>
              <a:t>s</a:t>
            </a:r>
            <a:r>
              <a:rPr sz="2400" spc="-360" dirty="0">
                <a:latin typeface="Trebuchet MS"/>
                <a:cs typeface="Trebuchet MS"/>
              </a:rPr>
              <a:t>,</a:t>
            </a:r>
            <a:r>
              <a:rPr sz="2400" spc="-555" dirty="0">
                <a:latin typeface="Trebuchet MS"/>
                <a:cs typeface="Trebuchet MS"/>
              </a:rPr>
              <a:t> </a:t>
            </a:r>
            <a:r>
              <a:rPr sz="2400" spc="185" dirty="0">
                <a:latin typeface="Trebuchet MS"/>
                <a:cs typeface="Trebuchet MS"/>
              </a:rPr>
              <a:t>A</a:t>
            </a:r>
            <a:r>
              <a:rPr sz="2400" spc="-65" dirty="0">
                <a:latin typeface="Trebuchet MS"/>
                <a:cs typeface="Trebuchet MS"/>
              </a:rPr>
              <a:t>k</a:t>
            </a:r>
            <a:r>
              <a:rPr sz="2400" spc="-60" dirty="0">
                <a:latin typeface="Trebuchet MS"/>
                <a:cs typeface="Trebuchet MS"/>
              </a:rPr>
              <a:t>s</a:t>
            </a:r>
            <a:r>
              <a:rPr sz="2400" spc="-105" dirty="0">
                <a:latin typeface="Trebuchet MS"/>
                <a:cs typeface="Trebuchet MS"/>
              </a:rPr>
              <a:t>es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85" dirty="0">
                <a:latin typeface="Trebuchet MS"/>
                <a:cs typeface="Trebuchet MS"/>
              </a:rPr>
              <a:t>d</a:t>
            </a:r>
            <a:r>
              <a:rPr sz="2400" spc="-170" dirty="0">
                <a:latin typeface="Trebuchet MS"/>
                <a:cs typeface="Trebuchet MS"/>
              </a:rPr>
              <a:t>a</a:t>
            </a:r>
            <a:r>
              <a:rPr sz="2400" spc="-114" dirty="0">
                <a:latin typeface="Trebuchet MS"/>
                <a:cs typeface="Trebuchet MS"/>
              </a:rPr>
              <a:t>n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90" dirty="0">
                <a:latin typeface="Trebuchet MS"/>
                <a:cs typeface="Trebuchet MS"/>
              </a:rPr>
              <a:t>ba</a:t>
            </a:r>
            <a:r>
              <a:rPr sz="2400" spc="-155" dirty="0">
                <a:latin typeface="Trebuchet MS"/>
                <a:cs typeface="Trebuchet MS"/>
              </a:rPr>
              <a:t>ta</a:t>
            </a:r>
            <a:r>
              <a:rPr sz="2400" spc="-150" dirty="0">
                <a:latin typeface="Trebuchet MS"/>
                <a:cs typeface="Trebuchet MS"/>
              </a:rPr>
              <a:t>s</a:t>
            </a:r>
            <a:r>
              <a:rPr sz="2400" spc="-175" dirty="0">
                <a:latin typeface="Trebuchet MS"/>
                <a:cs typeface="Trebuchet MS"/>
              </a:rPr>
              <a:t>an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160" y="30480"/>
            <a:ext cx="8022335" cy="8199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044" y="164033"/>
            <a:ext cx="7374890" cy="622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-90" dirty="0"/>
              <a:t>4</a:t>
            </a:r>
            <a:r>
              <a:rPr spc="-110" dirty="0"/>
              <a:t> </a:t>
            </a:r>
            <a:r>
              <a:rPr spc="-120" dirty="0"/>
              <a:t>Isu</a:t>
            </a:r>
            <a:r>
              <a:rPr spc="-130" dirty="0"/>
              <a:t> </a:t>
            </a:r>
            <a:r>
              <a:rPr spc="-220" dirty="0"/>
              <a:t>Etika</a:t>
            </a:r>
            <a:r>
              <a:rPr spc="-130" dirty="0"/>
              <a:t> </a:t>
            </a:r>
            <a:r>
              <a:rPr spc="-300" dirty="0"/>
              <a:t>dal</a:t>
            </a:r>
            <a:r>
              <a:rPr spc="-325" dirty="0"/>
              <a:t>a</a:t>
            </a:r>
            <a:r>
              <a:rPr spc="-220" dirty="0"/>
              <a:t>m</a:t>
            </a:r>
            <a:r>
              <a:rPr spc="-620" dirty="0"/>
              <a:t> </a:t>
            </a:r>
            <a:r>
              <a:rPr spc="-490" dirty="0"/>
              <a:t>T</a:t>
            </a:r>
            <a:r>
              <a:rPr spc="-155" dirty="0"/>
              <a:t>eknologi</a:t>
            </a:r>
            <a:r>
              <a:rPr spc="-190" dirty="0"/>
              <a:t> </a:t>
            </a:r>
            <a:r>
              <a:rPr spc="-95" dirty="0"/>
              <a:t>I</a:t>
            </a:r>
            <a:r>
              <a:rPr spc="-180" dirty="0"/>
              <a:t>n</a:t>
            </a:r>
            <a:r>
              <a:rPr spc="-509" dirty="0"/>
              <a:t>f</a:t>
            </a:r>
            <a:r>
              <a:rPr spc="-35" dirty="0"/>
              <a:t>or</a:t>
            </a:r>
            <a:r>
              <a:rPr spc="-50" dirty="0"/>
              <a:t>m</a:t>
            </a:r>
            <a:r>
              <a:rPr spc="-254" dirty="0"/>
              <a:t>a</a:t>
            </a:r>
            <a:r>
              <a:rPr spc="-195" dirty="0"/>
              <a:t>s</a:t>
            </a:r>
            <a:r>
              <a:rPr spc="-254" dirty="0"/>
              <a:t>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0044" y="1316558"/>
            <a:ext cx="8319134" cy="459930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469900" marR="75565" indent="-457200">
              <a:lnSpc>
                <a:spcPct val="80100"/>
              </a:lnSpc>
              <a:spcBef>
                <a:spcPts val="695"/>
              </a:spcBef>
              <a:buClr>
                <a:srgbClr val="3891A7"/>
              </a:buClr>
              <a:buSzPct val="80000"/>
              <a:buAutoNum type="arabicPeriod"/>
              <a:tabLst>
                <a:tab pos="469265" algn="l"/>
                <a:tab pos="469900" algn="l"/>
              </a:tabLst>
            </a:pPr>
            <a:r>
              <a:rPr sz="2500" spc="-80" dirty="0">
                <a:solidFill>
                  <a:srgbClr val="0000CC"/>
                </a:solidFill>
                <a:latin typeface="Trebuchet MS"/>
                <a:cs typeface="Trebuchet MS"/>
              </a:rPr>
              <a:t>Isu</a:t>
            </a:r>
            <a:r>
              <a:rPr sz="2500" spc="-9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500" spc="-160" dirty="0">
                <a:solidFill>
                  <a:srgbClr val="0000CC"/>
                </a:solidFill>
                <a:latin typeface="Trebuchet MS"/>
                <a:cs typeface="Trebuchet MS"/>
              </a:rPr>
              <a:t>privasi</a:t>
            </a:r>
            <a:r>
              <a:rPr sz="2500" spc="-160" dirty="0">
                <a:latin typeface="Trebuchet MS"/>
                <a:cs typeface="Trebuchet MS"/>
              </a:rPr>
              <a:t>:</a:t>
            </a:r>
            <a:r>
              <a:rPr sz="2500" spc="-295" dirty="0">
                <a:latin typeface="Trebuchet MS"/>
                <a:cs typeface="Trebuchet MS"/>
              </a:rPr>
              <a:t> </a:t>
            </a:r>
            <a:r>
              <a:rPr sz="2500" spc="-125" dirty="0">
                <a:latin typeface="Trebuchet MS"/>
                <a:cs typeface="Trebuchet MS"/>
              </a:rPr>
              <a:t>Privasi</a:t>
            </a:r>
            <a:r>
              <a:rPr sz="2500" spc="-3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informasi</a:t>
            </a:r>
            <a:r>
              <a:rPr sz="2500" spc="-35" dirty="0">
                <a:latin typeface="Trebuchet MS"/>
                <a:cs typeface="Trebuchet MS"/>
              </a:rPr>
              <a:t> </a:t>
            </a:r>
            <a:r>
              <a:rPr sz="2500" spc="-204" dirty="0">
                <a:latin typeface="Trebuchet MS"/>
                <a:cs typeface="Trebuchet MS"/>
              </a:rPr>
              <a:t>adalah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spc="-150" dirty="0">
                <a:latin typeface="Trebuchet MS"/>
                <a:cs typeface="Trebuchet MS"/>
              </a:rPr>
              <a:t>hak</a:t>
            </a:r>
            <a:r>
              <a:rPr sz="2500" spc="-35" dirty="0">
                <a:latin typeface="Trebuchet MS"/>
                <a:cs typeface="Trebuchet MS"/>
              </a:rPr>
              <a:t> </a:t>
            </a:r>
            <a:r>
              <a:rPr sz="2500" spc="-114" dirty="0">
                <a:latin typeface="Trebuchet MS"/>
                <a:cs typeface="Trebuchet MS"/>
              </a:rPr>
              <a:t>untuk</a:t>
            </a:r>
            <a:r>
              <a:rPr sz="2500" spc="-55" dirty="0">
                <a:latin typeface="Trebuchet MS"/>
                <a:cs typeface="Trebuchet MS"/>
              </a:rPr>
              <a:t> </a:t>
            </a:r>
            <a:r>
              <a:rPr sz="2500" spc="-145" dirty="0">
                <a:latin typeface="Trebuchet MS"/>
                <a:cs typeface="Trebuchet MS"/>
              </a:rPr>
              <a:t>menentukan </a:t>
            </a:r>
            <a:r>
              <a:rPr sz="2500" spc="-140" dirty="0">
                <a:latin typeface="Trebuchet MS"/>
                <a:cs typeface="Trebuchet MS"/>
              </a:rPr>
              <a:t> </a:t>
            </a:r>
            <a:r>
              <a:rPr sz="2500" spc="-210" dirty="0">
                <a:latin typeface="Trebuchet MS"/>
                <a:cs typeface="Trebuchet MS"/>
              </a:rPr>
              <a:t>kapan,</a:t>
            </a:r>
            <a:r>
              <a:rPr sz="2500" spc="-320" dirty="0">
                <a:latin typeface="Trebuchet MS"/>
                <a:cs typeface="Trebuchet MS"/>
              </a:rPr>
              <a:t> </a:t>
            </a:r>
            <a:r>
              <a:rPr sz="2500" spc="-170" dirty="0">
                <a:latin typeface="Trebuchet MS"/>
                <a:cs typeface="Trebuchet MS"/>
              </a:rPr>
              <a:t>dan</a:t>
            </a:r>
            <a:r>
              <a:rPr sz="2500" spc="-40" dirty="0">
                <a:latin typeface="Trebuchet MS"/>
                <a:cs typeface="Trebuchet MS"/>
              </a:rPr>
              <a:t> </a:t>
            </a:r>
            <a:r>
              <a:rPr sz="2500" spc="-180" dirty="0">
                <a:latin typeface="Trebuchet MS"/>
                <a:cs typeface="Trebuchet MS"/>
              </a:rPr>
              <a:t>sejauh</a:t>
            </a:r>
            <a:r>
              <a:rPr sz="2500" spc="-40" dirty="0">
                <a:latin typeface="Trebuchet MS"/>
                <a:cs typeface="Trebuchet MS"/>
              </a:rPr>
              <a:t> </a:t>
            </a:r>
            <a:r>
              <a:rPr sz="2500" spc="-200" dirty="0">
                <a:latin typeface="Trebuchet MS"/>
                <a:cs typeface="Trebuchet MS"/>
              </a:rPr>
              <a:t>mana</a:t>
            </a:r>
            <a:r>
              <a:rPr sz="2500" spc="-50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informasi</a:t>
            </a:r>
            <a:r>
              <a:rPr sz="2500" spc="-35" dirty="0">
                <a:latin typeface="Trebuchet MS"/>
                <a:cs typeface="Trebuchet MS"/>
              </a:rPr>
              <a:t> </a:t>
            </a:r>
            <a:r>
              <a:rPr sz="2500" spc="-170" dirty="0">
                <a:latin typeface="Trebuchet MS"/>
                <a:cs typeface="Trebuchet MS"/>
              </a:rPr>
              <a:t>mengenai</a:t>
            </a:r>
            <a:r>
              <a:rPr sz="2500" spc="-40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diri</a:t>
            </a:r>
            <a:r>
              <a:rPr sz="2500" spc="-50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sendiri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95" dirty="0">
                <a:latin typeface="Trebuchet MS"/>
                <a:cs typeface="Trebuchet MS"/>
              </a:rPr>
              <a:t>dapat </a:t>
            </a:r>
            <a:r>
              <a:rPr sz="2500" spc="-740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di</a:t>
            </a:r>
            <a:r>
              <a:rPr sz="2500" spc="-200" dirty="0">
                <a:latin typeface="Trebuchet MS"/>
                <a:cs typeface="Trebuchet MS"/>
              </a:rPr>
              <a:t>k</a:t>
            </a:r>
            <a:r>
              <a:rPr sz="2500" spc="25" dirty="0">
                <a:latin typeface="Trebuchet MS"/>
                <a:cs typeface="Trebuchet MS"/>
              </a:rPr>
              <a:t>o</a:t>
            </a:r>
            <a:r>
              <a:rPr sz="2500" spc="-180" dirty="0">
                <a:latin typeface="Trebuchet MS"/>
                <a:cs typeface="Trebuchet MS"/>
              </a:rPr>
              <a:t>m</a:t>
            </a:r>
            <a:r>
              <a:rPr sz="2500" spc="-135" dirty="0">
                <a:latin typeface="Trebuchet MS"/>
                <a:cs typeface="Trebuchet MS"/>
              </a:rPr>
              <a:t>unikasik</a:t>
            </a:r>
            <a:r>
              <a:rPr sz="2500" spc="-170" dirty="0">
                <a:latin typeface="Trebuchet MS"/>
                <a:cs typeface="Trebuchet MS"/>
              </a:rPr>
              <a:t>a</a:t>
            </a:r>
            <a:r>
              <a:rPr sz="2500" spc="-120" dirty="0">
                <a:latin typeface="Trebuchet MS"/>
                <a:cs typeface="Trebuchet MS"/>
              </a:rPr>
              <a:t>n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k</a:t>
            </a:r>
            <a:r>
              <a:rPr sz="2500" spc="-190" dirty="0">
                <a:latin typeface="Trebuchet MS"/>
                <a:cs typeface="Trebuchet MS"/>
              </a:rPr>
              <a:t>epa</a:t>
            </a:r>
            <a:r>
              <a:rPr sz="2500" spc="-185" dirty="0">
                <a:latin typeface="Trebuchet MS"/>
                <a:cs typeface="Trebuchet MS"/>
              </a:rPr>
              <a:t>da</a:t>
            </a:r>
            <a:r>
              <a:rPr sz="2500" spc="-50" dirty="0">
                <a:latin typeface="Trebuchet MS"/>
                <a:cs typeface="Trebuchet MS"/>
              </a:rPr>
              <a:t> </a:t>
            </a:r>
            <a:r>
              <a:rPr sz="2500" spc="-165" dirty="0">
                <a:latin typeface="Trebuchet MS"/>
                <a:cs typeface="Trebuchet MS"/>
              </a:rPr>
              <a:t>pih</a:t>
            </a:r>
            <a:r>
              <a:rPr sz="2500" spc="-195" dirty="0">
                <a:latin typeface="Trebuchet MS"/>
                <a:cs typeface="Trebuchet MS"/>
              </a:rPr>
              <a:t>a</a:t>
            </a:r>
            <a:r>
              <a:rPr sz="2500" spc="-65" dirty="0">
                <a:latin typeface="Trebuchet MS"/>
                <a:cs typeface="Trebuchet MS"/>
              </a:rPr>
              <a:t>k</a:t>
            </a:r>
            <a:r>
              <a:rPr sz="2500" spc="-35" dirty="0">
                <a:latin typeface="Trebuchet MS"/>
                <a:cs typeface="Trebuchet MS"/>
              </a:rPr>
              <a:t> </a:t>
            </a:r>
            <a:r>
              <a:rPr sz="2500" spc="-229" dirty="0">
                <a:latin typeface="Trebuchet MS"/>
                <a:cs typeface="Trebuchet MS"/>
              </a:rPr>
              <a:t>lain</a:t>
            </a:r>
            <a:r>
              <a:rPr sz="2500" spc="-200" dirty="0">
                <a:latin typeface="Trebuchet MS"/>
                <a:cs typeface="Trebuchet MS"/>
              </a:rPr>
              <a:t>.</a:t>
            </a:r>
            <a:r>
              <a:rPr sz="2500" spc="-300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Hak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75" dirty="0">
                <a:latin typeface="Trebuchet MS"/>
                <a:cs typeface="Trebuchet MS"/>
              </a:rPr>
              <a:t>in</a:t>
            </a:r>
            <a:r>
              <a:rPr sz="2500" spc="-114" dirty="0">
                <a:latin typeface="Trebuchet MS"/>
                <a:cs typeface="Trebuchet MS"/>
              </a:rPr>
              <a:t>i</a:t>
            </a:r>
            <a:r>
              <a:rPr sz="2500" spc="-55" dirty="0">
                <a:latin typeface="Trebuchet MS"/>
                <a:cs typeface="Trebuchet MS"/>
              </a:rPr>
              <a:t> </a:t>
            </a:r>
            <a:r>
              <a:rPr sz="2500" spc="-145" dirty="0">
                <a:latin typeface="Trebuchet MS"/>
                <a:cs typeface="Trebuchet MS"/>
              </a:rPr>
              <a:t>berl</a:t>
            </a:r>
            <a:r>
              <a:rPr sz="2500" spc="-180" dirty="0">
                <a:latin typeface="Trebuchet MS"/>
                <a:cs typeface="Trebuchet MS"/>
              </a:rPr>
              <a:t>a</a:t>
            </a:r>
            <a:r>
              <a:rPr sz="2500" spc="-95" dirty="0">
                <a:latin typeface="Trebuchet MS"/>
                <a:cs typeface="Trebuchet MS"/>
              </a:rPr>
              <a:t>ku</a:t>
            </a:r>
            <a:r>
              <a:rPr sz="2500" spc="-35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untuk  </a:t>
            </a:r>
            <a:r>
              <a:rPr sz="2500" spc="-170" dirty="0">
                <a:latin typeface="Trebuchet MS"/>
                <a:cs typeface="Trebuchet MS"/>
              </a:rPr>
              <a:t>individu,</a:t>
            </a:r>
            <a:r>
              <a:rPr sz="2500" spc="-31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kelompok,</a:t>
            </a:r>
            <a:r>
              <a:rPr sz="2500" spc="-290" dirty="0">
                <a:latin typeface="Trebuchet MS"/>
                <a:cs typeface="Trebuchet MS"/>
              </a:rPr>
              <a:t> </a:t>
            </a:r>
            <a:r>
              <a:rPr sz="2500" spc="-170" dirty="0">
                <a:latin typeface="Trebuchet MS"/>
                <a:cs typeface="Trebuchet MS"/>
              </a:rPr>
              <a:t>dan</a:t>
            </a:r>
            <a:r>
              <a:rPr sz="2500" spc="-40" dirty="0">
                <a:latin typeface="Trebuchet MS"/>
                <a:cs typeface="Trebuchet MS"/>
              </a:rPr>
              <a:t> </a:t>
            </a:r>
            <a:r>
              <a:rPr sz="2500" spc="-155" dirty="0">
                <a:latin typeface="Trebuchet MS"/>
                <a:cs typeface="Trebuchet MS"/>
              </a:rPr>
              <a:t>institusi.</a:t>
            </a:r>
            <a:endParaRPr sz="2500">
              <a:latin typeface="Trebuchet MS"/>
              <a:cs typeface="Trebuchet MS"/>
            </a:endParaRPr>
          </a:p>
          <a:p>
            <a:pPr marL="469900" marR="66675" indent="-457200">
              <a:lnSpc>
                <a:spcPct val="80000"/>
              </a:lnSpc>
              <a:spcBef>
                <a:spcPts val="600"/>
              </a:spcBef>
              <a:buClr>
                <a:srgbClr val="3891A7"/>
              </a:buClr>
              <a:buSzPct val="80000"/>
              <a:buAutoNum type="arabicPeriod"/>
              <a:tabLst>
                <a:tab pos="469265" algn="l"/>
                <a:tab pos="469900" algn="l"/>
              </a:tabLst>
            </a:pPr>
            <a:r>
              <a:rPr sz="2500" spc="-85" dirty="0">
                <a:solidFill>
                  <a:srgbClr val="0000CC"/>
                </a:solidFill>
                <a:latin typeface="Trebuchet MS"/>
                <a:cs typeface="Trebuchet MS"/>
              </a:rPr>
              <a:t>Isu</a:t>
            </a:r>
            <a:r>
              <a:rPr sz="2500" spc="-75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500" spc="-160" dirty="0">
                <a:solidFill>
                  <a:srgbClr val="0000CC"/>
                </a:solidFill>
                <a:latin typeface="Trebuchet MS"/>
                <a:cs typeface="Trebuchet MS"/>
              </a:rPr>
              <a:t>akurasi</a:t>
            </a:r>
            <a:r>
              <a:rPr sz="2500" spc="-160" dirty="0">
                <a:latin typeface="Trebuchet MS"/>
                <a:cs typeface="Trebuchet MS"/>
              </a:rPr>
              <a:t>:</a:t>
            </a:r>
            <a:r>
              <a:rPr sz="2500" spc="-270" dirty="0">
                <a:latin typeface="Trebuchet MS"/>
                <a:cs typeface="Trebuchet MS"/>
              </a:rPr>
              <a:t> </a:t>
            </a:r>
            <a:r>
              <a:rPr sz="2500" spc="-175" dirty="0">
                <a:latin typeface="Trebuchet MS"/>
                <a:cs typeface="Trebuchet MS"/>
              </a:rPr>
              <a:t>autentikasi,</a:t>
            </a:r>
            <a:r>
              <a:rPr sz="2500" spc="-285" dirty="0">
                <a:latin typeface="Trebuchet MS"/>
                <a:cs typeface="Trebuchet MS"/>
              </a:rPr>
              <a:t> </a:t>
            </a:r>
            <a:r>
              <a:rPr sz="2500" spc="-175" dirty="0">
                <a:latin typeface="Trebuchet MS"/>
                <a:cs typeface="Trebuchet MS"/>
              </a:rPr>
              <a:t>kebenaran,</a:t>
            </a:r>
            <a:r>
              <a:rPr sz="2500" spc="-285" dirty="0">
                <a:latin typeface="Trebuchet MS"/>
                <a:cs typeface="Trebuchet MS"/>
              </a:rPr>
              <a:t> </a:t>
            </a:r>
            <a:r>
              <a:rPr sz="2500" spc="-170" dirty="0">
                <a:latin typeface="Trebuchet MS"/>
                <a:cs typeface="Trebuchet MS"/>
              </a:rPr>
              <a:t>dan</a:t>
            </a:r>
            <a:r>
              <a:rPr sz="2500" spc="-30" dirty="0">
                <a:latin typeface="Trebuchet MS"/>
                <a:cs typeface="Trebuchet MS"/>
              </a:rPr>
              <a:t> </a:t>
            </a:r>
            <a:r>
              <a:rPr sz="2500" spc="-130" dirty="0">
                <a:latin typeface="Trebuchet MS"/>
                <a:cs typeface="Trebuchet MS"/>
              </a:rPr>
              <a:t>akurasi</a:t>
            </a:r>
            <a:r>
              <a:rPr sz="2500" spc="-2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informasi</a:t>
            </a:r>
            <a:r>
              <a:rPr sz="2500" spc="-25" dirty="0">
                <a:latin typeface="Trebuchet MS"/>
                <a:cs typeface="Trebuchet MS"/>
              </a:rPr>
              <a:t> </a:t>
            </a:r>
            <a:r>
              <a:rPr sz="2500" spc="-180" dirty="0">
                <a:latin typeface="Trebuchet MS"/>
                <a:cs typeface="Trebuchet MS"/>
              </a:rPr>
              <a:t>yang </a:t>
            </a:r>
            <a:r>
              <a:rPr sz="2500" spc="-735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dikumpulkan</a:t>
            </a:r>
            <a:r>
              <a:rPr sz="2500" spc="-55" dirty="0">
                <a:latin typeface="Trebuchet MS"/>
                <a:cs typeface="Trebuchet MS"/>
              </a:rPr>
              <a:t> </a:t>
            </a:r>
            <a:r>
              <a:rPr sz="2500" spc="-114" dirty="0">
                <a:latin typeface="Trebuchet MS"/>
                <a:cs typeface="Trebuchet MS"/>
              </a:rPr>
              <a:t>serta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spc="-125" dirty="0">
                <a:latin typeface="Trebuchet MS"/>
                <a:cs typeface="Trebuchet MS"/>
              </a:rPr>
              <a:t>diproses.</a:t>
            </a:r>
            <a:r>
              <a:rPr sz="2500" spc="-295" dirty="0">
                <a:latin typeface="Trebuchet MS"/>
                <a:cs typeface="Trebuchet MS"/>
              </a:rPr>
              <a:t> </a:t>
            </a:r>
            <a:r>
              <a:rPr sz="2500" spc="-180" dirty="0">
                <a:latin typeface="Trebuchet MS"/>
                <a:cs typeface="Trebuchet MS"/>
              </a:rPr>
              <a:t>Siapa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spc="-180" dirty="0">
                <a:latin typeface="Trebuchet MS"/>
                <a:cs typeface="Trebuchet MS"/>
              </a:rPr>
              <a:t>yang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spc="-150" dirty="0">
                <a:latin typeface="Trebuchet MS"/>
                <a:cs typeface="Trebuchet MS"/>
              </a:rPr>
              <a:t>bertanggung</a:t>
            </a:r>
            <a:r>
              <a:rPr sz="2500" spc="-40" dirty="0">
                <a:latin typeface="Trebuchet MS"/>
                <a:cs typeface="Trebuchet MS"/>
              </a:rPr>
              <a:t> </a:t>
            </a:r>
            <a:r>
              <a:rPr sz="2500" spc="-245" dirty="0">
                <a:latin typeface="Trebuchet MS"/>
                <a:cs typeface="Trebuchet MS"/>
              </a:rPr>
              <a:t>jawab </a:t>
            </a:r>
            <a:r>
              <a:rPr sz="2500" spc="-240" dirty="0">
                <a:latin typeface="Trebuchet MS"/>
                <a:cs typeface="Trebuchet MS"/>
              </a:rPr>
              <a:t> </a:t>
            </a:r>
            <a:r>
              <a:rPr sz="2500" spc="-185" dirty="0">
                <a:latin typeface="Trebuchet MS"/>
                <a:cs typeface="Trebuchet MS"/>
              </a:rPr>
              <a:t>atas</a:t>
            </a:r>
            <a:r>
              <a:rPr sz="2500" spc="-55" dirty="0">
                <a:latin typeface="Trebuchet MS"/>
                <a:cs typeface="Trebuchet MS"/>
              </a:rPr>
              <a:t> </a:t>
            </a:r>
            <a:r>
              <a:rPr sz="2500" spc="-170" dirty="0">
                <a:latin typeface="Trebuchet MS"/>
                <a:cs typeface="Trebuchet MS"/>
              </a:rPr>
              <a:t>berbagai</a:t>
            </a:r>
            <a:r>
              <a:rPr sz="2500" spc="-25" dirty="0">
                <a:latin typeface="Trebuchet MS"/>
                <a:cs typeface="Trebuchet MS"/>
              </a:rPr>
              <a:t> </a:t>
            </a:r>
            <a:r>
              <a:rPr sz="2500" spc="-175" dirty="0">
                <a:latin typeface="Trebuchet MS"/>
                <a:cs typeface="Trebuchet MS"/>
              </a:rPr>
              <a:t>kesalahan</a:t>
            </a:r>
            <a:r>
              <a:rPr sz="2500" spc="-30" dirty="0">
                <a:latin typeface="Trebuchet MS"/>
                <a:cs typeface="Trebuchet MS"/>
              </a:rPr>
              <a:t> </a:t>
            </a:r>
            <a:r>
              <a:rPr sz="2500" spc="-200" dirty="0">
                <a:latin typeface="Trebuchet MS"/>
                <a:cs typeface="Trebuchet MS"/>
              </a:rPr>
              <a:t>dalam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informasi</a:t>
            </a:r>
            <a:r>
              <a:rPr sz="2500" spc="-25" dirty="0">
                <a:latin typeface="Trebuchet MS"/>
                <a:cs typeface="Trebuchet MS"/>
              </a:rPr>
              <a:t> </a:t>
            </a:r>
            <a:r>
              <a:rPr sz="2500" spc="-170" dirty="0">
                <a:latin typeface="Trebuchet MS"/>
                <a:cs typeface="Trebuchet MS"/>
              </a:rPr>
              <a:t>dan</a:t>
            </a:r>
            <a:r>
              <a:rPr sz="2500" spc="-30" dirty="0">
                <a:latin typeface="Trebuchet MS"/>
                <a:cs typeface="Trebuchet MS"/>
              </a:rPr>
              <a:t> </a:t>
            </a:r>
            <a:r>
              <a:rPr sz="2500" spc="-125" dirty="0">
                <a:latin typeface="Trebuchet MS"/>
                <a:cs typeface="Trebuchet MS"/>
              </a:rPr>
              <a:t>kompensasi</a:t>
            </a:r>
            <a:r>
              <a:rPr sz="2500" spc="-25" dirty="0">
                <a:latin typeface="Trebuchet MS"/>
                <a:cs typeface="Trebuchet MS"/>
              </a:rPr>
              <a:t> </a:t>
            </a:r>
            <a:r>
              <a:rPr sz="2500" spc="-229" dirty="0">
                <a:latin typeface="Trebuchet MS"/>
                <a:cs typeface="Trebuchet MS"/>
              </a:rPr>
              <a:t>apa </a:t>
            </a:r>
            <a:r>
              <a:rPr sz="2500" spc="-22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y</a:t>
            </a:r>
            <a:r>
              <a:rPr sz="2500" spc="-260" dirty="0">
                <a:latin typeface="Trebuchet MS"/>
                <a:cs typeface="Trebuchet MS"/>
              </a:rPr>
              <a:t>a</a:t>
            </a:r>
            <a:r>
              <a:rPr sz="2500" spc="-155" dirty="0">
                <a:latin typeface="Trebuchet MS"/>
                <a:cs typeface="Trebuchet MS"/>
              </a:rPr>
              <a:t>ng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45" dirty="0">
                <a:latin typeface="Trebuchet MS"/>
                <a:cs typeface="Trebuchet MS"/>
              </a:rPr>
              <a:t>seh</a:t>
            </a:r>
            <a:r>
              <a:rPr sz="2500" spc="-165" dirty="0">
                <a:latin typeface="Trebuchet MS"/>
                <a:cs typeface="Trebuchet MS"/>
              </a:rPr>
              <a:t>a</a:t>
            </a:r>
            <a:r>
              <a:rPr sz="2500" spc="-55" dirty="0">
                <a:latin typeface="Trebuchet MS"/>
                <a:cs typeface="Trebuchet MS"/>
              </a:rPr>
              <a:t>ru</a:t>
            </a:r>
            <a:r>
              <a:rPr sz="2500" spc="-60" dirty="0">
                <a:latin typeface="Trebuchet MS"/>
                <a:cs typeface="Trebuchet MS"/>
              </a:rPr>
              <a:t>s</a:t>
            </a:r>
            <a:r>
              <a:rPr sz="2500" spc="-170" dirty="0">
                <a:latin typeface="Trebuchet MS"/>
                <a:cs typeface="Trebuchet MS"/>
              </a:rPr>
              <a:t>n</a:t>
            </a:r>
            <a:r>
              <a:rPr sz="2500" spc="-135" dirty="0">
                <a:latin typeface="Trebuchet MS"/>
                <a:cs typeface="Trebuchet MS"/>
              </a:rPr>
              <a:t>y</a:t>
            </a:r>
            <a:r>
              <a:rPr sz="2500" spc="-250" dirty="0">
                <a:latin typeface="Trebuchet MS"/>
                <a:cs typeface="Trebuchet MS"/>
              </a:rPr>
              <a:t>a</a:t>
            </a:r>
            <a:r>
              <a:rPr sz="2500" spc="-50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diberikan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k</a:t>
            </a:r>
            <a:r>
              <a:rPr sz="2500" spc="-190" dirty="0">
                <a:latin typeface="Trebuchet MS"/>
                <a:cs typeface="Trebuchet MS"/>
              </a:rPr>
              <a:t>epa</a:t>
            </a:r>
            <a:r>
              <a:rPr sz="2500" spc="-185" dirty="0">
                <a:latin typeface="Trebuchet MS"/>
                <a:cs typeface="Trebuchet MS"/>
              </a:rPr>
              <a:t>da</a:t>
            </a:r>
            <a:r>
              <a:rPr sz="2500" spc="-50" dirty="0">
                <a:latin typeface="Trebuchet MS"/>
                <a:cs typeface="Trebuchet MS"/>
              </a:rPr>
              <a:t> </a:t>
            </a:r>
            <a:r>
              <a:rPr sz="2500" spc="-165" dirty="0">
                <a:latin typeface="Trebuchet MS"/>
                <a:cs typeface="Trebuchet MS"/>
              </a:rPr>
              <a:t>pih</a:t>
            </a:r>
            <a:r>
              <a:rPr sz="2500" spc="-195" dirty="0">
                <a:latin typeface="Trebuchet MS"/>
                <a:cs typeface="Trebuchet MS"/>
              </a:rPr>
              <a:t>a</a:t>
            </a:r>
            <a:r>
              <a:rPr sz="2500" spc="-65" dirty="0">
                <a:latin typeface="Trebuchet MS"/>
                <a:cs typeface="Trebuchet MS"/>
              </a:rPr>
              <a:t>k</a:t>
            </a:r>
            <a:r>
              <a:rPr sz="2500" spc="-3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y</a:t>
            </a:r>
            <a:r>
              <a:rPr sz="2500" spc="-260" dirty="0">
                <a:latin typeface="Trebuchet MS"/>
                <a:cs typeface="Trebuchet MS"/>
              </a:rPr>
              <a:t>a</a:t>
            </a:r>
            <a:r>
              <a:rPr sz="2500" spc="-155" dirty="0">
                <a:latin typeface="Trebuchet MS"/>
                <a:cs typeface="Trebuchet MS"/>
              </a:rPr>
              <a:t>ng</a:t>
            </a:r>
            <a:r>
              <a:rPr sz="2500" spc="-75" dirty="0">
                <a:latin typeface="Trebuchet MS"/>
                <a:cs typeface="Trebuchet MS"/>
              </a:rPr>
              <a:t> </a:t>
            </a:r>
            <a:r>
              <a:rPr sz="2500" spc="-114" dirty="0">
                <a:latin typeface="Trebuchet MS"/>
                <a:cs typeface="Trebuchet MS"/>
              </a:rPr>
              <a:t>diru</a:t>
            </a:r>
            <a:r>
              <a:rPr sz="2500" spc="-145" dirty="0">
                <a:latin typeface="Trebuchet MS"/>
                <a:cs typeface="Trebuchet MS"/>
              </a:rPr>
              <a:t>g</a:t>
            </a:r>
            <a:r>
              <a:rPr sz="2500" spc="-90" dirty="0">
                <a:latin typeface="Trebuchet MS"/>
                <a:cs typeface="Trebuchet MS"/>
              </a:rPr>
              <a:t>i</a:t>
            </a:r>
            <a:r>
              <a:rPr sz="2500" spc="-150" dirty="0">
                <a:latin typeface="Trebuchet MS"/>
                <a:cs typeface="Trebuchet MS"/>
              </a:rPr>
              <a:t>k</a:t>
            </a:r>
            <a:r>
              <a:rPr sz="2500" spc="-260" dirty="0">
                <a:latin typeface="Trebuchet MS"/>
                <a:cs typeface="Trebuchet MS"/>
              </a:rPr>
              <a:t>a</a:t>
            </a:r>
            <a:r>
              <a:rPr sz="2500" spc="-105" dirty="0">
                <a:latin typeface="Trebuchet MS"/>
                <a:cs typeface="Trebuchet MS"/>
              </a:rPr>
              <a:t>n?</a:t>
            </a:r>
            <a:endParaRPr sz="2500">
              <a:latin typeface="Trebuchet MS"/>
              <a:cs typeface="Trebuchet MS"/>
            </a:endParaRPr>
          </a:p>
          <a:p>
            <a:pPr marL="469900" marR="5080" indent="-457200">
              <a:lnSpc>
                <a:spcPct val="80000"/>
              </a:lnSpc>
              <a:spcBef>
                <a:spcPts val="600"/>
              </a:spcBef>
              <a:buClr>
                <a:srgbClr val="3891A7"/>
              </a:buClr>
              <a:buSzPct val="80000"/>
              <a:buAutoNum type="arabicPeriod"/>
              <a:tabLst>
                <a:tab pos="469265" algn="l"/>
                <a:tab pos="469900" algn="l"/>
              </a:tabLst>
            </a:pPr>
            <a:r>
              <a:rPr sz="2500" spc="-85" dirty="0">
                <a:solidFill>
                  <a:srgbClr val="0000CC"/>
                </a:solidFill>
                <a:latin typeface="Trebuchet MS"/>
                <a:cs typeface="Trebuchet MS"/>
              </a:rPr>
              <a:t>Isu </a:t>
            </a:r>
            <a:r>
              <a:rPr sz="2500" spc="-80" dirty="0">
                <a:solidFill>
                  <a:srgbClr val="0000CC"/>
                </a:solidFill>
                <a:latin typeface="Trebuchet MS"/>
                <a:cs typeface="Trebuchet MS"/>
              </a:rPr>
              <a:t>p</a:t>
            </a:r>
            <a:r>
              <a:rPr sz="2500" spc="-135" dirty="0">
                <a:solidFill>
                  <a:srgbClr val="0000CC"/>
                </a:solidFill>
                <a:latin typeface="Trebuchet MS"/>
                <a:cs typeface="Trebuchet MS"/>
              </a:rPr>
              <a:t>r</a:t>
            </a:r>
            <a:r>
              <a:rPr sz="2500" spc="25" dirty="0">
                <a:solidFill>
                  <a:srgbClr val="0000CC"/>
                </a:solidFill>
                <a:latin typeface="Trebuchet MS"/>
                <a:cs typeface="Trebuchet MS"/>
              </a:rPr>
              <a:t>o</a:t>
            </a:r>
            <a:r>
              <a:rPr sz="2500" spc="-110" dirty="0">
                <a:solidFill>
                  <a:srgbClr val="0000CC"/>
                </a:solidFill>
                <a:latin typeface="Trebuchet MS"/>
                <a:cs typeface="Trebuchet MS"/>
              </a:rPr>
              <a:t>pe</a:t>
            </a:r>
            <a:r>
              <a:rPr sz="2500" spc="-40" dirty="0">
                <a:solidFill>
                  <a:srgbClr val="0000CC"/>
                </a:solidFill>
                <a:latin typeface="Trebuchet MS"/>
                <a:cs typeface="Trebuchet MS"/>
              </a:rPr>
              <a:t>r</a:t>
            </a:r>
            <a:r>
              <a:rPr sz="2500" spc="-155" dirty="0">
                <a:solidFill>
                  <a:srgbClr val="0000CC"/>
                </a:solidFill>
                <a:latin typeface="Trebuchet MS"/>
                <a:cs typeface="Trebuchet MS"/>
              </a:rPr>
              <a:t>ti</a:t>
            </a:r>
            <a:r>
              <a:rPr sz="2500" spc="-375" dirty="0">
                <a:latin typeface="Trebuchet MS"/>
                <a:cs typeface="Trebuchet MS"/>
              </a:rPr>
              <a:t>:</a:t>
            </a:r>
            <a:r>
              <a:rPr sz="2500" spc="-275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k</a:t>
            </a:r>
            <a:r>
              <a:rPr sz="2500" spc="-165" dirty="0">
                <a:latin typeface="Trebuchet MS"/>
                <a:cs typeface="Trebuchet MS"/>
              </a:rPr>
              <a:t>ep</a:t>
            </a:r>
            <a:r>
              <a:rPr sz="2500" spc="-155" dirty="0">
                <a:latin typeface="Trebuchet MS"/>
                <a:cs typeface="Trebuchet MS"/>
              </a:rPr>
              <a:t>e</a:t>
            </a:r>
            <a:r>
              <a:rPr sz="2500" spc="-190" dirty="0">
                <a:latin typeface="Trebuchet MS"/>
                <a:cs typeface="Trebuchet MS"/>
              </a:rPr>
              <a:t>mil</a:t>
            </a:r>
            <a:r>
              <a:rPr sz="2500" spc="-105" dirty="0">
                <a:latin typeface="Trebuchet MS"/>
                <a:cs typeface="Trebuchet MS"/>
              </a:rPr>
              <a:t>i</a:t>
            </a:r>
            <a:r>
              <a:rPr sz="2500" spc="-145" dirty="0">
                <a:latin typeface="Trebuchet MS"/>
                <a:cs typeface="Trebuchet MS"/>
              </a:rPr>
              <a:t>kan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spc="-190" dirty="0">
                <a:latin typeface="Trebuchet MS"/>
                <a:cs typeface="Trebuchet MS"/>
              </a:rPr>
              <a:t>da</a:t>
            </a:r>
            <a:r>
              <a:rPr sz="2500" spc="-120" dirty="0">
                <a:latin typeface="Trebuchet MS"/>
                <a:cs typeface="Trebuchet MS"/>
              </a:rPr>
              <a:t>n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90" dirty="0">
                <a:latin typeface="Trebuchet MS"/>
                <a:cs typeface="Trebuchet MS"/>
              </a:rPr>
              <a:t>n</a:t>
            </a:r>
            <a:r>
              <a:rPr sz="2500" spc="-95" dirty="0">
                <a:latin typeface="Trebuchet MS"/>
                <a:cs typeface="Trebuchet MS"/>
              </a:rPr>
              <a:t>i</a:t>
            </a:r>
            <a:r>
              <a:rPr sz="2500" spc="-229" dirty="0">
                <a:latin typeface="Trebuchet MS"/>
                <a:cs typeface="Trebuchet MS"/>
              </a:rPr>
              <a:t>la</a:t>
            </a:r>
            <a:r>
              <a:rPr sz="2500" spc="-160" dirty="0">
                <a:latin typeface="Trebuchet MS"/>
                <a:cs typeface="Trebuchet MS"/>
              </a:rPr>
              <a:t>i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spc="-170" dirty="0">
                <a:latin typeface="Trebuchet MS"/>
                <a:cs typeface="Trebuchet MS"/>
              </a:rPr>
              <a:t>i</a:t>
            </a:r>
            <a:r>
              <a:rPr sz="2500" spc="-250" dirty="0">
                <a:latin typeface="Trebuchet MS"/>
                <a:cs typeface="Trebuchet MS"/>
              </a:rPr>
              <a:t>n</a:t>
            </a:r>
            <a:r>
              <a:rPr sz="2500" spc="-195" dirty="0">
                <a:latin typeface="Trebuchet MS"/>
                <a:cs typeface="Trebuchet MS"/>
              </a:rPr>
              <a:t>f</a:t>
            </a:r>
            <a:r>
              <a:rPr sz="2500" spc="25" dirty="0">
                <a:latin typeface="Trebuchet MS"/>
                <a:cs typeface="Trebuchet MS"/>
              </a:rPr>
              <a:t>o</a:t>
            </a:r>
            <a:r>
              <a:rPr sz="2500" spc="-45" dirty="0">
                <a:latin typeface="Trebuchet MS"/>
                <a:cs typeface="Trebuchet MS"/>
              </a:rPr>
              <a:t>r</a:t>
            </a:r>
            <a:r>
              <a:rPr sz="2500" spc="-105" dirty="0">
                <a:latin typeface="Trebuchet MS"/>
                <a:cs typeface="Trebuchet MS"/>
              </a:rPr>
              <a:t>m</a:t>
            </a:r>
            <a:r>
              <a:rPr sz="2500" spc="-260" dirty="0">
                <a:latin typeface="Trebuchet MS"/>
                <a:cs typeface="Trebuchet MS"/>
              </a:rPr>
              <a:t>a</a:t>
            </a:r>
            <a:r>
              <a:rPr sz="2500" spc="-110" dirty="0">
                <a:latin typeface="Trebuchet MS"/>
                <a:cs typeface="Trebuchet MS"/>
              </a:rPr>
              <a:t>si</a:t>
            </a:r>
            <a:r>
              <a:rPr sz="2500" spc="-10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(</a:t>
            </a:r>
            <a:r>
              <a:rPr sz="2500" spc="-190" dirty="0">
                <a:latin typeface="Trebuchet MS"/>
                <a:cs typeface="Trebuchet MS"/>
              </a:rPr>
              <a:t>ha</a:t>
            </a:r>
            <a:r>
              <a:rPr sz="2500" spc="-70" dirty="0">
                <a:latin typeface="Trebuchet MS"/>
                <a:cs typeface="Trebuchet MS"/>
              </a:rPr>
              <a:t>k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30" dirty="0">
                <a:latin typeface="Trebuchet MS"/>
                <a:cs typeface="Trebuchet MS"/>
              </a:rPr>
              <a:t>c</a:t>
            </a:r>
            <a:r>
              <a:rPr sz="2500" spc="-165" dirty="0">
                <a:latin typeface="Trebuchet MS"/>
                <a:cs typeface="Trebuchet MS"/>
              </a:rPr>
              <a:t>ip</a:t>
            </a:r>
            <a:r>
              <a:rPr sz="2500" spc="-145" dirty="0">
                <a:latin typeface="Trebuchet MS"/>
                <a:cs typeface="Trebuchet MS"/>
              </a:rPr>
              <a:t>t</a:t>
            </a:r>
            <a:r>
              <a:rPr sz="2500" spc="-180" dirty="0">
                <a:latin typeface="Trebuchet MS"/>
                <a:cs typeface="Trebuchet MS"/>
              </a:rPr>
              <a:t>a  </a:t>
            </a:r>
            <a:r>
              <a:rPr sz="2500" spc="-175" dirty="0">
                <a:latin typeface="Trebuchet MS"/>
                <a:cs typeface="Trebuchet MS"/>
              </a:rPr>
              <a:t>intelektual).</a:t>
            </a:r>
            <a:r>
              <a:rPr sz="2500" spc="-315" dirty="0">
                <a:latin typeface="Trebuchet MS"/>
                <a:cs typeface="Trebuchet MS"/>
              </a:rPr>
              <a:t> </a:t>
            </a:r>
            <a:r>
              <a:rPr sz="2500" spc="-45" dirty="0">
                <a:latin typeface="Trebuchet MS"/>
                <a:cs typeface="Trebuchet MS"/>
              </a:rPr>
              <a:t>Hak</a:t>
            </a:r>
            <a:r>
              <a:rPr sz="2500" spc="-50" dirty="0">
                <a:latin typeface="Trebuchet MS"/>
                <a:cs typeface="Trebuchet MS"/>
              </a:rPr>
              <a:t> </a:t>
            </a:r>
            <a:r>
              <a:rPr sz="2500" spc="-175" dirty="0">
                <a:latin typeface="Trebuchet MS"/>
                <a:cs typeface="Trebuchet MS"/>
              </a:rPr>
              <a:t>cipta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60" dirty="0">
                <a:latin typeface="Trebuchet MS"/>
                <a:cs typeface="Trebuchet MS"/>
              </a:rPr>
              <a:t>intelektual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spc="-180" dirty="0">
                <a:latin typeface="Trebuchet MS"/>
                <a:cs typeface="Trebuchet MS"/>
              </a:rPr>
              <a:t>yang</a:t>
            </a:r>
            <a:r>
              <a:rPr sz="2500" spc="-40" dirty="0">
                <a:latin typeface="Trebuchet MS"/>
                <a:cs typeface="Trebuchet MS"/>
              </a:rPr>
              <a:t> </a:t>
            </a:r>
            <a:r>
              <a:rPr sz="2500" spc="-180" dirty="0">
                <a:latin typeface="Trebuchet MS"/>
                <a:cs typeface="Trebuchet MS"/>
              </a:rPr>
              <a:t>paling</a:t>
            </a:r>
            <a:r>
              <a:rPr sz="2500" spc="-40" dirty="0">
                <a:latin typeface="Trebuchet MS"/>
                <a:cs typeface="Trebuchet MS"/>
              </a:rPr>
              <a:t> </a:t>
            </a:r>
            <a:r>
              <a:rPr sz="2500" spc="-145" dirty="0">
                <a:latin typeface="Trebuchet MS"/>
                <a:cs typeface="Trebuchet MS"/>
              </a:rPr>
              <a:t>umum</a:t>
            </a:r>
            <a:r>
              <a:rPr sz="2500" spc="-50" dirty="0">
                <a:latin typeface="Trebuchet MS"/>
                <a:cs typeface="Trebuchet MS"/>
              </a:rPr>
              <a:t> </a:t>
            </a:r>
            <a:r>
              <a:rPr sz="2500" spc="-150" dirty="0">
                <a:latin typeface="Trebuchet MS"/>
                <a:cs typeface="Trebuchet MS"/>
              </a:rPr>
              <a:t>berkaitan </a:t>
            </a:r>
            <a:r>
              <a:rPr sz="2500" spc="-735" dirty="0">
                <a:latin typeface="Trebuchet MS"/>
                <a:cs typeface="Trebuchet MS"/>
              </a:rPr>
              <a:t> </a:t>
            </a:r>
            <a:r>
              <a:rPr sz="2500" spc="-170" dirty="0">
                <a:latin typeface="Trebuchet MS"/>
                <a:cs typeface="Trebuchet MS"/>
              </a:rPr>
              <a:t>deng</a:t>
            </a:r>
            <a:r>
              <a:rPr sz="2500" spc="-185" dirty="0">
                <a:latin typeface="Trebuchet MS"/>
                <a:cs typeface="Trebuchet MS"/>
              </a:rPr>
              <a:t>a</a:t>
            </a:r>
            <a:r>
              <a:rPr sz="2500" spc="-120" dirty="0">
                <a:latin typeface="Trebuchet MS"/>
                <a:cs typeface="Trebuchet MS"/>
              </a:rPr>
              <a:t>n</a:t>
            </a:r>
            <a:r>
              <a:rPr sz="2500" spc="-37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TI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210" dirty="0">
                <a:latin typeface="Trebuchet MS"/>
                <a:cs typeface="Trebuchet MS"/>
              </a:rPr>
              <a:t>ad</a:t>
            </a:r>
            <a:r>
              <a:rPr sz="2500" spc="-220" dirty="0">
                <a:latin typeface="Trebuchet MS"/>
                <a:cs typeface="Trebuchet MS"/>
              </a:rPr>
              <a:t>a</a:t>
            </a:r>
            <a:r>
              <a:rPr sz="2500" spc="-175" dirty="0">
                <a:latin typeface="Trebuchet MS"/>
                <a:cs typeface="Trebuchet MS"/>
              </a:rPr>
              <a:t>la</a:t>
            </a:r>
            <a:r>
              <a:rPr sz="2500" spc="-225" dirty="0">
                <a:latin typeface="Trebuchet MS"/>
                <a:cs typeface="Trebuchet MS"/>
              </a:rPr>
              <a:t>h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per</a:t>
            </a:r>
            <a:r>
              <a:rPr sz="2500" spc="-155" dirty="0">
                <a:latin typeface="Trebuchet MS"/>
                <a:cs typeface="Trebuchet MS"/>
              </a:rPr>
              <a:t>a</a:t>
            </a:r>
            <a:r>
              <a:rPr sz="2500" spc="-165" dirty="0">
                <a:latin typeface="Trebuchet MS"/>
                <a:cs typeface="Trebuchet MS"/>
              </a:rPr>
              <a:t>n</a:t>
            </a:r>
            <a:r>
              <a:rPr sz="2500" spc="-160" dirty="0">
                <a:latin typeface="Trebuchet MS"/>
                <a:cs typeface="Trebuchet MS"/>
              </a:rPr>
              <a:t>gkat</a:t>
            </a:r>
            <a:r>
              <a:rPr sz="2500" spc="-10" dirty="0">
                <a:latin typeface="Trebuchet MS"/>
                <a:cs typeface="Trebuchet MS"/>
              </a:rPr>
              <a:t> </a:t>
            </a:r>
            <a:r>
              <a:rPr sz="2500" spc="-195" dirty="0">
                <a:latin typeface="Trebuchet MS"/>
                <a:cs typeface="Trebuchet MS"/>
              </a:rPr>
              <a:t>lunak.</a:t>
            </a:r>
            <a:endParaRPr sz="2500">
              <a:latin typeface="Trebuchet MS"/>
              <a:cs typeface="Trebuchet MS"/>
            </a:endParaRPr>
          </a:p>
          <a:p>
            <a:pPr marL="469900" marR="1159510" indent="-457200">
              <a:lnSpc>
                <a:spcPct val="80000"/>
              </a:lnSpc>
              <a:spcBef>
                <a:spcPts val="600"/>
              </a:spcBef>
              <a:buClr>
                <a:srgbClr val="3891A7"/>
              </a:buClr>
              <a:buSzPct val="80000"/>
              <a:buAutoNum type="arabicPeriod"/>
              <a:tabLst>
                <a:tab pos="469265" algn="l"/>
                <a:tab pos="469900" algn="l"/>
              </a:tabLst>
            </a:pPr>
            <a:r>
              <a:rPr sz="2500" spc="-80" dirty="0">
                <a:solidFill>
                  <a:srgbClr val="0000CC"/>
                </a:solidFill>
                <a:latin typeface="Trebuchet MS"/>
                <a:cs typeface="Trebuchet MS"/>
              </a:rPr>
              <a:t>Isu</a:t>
            </a:r>
            <a:r>
              <a:rPr sz="2500" spc="-9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500" spc="-260" dirty="0">
                <a:solidFill>
                  <a:srgbClr val="0000CC"/>
                </a:solidFill>
                <a:latin typeface="Trebuchet MS"/>
                <a:cs typeface="Trebuchet MS"/>
              </a:rPr>
              <a:t>a</a:t>
            </a:r>
            <a:r>
              <a:rPr sz="2500" spc="-110" dirty="0">
                <a:solidFill>
                  <a:srgbClr val="0000CC"/>
                </a:solidFill>
                <a:latin typeface="Trebuchet MS"/>
                <a:cs typeface="Trebuchet MS"/>
              </a:rPr>
              <a:t>kses</a:t>
            </a:r>
            <a:r>
              <a:rPr sz="2500" spc="-65" dirty="0">
                <a:solidFill>
                  <a:srgbClr val="0000CC"/>
                </a:solidFill>
                <a:latin typeface="Trebuchet MS"/>
                <a:cs typeface="Trebuchet MS"/>
              </a:rPr>
              <a:t>i</a:t>
            </a:r>
            <a:r>
              <a:rPr sz="2500" spc="-185" dirty="0">
                <a:solidFill>
                  <a:srgbClr val="0000CC"/>
                </a:solidFill>
                <a:latin typeface="Trebuchet MS"/>
                <a:cs typeface="Trebuchet MS"/>
              </a:rPr>
              <a:t>bi</a:t>
            </a:r>
            <a:r>
              <a:rPr sz="2500" spc="-125" dirty="0">
                <a:solidFill>
                  <a:srgbClr val="0000CC"/>
                </a:solidFill>
                <a:latin typeface="Trebuchet MS"/>
                <a:cs typeface="Trebuchet MS"/>
              </a:rPr>
              <a:t>l</a:t>
            </a:r>
            <a:r>
              <a:rPr sz="2500" spc="-145" dirty="0">
                <a:solidFill>
                  <a:srgbClr val="0000CC"/>
                </a:solidFill>
                <a:latin typeface="Trebuchet MS"/>
                <a:cs typeface="Trebuchet MS"/>
              </a:rPr>
              <a:t>i</a:t>
            </a:r>
            <a:r>
              <a:rPr sz="2500" spc="-185" dirty="0">
                <a:solidFill>
                  <a:srgbClr val="0000CC"/>
                </a:solidFill>
                <a:latin typeface="Trebuchet MS"/>
                <a:cs typeface="Trebuchet MS"/>
              </a:rPr>
              <a:t>t</a:t>
            </a:r>
            <a:r>
              <a:rPr sz="2500" spc="-260" dirty="0">
                <a:solidFill>
                  <a:srgbClr val="0000CC"/>
                </a:solidFill>
                <a:latin typeface="Trebuchet MS"/>
                <a:cs typeface="Trebuchet MS"/>
              </a:rPr>
              <a:t>a</a:t>
            </a:r>
            <a:r>
              <a:rPr sz="2500" spc="-45" dirty="0">
                <a:solidFill>
                  <a:srgbClr val="0000CC"/>
                </a:solidFill>
                <a:latin typeface="Trebuchet MS"/>
                <a:cs typeface="Trebuchet MS"/>
              </a:rPr>
              <a:t>s</a:t>
            </a:r>
            <a:r>
              <a:rPr sz="2500" spc="-375" dirty="0">
                <a:latin typeface="Trebuchet MS"/>
                <a:cs typeface="Trebuchet MS"/>
              </a:rPr>
              <a:t>:</a:t>
            </a:r>
            <a:r>
              <a:rPr sz="2500" spc="-275" dirty="0">
                <a:latin typeface="Trebuchet MS"/>
                <a:cs typeface="Trebuchet MS"/>
              </a:rPr>
              <a:t> </a:t>
            </a:r>
            <a:r>
              <a:rPr sz="2500" spc="-190" dirty="0">
                <a:latin typeface="Trebuchet MS"/>
                <a:cs typeface="Trebuchet MS"/>
              </a:rPr>
              <a:t>h</a:t>
            </a:r>
            <a:r>
              <a:rPr sz="2500" spc="-195" dirty="0">
                <a:latin typeface="Trebuchet MS"/>
                <a:cs typeface="Trebuchet MS"/>
              </a:rPr>
              <a:t>a</a:t>
            </a:r>
            <a:r>
              <a:rPr sz="2500" spc="-65" dirty="0">
                <a:latin typeface="Trebuchet MS"/>
                <a:cs typeface="Trebuchet MS"/>
              </a:rPr>
              <a:t>k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45" dirty="0">
                <a:latin typeface="Trebuchet MS"/>
                <a:cs typeface="Trebuchet MS"/>
              </a:rPr>
              <a:t>un</a:t>
            </a:r>
            <a:r>
              <a:rPr sz="2500" spc="-100" dirty="0">
                <a:latin typeface="Trebuchet MS"/>
                <a:cs typeface="Trebuchet MS"/>
              </a:rPr>
              <a:t>t</a:t>
            </a:r>
            <a:r>
              <a:rPr sz="2500" spc="-95" dirty="0">
                <a:latin typeface="Trebuchet MS"/>
                <a:cs typeface="Trebuchet MS"/>
              </a:rPr>
              <a:t>uk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65" dirty="0">
                <a:latin typeface="Trebuchet MS"/>
                <a:cs typeface="Trebuchet MS"/>
              </a:rPr>
              <a:t>men</a:t>
            </a:r>
            <a:r>
              <a:rPr sz="2500" spc="-145" dirty="0">
                <a:latin typeface="Trebuchet MS"/>
                <a:cs typeface="Trebuchet MS"/>
              </a:rPr>
              <a:t>g</a:t>
            </a:r>
            <a:r>
              <a:rPr sz="2500" spc="-260" dirty="0">
                <a:latin typeface="Trebuchet MS"/>
                <a:cs typeface="Trebuchet MS"/>
              </a:rPr>
              <a:t>a</a:t>
            </a:r>
            <a:r>
              <a:rPr sz="2500" spc="-85" dirty="0">
                <a:latin typeface="Trebuchet MS"/>
                <a:cs typeface="Trebuchet MS"/>
              </a:rPr>
              <a:t>kses</a:t>
            </a:r>
            <a:r>
              <a:rPr sz="2500" spc="-10" dirty="0">
                <a:latin typeface="Trebuchet MS"/>
                <a:cs typeface="Trebuchet MS"/>
              </a:rPr>
              <a:t> </a:t>
            </a:r>
            <a:r>
              <a:rPr sz="2500" spc="-210" dirty="0">
                <a:latin typeface="Trebuchet MS"/>
                <a:cs typeface="Trebuchet MS"/>
              </a:rPr>
              <a:t>in</a:t>
            </a:r>
            <a:r>
              <a:rPr sz="2500" spc="-204" dirty="0">
                <a:latin typeface="Trebuchet MS"/>
                <a:cs typeface="Trebuchet MS"/>
              </a:rPr>
              <a:t>f</a:t>
            </a:r>
            <a:r>
              <a:rPr sz="2500" spc="25" dirty="0">
                <a:latin typeface="Trebuchet MS"/>
                <a:cs typeface="Trebuchet MS"/>
              </a:rPr>
              <a:t>o</a:t>
            </a:r>
            <a:r>
              <a:rPr sz="2500" spc="-245" dirty="0">
                <a:latin typeface="Trebuchet MS"/>
                <a:cs typeface="Trebuchet MS"/>
              </a:rPr>
              <a:t>m</a:t>
            </a:r>
            <a:r>
              <a:rPr sz="2500" spc="-175" dirty="0">
                <a:latin typeface="Trebuchet MS"/>
                <a:cs typeface="Trebuchet MS"/>
              </a:rPr>
              <a:t>a</a:t>
            </a:r>
            <a:r>
              <a:rPr sz="2500" spc="-110" dirty="0">
                <a:latin typeface="Trebuchet MS"/>
                <a:cs typeface="Trebuchet MS"/>
              </a:rPr>
              <a:t>si</a:t>
            </a:r>
            <a:r>
              <a:rPr sz="2500" spc="-35" dirty="0">
                <a:latin typeface="Trebuchet MS"/>
                <a:cs typeface="Trebuchet MS"/>
              </a:rPr>
              <a:t> </a:t>
            </a:r>
            <a:r>
              <a:rPr sz="2500" spc="-190" dirty="0">
                <a:latin typeface="Trebuchet MS"/>
                <a:cs typeface="Trebuchet MS"/>
              </a:rPr>
              <a:t>d</a:t>
            </a:r>
            <a:r>
              <a:rPr sz="2500" spc="-195" dirty="0">
                <a:latin typeface="Trebuchet MS"/>
                <a:cs typeface="Trebuchet MS"/>
              </a:rPr>
              <a:t>a</a:t>
            </a:r>
            <a:r>
              <a:rPr sz="2500" spc="-85" dirty="0">
                <a:latin typeface="Trebuchet MS"/>
                <a:cs typeface="Trebuchet MS"/>
              </a:rPr>
              <a:t>n  </a:t>
            </a:r>
            <a:r>
              <a:rPr sz="2500" spc="-175" dirty="0">
                <a:latin typeface="Trebuchet MS"/>
                <a:cs typeface="Trebuchet MS"/>
              </a:rPr>
              <a:t>pembayaran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210" dirty="0">
                <a:latin typeface="Trebuchet MS"/>
                <a:cs typeface="Trebuchet MS"/>
              </a:rPr>
              <a:t>biaya</a:t>
            </a:r>
            <a:r>
              <a:rPr sz="2500" spc="-50" dirty="0">
                <a:latin typeface="Trebuchet MS"/>
                <a:cs typeface="Trebuchet MS"/>
              </a:rPr>
              <a:t> </a:t>
            </a:r>
            <a:r>
              <a:rPr sz="2500" spc="-114" dirty="0">
                <a:latin typeface="Trebuchet MS"/>
                <a:cs typeface="Trebuchet MS"/>
              </a:rPr>
              <a:t>untuk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70" dirty="0">
                <a:latin typeface="Trebuchet MS"/>
                <a:cs typeface="Trebuchet MS"/>
              </a:rPr>
              <a:t>mengaksesnya.</a:t>
            </a:r>
            <a:r>
              <a:rPr sz="2500" spc="-270" dirty="0">
                <a:latin typeface="Trebuchet MS"/>
                <a:cs typeface="Trebuchet MS"/>
              </a:rPr>
              <a:t> </a:t>
            </a:r>
            <a:r>
              <a:rPr sz="2500" spc="-85" dirty="0">
                <a:latin typeface="Trebuchet MS"/>
                <a:cs typeface="Trebuchet MS"/>
              </a:rPr>
              <a:t>Hal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50" dirty="0">
                <a:latin typeface="Trebuchet MS"/>
                <a:cs typeface="Trebuchet MS"/>
              </a:rPr>
              <a:t>ini</a:t>
            </a:r>
            <a:r>
              <a:rPr sz="2500" spc="-55" dirty="0">
                <a:latin typeface="Trebuchet MS"/>
                <a:cs typeface="Trebuchet MS"/>
              </a:rPr>
              <a:t> </a:t>
            </a:r>
            <a:r>
              <a:rPr sz="2500" spc="-240" dirty="0">
                <a:latin typeface="Trebuchet MS"/>
                <a:cs typeface="Trebuchet MS"/>
              </a:rPr>
              <a:t>juga </a:t>
            </a:r>
            <a:r>
              <a:rPr sz="2500" spc="-235" dirty="0">
                <a:latin typeface="Trebuchet MS"/>
                <a:cs typeface="Trebuchet MS"/>
              </a:rPr>
              <a:t> </a:t>
            </a:r>
            <a:r>
              <a:rPr sz="2500" spc="-155" dirty="0">
                <a:latin typeface="Trebuchet MS"/>
                <a:cs typeface="Trebuchet MS"/>
              </a:rPr>
              <a:t>me</a:t>
            </a:r>
            <a:r>
              <a:rPr sz="2500" spc="-180" dirty="0">
                <a:latin typeface="Trebuchet MS"/>
                <a:cs typeface="Trebuchet MS"/>
              </a:rPr>
              <a:t>n</a:t>
            </a:r>
            <a:r>
              <a:rPr sz="2500" spc="-135" dirty="0">
                <a:latin typeface="Trebuchet MS"/>
                <a:cs typeface="Trebuchet MS"/>
              </a:rPr>
              <a:t>y</a:t>
            </a:r>
            <a:r>
              <a:rPr sz="2500" spc="-260" dirty="0">
                <a:latin typeface="Trebuchet MS"/>
                <a:cs typeface="Trebuchet MS"/>
              </a:rPr>
              <a:t>a</a:t>
            </a:r>
            <a:r>
              <a:rPr sz="2500" spc="-160" dirty="0">
                <a:latin typeface="Trebuchet MS"/>
                <a:cs typeface="Trebuchet MS"/>
              </a:rPr>
              <a:t>n</a:t>
            </a:r>
            <a:r>
              <a:rPr sz="2500" spc="-165" dirty="0">
                <a:latin typeface="Trebuchet MS"/>
                <a:cs typeface="Trebuchet MS"/>
              </a:rPr>
              <a:t>g</a:t>
            </a:r>
            <a:r>
              <a:rPr sz="2500" spc="-114" dirty="0">
                <a:latin typeface="Trebuchet MS"/>
                <a:cs typeface="Trebuchet MS"/>
              </a:rPr>
              <a:t>kut</a:t>
            </a:r>
            <a:r>
              <a:rPr sz="2500" spc="-55" dirty="0">
                <a:latin typeface="Trebuchet MS"/>
                <a:cs typeface="Trebuchet MS"/>
              </a:rPr>
              <a:t> </a:t>
            </a:r>
            <a:r>
              <a:rPr sz="2500" spc="-245" dirty="0">
                <a:latin typeface="Trebuchet MS"/>
                <a:cs typeface="Trebuchet MS"/>
              </a:rPr>
              <a:t>m</a:t>
            </a:r>
            <a:r>
              <a:rPr sz="2500" spc="-170" dirty="0">
                <a:latin typeface="Trebuchet MS"/>
                <a:cs typeface="Trebuchet MS"/>
              </a:rPr>
              <a:t>a</a:t>
            </a:r>
            <a:r>
              <a:rPr sz="2500" spc="-130" dirty="0">
                <a:latin typeface="Trebuchet MS"/>
                <a:cs typeface="Trebuchet MS"/>
              </a:rPr>
              <a:t>s</a:t>
            </a:r>
            <a:r>
              <a:rPr sz="2500" spc="-185" dirty="0">
                <a:latin typeface="Trebuchet MS"/>
                <a:cs typeface="Trebuchet MS"/>
              </a:rPr>
              <a:t>a</a:t>
            </a:r>
            <a:r>
              <a:rPr sz="2500" spc="-175" dirty="0">
                <a:latin typeface="Trebuchet MS"/>
                <a:cs typeface="Trebuchet MS"/>
              </a:rPr>
              <a:t>la</a:t>
            </a:r>
            <a:r>
              <a:rPr sz="2500" spc="-225" dirty="0">
                <a:latin typeface="Trebuchet MS"/>
                <a:cs typeface="Trebuchet MS"/>
              </a:rPr>
              <a:t>h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k</a:t>
            </a:r>
            <a:r>
              <a:rPr sz="2500" spc="-215" dirty="0">
                <a:latin typeface="Trebuchet MS"/>
                <a:cs typeface="Trebuchet MS"/>
              </a:rPr>
              <a:t>ea</a:t>
            </a:r>
            <a:r>
              <a:rPr sz="2500" spc="-245" dirty="0">
                <a:latin typeface="Trebuchet MS"/>
                <a:cs typeface="Trebuchet MS"/>
              </a:rPr>
              <a:t>m</a:t>
            </a:r>
            <a:r>
              <a:rPr sz="2500" spc="-175" dirty="0">
                <a:latin typeface="Trebuchet MS"/>
                <a:cs typeface="Trebuchet MS"/>
              </a:rPr>
              <a:t>a</a:t>
            </a:r>
            <a:r>
              <a:rPr sz="2500" spc="-190" dirty="0">
                <a:latin typeface="Trebuchet MS"/>
                <a:cs typeface="Trebuchet MS"/>
              </a:rPr>
              <a:t>n</a:t>
            </a:r>
            <a:r>
              <a:rPr sz="2500" spc="-195" dirty="0">
                <a:latin typeface="Trebuchet MS"/>
                <a:cs typeface="Trebuchet MS"/>
              </a:rPr>
              <a:t>a</a:t>
            </a:r>
            <a:r>
              <a:rPr sz="2500" spc="-120" dirty="0">
                <a:latin typeface="Trebuchet MS"/>
                <a:cs typeface="Trebuchet MS"/>
              </a:rPr>
              <a:t>n</a:t>
            </a:r>
            <a:r>
              <a:rPr sz="2500" spc="-40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sis</a:t>
            </a:r>
            <a:r>
              <a:rPr sz="2500" spc="-110" dirty="0">
                <a:latin typeface="Trebuchet MS"/>
                <a:cs typeface="Trebuchet MS"/>
              </a:rPr>
              <a:t>t</a:t>
            </a:r>
            <a:r>
              <a:rPr sz="2500" spc="-160" dirty="0">
                <a:latin typeface="Trebuchet MS"/>
                <a:cs typeface="Trebuchet MS"/>
              </a:rPr>
              <a:t>em</a:t>
            </a:r>
            <a:r>
              <a:rPr sz="2500" spc="-40" dirty="0">
                <a:latin typeface="Trebuchet MS"/>
                <a:cs typeface="Trebuchet MS"/>
              </a:rPr>
              <a:t> </a:t>
            </a:r>
            <a:r>
              <a:rPr sz="2500" spc="-190" dirty="0">
                <a:latin typeface="Trebuchet MS"/>
                <a:cs typeface="Trebuchet MS"/>
              </a:rPr>
              <a:t>d</a:t>
            </a:r>
            <a:r>
              <a:rPr sz="2500" spc="-195" dirty="0">
                <a:latin typeface="Trebuchet MS"/>
                <a:cs typeface="Trebuchet MS"/>
              </a:rPr>
              <a:t>a</a:t>
            </a:r>
            <a:r>
              <a:rPr sz="2500" spc="-120" dirty="0">
                <a:latin typeface="Trebuchet MS"/>
                <a:cs typeface="Trebuchet MS"/>
              </a:rPr>
              <a:t>n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210" dirty="0">
                <a:latin typeface="Trebuchet MS"/>
                <a:cs typeface="Trebuchet MS"/>
              </a:rPr>
              <a:t>in</a:t>
            </a:r>
            <a:r>
              <a:rPr sz="2500" spc="-204" dirty="0">
                <a:latin typeface="Trebuchet MS"/>
                <a:cs typeface="Trebuchet MS"/>
              </a:rPr>
              <a:t>f</a:t>
            </a:r>
            <a:r>
              <a:rPr sz="2500" spc="25" dirty="0">
                <a:latin typeface="Trebuchet MS"/>
                <a:cs typeface="Trebuchet MS"/>
              </a:rPr>
              <a:t>o</a:t>
            </a:r>
            <a:r>
              <a:rPr sz="2500" spc="-45" dirty="0">
                <a:latin typeface="Trebuchet MS"/>
                <a:cs typeface="Trebuchet MS"/>
              </a:rPr>
              <a:t>r</a:t>
            </a:r>
            <a:r>
              <a:rPr sz="2500" spc="-105" dirty="0">
                <a:latin typeface="Trebuchet MS"/>
                <a:cs typeface="Trebuchet MS"/>
              </a:rPr>
              <a:t>m</a:t>
            </a:r>
            <a:r>
              <a:rPr sz="2500" spc="-260" dirty="0">
                <a:latin typeface="Trebuchet MS"/>
                <a:cs typeface="Trebuchet MS"/>
              </a:rPr>
              <a:t>a</a:t>
            </a:r>
            <a:r>
              <a:rPr sz="2500" spc="-110" dirty="0">
                <a:latin typeface="Trebuchet MS"/>
                <a:cs typeface="Trebuchet MS"/>
              </a:rPr>
              <a:t>si</a:t>
            </a:r>
            <a:endParaRPr sz="2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50837" y="0"/>
          <a:ext cx="9162415" cy="71075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3535"/>
                <a:gridCol w="4723130"/>
                <a:gridCol w="285750"/>
              </a:tblGrid>
              <a:tr h="1471676">
                <a:tc>
                  <a:txBody>
                    <a:bodyPr/>
                    <a:lstStyle/>
                    <a:p>
                      <a:pPr marL="1169670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3900" spc="-15" dirty="0">
                          <a:solidFill>
                            <a:srgbClr val="562213"/>
                          </a:solidFill>
                          <a:latin typeface="Trebuchet MS"/>
                          <a:cs typeface="Trebuchet MS"/>
                        </a:rPr>
                        <a:t>TR</a:t>
                      </a:r>
                      <a:r>
                        <a:rPr sz="3900" dirty="0">
                          <a:solidFill>
                            <a:srgbClr val="562213"/>
                          </a:solidFill>
                          <a:latin typeface="Trebuchet MS"/>
                          <a:cs typeface="Trebuchet MS"/>
                        </a:rPr>
                        <a:t>EN</a:t>
                      </a:r>
                      <a:r>
                        <a:rPr sz="3900" spc="-620" dirty="0">
                          <a:solidFill>
                            <a:srgbClr val="562213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3900" spc="-15" dirty="0">
                          <a:solidFill>
                            <a:srgbClr val="562213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3900" dirty="0">
                          <a:solidFill>
                            <a:srgbClr val="562213"/>
                          </a:solidFill>
                          <a:latin typeface="Trebuchet MS"/>
                          <a:cs typeface="Trebuchet MS"/>
                        </a:rPr>
                        <a:t>EKNO  </a:t>
                      </a:r>
                      <a:r>
                        <a:rPr sz="3900" spc="225" dirty="0">
                          <a:solidFill>
                            <a:srgbClr val="562213"/>
                          </a:solidFill>
                          <a:latin typeface="Trebuchet MS"/>
                          <a:cs typeface="Trebuchet MS"/>
                        </a:rPr>
                        <a:t>MEMUNCUL</a:t>
                      </a:r>
                      <a:endParaRPr sz="3900" dirty="0">
                        <a:latin typeface="Trebuchet MS"/>
                        <a:cs typeface="Trebuchet MS"/>
                      </a:endParaRPr>
                    </a:p>
                  </a:txBody>
                  <a:tcPr marL="0" marR="0" marT="232410" marB="0"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 marR="1267460" indent="266700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3900" dirty="0">
                          <a:solidFill>
                            <a:srgbClr val="562213"/>
                          </a:solidFill>
                          <a:latin typeface="Trebuchet MS"/>
                          <a:cs typeface="Trebuchet MS"/>
                        </a:rPr>
                        <a:t>LOGI</a:t>
                      </a:r>
                      <a:r>
                        <a:rPr sz="3900" spc="-740" dirty="0">
                          <a:solidFill>
                            <a:srgbClr val="562213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3900" spc="-450" dirty="0">
                          <a:solidFill>
                            <a:srgbClr val="562213"/>
                          </a:solidFill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3900" dirty="0">
                          <a:solidFill>
                            <a:srgbClr val="562213"/>
                          </a:solidFill>
                          <a:latin typeface="Trebuchet MS"/>
                          <a:cs typeface="Trebuchet MS"/>
                        </a:rPr>
                        <a:t>ANG  </a:t>
                      </a:r>
                      <a:r>
                        <a:rPr sz="3900" spc="395" dirty="0">
                          <a:solidFill>
                            <a:srgbClr val="562213"/>
                          </a:solidFill>
                          <a:latin typeface="Trebuchet MS"/>
                          <a:cs typeface="Trebuchet MS"/>
                        </a:rPr>
                        <a:t>KAN</a:t>
                      </a:r>
                      <a:r>
                        <a:rPr sz="3900" spc="-190" dirty="0">
                          <a:solidFill>
                            <a:srgbClr val="562213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3900" spc="15" dirty="0">
                          <a:solidFill>
                            <a:srgbClr val="562213"/>
                          </a:solidFill>
                          <a:latin typeface="Trebuchet MS"/>
                          <a:cs typeface="Trebuchet MS"/>
                        </a:rPr>
                        <a:t>ISU</a:t>
                      </a:r>
                      <a:r>
                        <a:rPr sz="3900" spc="-140" dirty="0">
                          <a:solidFill>
                            <a:srgbClr val="562213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3900" spc="95" dirty="0">
                          <a:solidFill>
                            <a:srgbClr val="562213"/>
                          </a:solidFill>
                          <a:latin typeface="Trebuchet MS"/>
                          <a:cs typeface="Trebuchet MS"/>
                        </a:rPr>
                        <a:t>ETIKA</a:t>
                      </a:r>
                      <a:endParaRPr sz="3900">
                        <a:latin typeface="Trebuchet MS"/>
                        <a:cs typeface="Trebuchet MS"/>
                      </a:endParaRPr>
                    </a:p>
                  </a:txBody>
                  <a:tcPr marL="0" marR="0" marT="23241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396239">
                <a:tc>
                  <a:txBody>
                    <a:bodyPr/>
                    <a:lstStyle/>
                    <a:p>
                      <a:pPr marL="1270" marR="3689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b="1" spc="20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TREN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b="1" spc="2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PENGARUH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</a:tr>
              <a:tr h="701039">
                <a:tc>
                  <a:txBody>
                    <a:bodyPr/>
                    <a:lstStyle/>
                    <a:p>
                      <a:pPr marL="91440" marR="3689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130" dirty="0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c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-40" dirty="0">
                          <a:latin typeface="Trebuchet MS"/>
                          <a:cs typeface="Trebuchet MS"/>
                        </a:rPr>
                        <a:t> k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om</a:t>
                      </a:r>
                      <a:r>
                        <a:rPr sz="2000" spc="15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si</a:t>
                      </a:r>
                      <a:r>
                        <a:rPr sz="20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rli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20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a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91440" marR="3689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5" dirty="0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sz="2000" spc="-1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20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et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2000" spc="-4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20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8</a:t>
                      </a:r>
                      <a:r>
                        <a:rPr sz="20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bu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n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-4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ya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sz="20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ga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sz="2000" spc="-1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si 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ga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un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g</a:t>
                      </a:r>
                      <a:r>
                        <a:rPr sz="20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ad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sistem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45" dirty="0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om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ut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er</a:t>
                      </a:r>
                      <a:r>
                        <a:rPr sz="20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untu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sz="20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er</a:t>
                      </a:r>
                      <a:r>
                        <a:rPr sz="2000" spc="-1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si</a:t>
                      </a:r>
                      <a:r>
                        <a:rPr sz="20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2000" spc="-1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g</a:t>
                      </a:r>
                      <a:r>
                        <a:rPr sz="20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ng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marL="91440" marR="64643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5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2000" spc="-9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2000" spc="-35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im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m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2000" spc="15" dirty="0"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n  de</a:t>
                      </a:r>
                      <a:r>
                        <a:rPr sz="2000" spc="15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ga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c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t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 marR="1117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60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h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2000" spc="-3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2000" spc="15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ga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25" dirty="0">
                          <a:latin typeface="Trebuchet MS"/>
                          <a:cs typeface="Trebuchet MS"/>
                        </a:rPr>
                        <a:t>m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da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h  meme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h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ra</a:t>
                      </a:r>
                      <a:r>
                        <a:rPr sz="20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se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ca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ra</a:t>
                      </a:r>
                      <a:r>
                        <a:rPr sz="20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c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20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m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si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g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-m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si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g  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sis</a:t>
                      </a:r>
                      <a:r>
                        <a:rPr sz="20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da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-4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y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a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</a:tr>
              <a:tr h="1310639">
                <a:tc>
                  <a:txBody>
                    <a:bodyPr/>
                    <a:lstStyle/>
                    <a:p>
                      <a:pPr marL="91440" marR="3689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30" dirty="0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m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j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sis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a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 marR="2514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60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h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2000" spc="-3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me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ga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sis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da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a  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sz="2000" spc="15" dirty="0"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es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20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ya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g</a:t>
                      </a:r>
                      <a:r>
                        <a:rPr sz="20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2000" spc="-4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oleh</a:t>
                      </a:r>
                      <a:r>
                        <a:rPr sz="20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se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ca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ra  </a:t>
                      </a:r>
                      <a:r>
                        <a:rPr sz="2000" spc="-110" dirty="0">
                          <a:latin typeface="Trebuchet MS"/>
                          <a:cs typeface="Trebuchet MS"/>
                        </a:rPr>
                        <a:t>terpisah</a:t>
                      </a:r>
                      <a:r>
                        <a:rPr sz="20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90" dirty="0">
                          <a:latin typeface="Trebuchet MS"/>
                          <a:cs typeface="Trebuchet MS"/>
                        </a:rPr>
                        <a:t>untuk</a:t>
                      </a:r>
                      <a:r>
                        <a:rPr sz="20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35" dirty="0">
                          <a:latin typeface="Trebuchet MS"/>
                          <a:cs typeface="Trebuchet MS"/>
                        </a:rPr>
                        <a:t>mengembangkan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10" dirty="0">
                          <a:latin typeface="Trebuchet MS"/>
                          <a:cs typeface="Trebuchet MS"/>
                        </a:rPr>
                        <a:t>profil</a:t>
                      </a:r>
                      <a:r>
                        <a:rPr sz="20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45" dirty="0">
                          <a:latin typeface="Trebuchet MS"/>
                          <a:cs typeface="Trebuchet MS"/>
                        </a:rPr>
                        <a:t>yang </a:t>
                      </a:r>
                      <a:r>
                        <a:rPr sz="2000" spc="-5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c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20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20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ku</a:t>
                      </a:r>
                      <a:r>
                        <a:rPr sz="20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2000" spc="-15" dirty="0">
                          <a:latin typeface="Trebuchet MS"/>
                          <a:cs typeface="Trebuchet MS"/>
                        </a:rPr>
                        <a:t>v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2000" spc="-15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u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</a:tr>
              <a:tr h="1005776">
                <a:tc>
                  <a:txBody>
                    <a:bodyPr/>
                    <a:lstStyle/>
                    <a:p>
                      <a:pPr marL="91440" marR="3689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130" dirty="0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m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j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j</a:t>
                      </a:r>
                      <a:r>
                        <a:rPr sz="2000" spc="-1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ri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ga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nte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2000" spc="15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t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 marR="2152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M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2000" spc="-4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ya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da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da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ri</a:t>
                      </a:r>
                      <a:r>
                        <a:rPr sz="20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20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lo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si</a:t>
                      </a:r>
                      <a:r>
                        <a:rPr sz="20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45" dirty="0">
                          <a:latin typeface="Trebuchet MS"/>
                          <a:cs typeface="Trebuchet MS"/>
                        </a:rPr>
                        <a:t>k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elokasi</a:t>
                      </a:r>
                      <a:r>
                        <a:rPr sz="20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ya</a:t>
                      </a:r>
                      <a:r>
                        <a:rPr sz="2000" spc="1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g  </a:t>
                      </a:r>
                      <a:r>
                        <a:rPr sz="2000" spc="-155" dirty="0">
                          <a:latin typeface="Trebuchet MS"/>
                          <a:cs typeface="Trebuchet MS"/>
                        </a:rPr>
                        <a:t>lain</a:t>
                      </a:r>
                      <a:r>
                        <a:rPr sz="20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40" dirty="0">
                          <a:latin typeface="Trebuchet MS"/>
                          <a:cs typeface="Trebuchet MS"/>
                        </a:rPr>
                        <a:t>dan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40" dirty="0">
                          <a:latin typeface="Trebuchet MS"/>
                          <a:cs typeface="Trebuchet MS"/>
                        </a:rPr>
                        <a:t>mendapatkan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65" dirty="0"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sz="20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14" dirty="0">
                          <a:latin typeface="Trebuchet MS"/>
                          <a:cs typeface="Trebuchet MS"/>
                        </a:rPr>
                        <a:t>pribadi</a:t>
                      </a:r>
                      <a:r>
                        <a:rPr sz="20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14" dirty="0">
                          <a:latin typeface="Trebuchet MS"/>
                          <a:cs typeface="Trebuchet MS"/>
                        </a:rPr>
                        <a:t>dari </a:t>
                      </a:r>
                      <a:r>
                        <a:rPr sz="20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0" dirty="0">
                          <a:latin typeface="Trebuchet MS"/>
                          <a:cs typeface="Trebuchet MS"/>
                        </a:rPr>
                        <a:t>lokasi</a:t>
                      </a:r>
                      <a:r>
                        <a:rPr sz="20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45" dirty="0">
                          <a:latin typeface="Trebuchet MS"/>
                          <a:cs typeface="Trebuchet MS"/>
                        </a:rPr>
                        <a:t>yang</a:t>
                      </a:r>
                      <a:r>
                        <a:rPr sz="20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80" dirty="0">
                          <a:latin typeface="Trebuchet MS"/>
                          <a:cs typeface="Trebuchet MS"/>
                        </a:rPr>
                        <a:t>jauh</a:t>
                      </a:r>
                      <a:r>
                        <a:rPr sz="20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60" dirty="0">
                          <a:latin typeface="Trebuchet MS"/>
                          <a:cs typeface="Trebuchet MS"/>
                        </a:rPr>
                        <a:t>menjadi</a:t>
                      </a:r>
                      <a:r>
                        <a:rPr sz="20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45" dirty="0">
                          <a:latin typeface="Trebuchet MS"/>
                          <a:cs typeface="Trebuchet MS"/>
                        </a:rPr>
                        <a:t>sangat</a:t>
                      </a:r>
                      <a:r>
                        <a:rPr sz="20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35" dirty="0">
                          <a:latin typeface="Trebuchet MS"/>
                          <a:cs typeface="Trebuchet MS"/>
                        </a:rPr>
                        <a:t>mudah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</a:tr>
              <a:tr h="966787">
                <a:tc>
                  <a:txBody>
                    <a:bodyPr/>
                    <a:lstStyle/>
                    <a:p>
                      <a:pPr marR="368935">
                        <a:lnSpc>
                          <a:spcPct val="100000"/>
                        </a:lnSpc>
                      </a:pPr>
                      <a:endParaRPr sz="2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357187" y="0"/>
            <a:ext cx="8787130" cy="6324600"/>
            <a:chOff x="357187" y="0"/>
            <a:chExt cx="8787130" cy="6858000"/>
          </a:xfrm>
        </p:grpSpPr>
        <p:sp>
          <p:nvSpPr>
            <p:cNvPr id="4" name="object 4"/>
            <p:cNvSpPr/>
            <p:nvPr/>
          </p:nvSpPr>
          <p:spPr>
            <a:xfrm>
              <a:off x="101282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2687" y="0"/>
              <a:ext cx="15849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14412" y="0"/>
              <a:ext cx="73025" cy="6858000"/>
            </a:xfrm>
            <a:custGeom>
              <a:avLst/>
              <a:gdLst/>
              <a:ahLst/>
              <a:cxnLst/>
              <a:rect l="l" t="t" r="r" b="b"/>
              <a:pathLst>
                <a:path w="73025" h="6858000">
                  <a:moveTo>
                    <a:pt x="730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025" y="6858000"/>
                  </a:lnTo>
                  <a:lnTo>
                    <a:pt x="73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91767" y="85343"/>
              <a:ext cx="6315456" cy="81991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91767" y="679703"/>
              <a:ext cx="6726935" cy="81991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57187" y="1471675"/>
              <a:ext cx="3778250" cy="396240"/>
            </a:xfrm>
            <a:custGeom>
              <a:avLst/>
              <a:gdLst/>
              <a:ahLst/>
              <a:cxnLst/>
              <a:rect l="l" t="t" r="r" b="b"/>
              <a:pathLst>
                <a:path w="3778250" h="396239">
                  <a:moveTo>
                    <a:pt x="3778250" y="0"/>
                  </a:moveTo>
                  <a:lnTo>
                    <a:pt x="0" y="0"/>
                  </a:lnTo>
                  <a:lnTo>
                    <a:pt x="0" y="396239"/>
                  </a:lnTo>
                  <a:lnTo>
                    <a:pt x="3778250" y="396239"/>
                  </a:lnTo>
                  <a:lnTo>
                    <a:pt x="3778250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7187" y="1867915"/>
              <a:ext cx="3778250" cy="701040"/>
            </a:xfrm>
            <a:custGeom>
              <a:avLst/>
              <a:gdLst/>
              <a:ahLst/>
              <a:cxnLst/>
              <a:rect l="l" t="t" r="r" b="b"/>
              <a:pathLst>
                <a:path w="3778250" h="701039">
                  <a:moveTo>
                    <a:pt x="3778250" y="0"/>
                  </a:moveTo>
                  <a:lnTo>
                    <a:pt x="0" y="0"/>
                  </a:lnTo>
                  <a:lnTo>
                    <a:pt x="0" y="701039"/>
                  </a:lnTo>
                  <a:lnTo>
                    <a:pt x="3778250" y="701039"/>
                  </a:lnTo>
                  <a:lnTo>
                    <a:pt x="3778250" y="0"/>
                  </a:lnTo>
                  <a:close/>
                </a:path>
              </a:pathLst>
            </a:custGeom>
            <a:solidFill>
              <a:srgbClr val="CEDC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7187" y="2568955"/>
              <a:ext cx="3778250" cy="1005840"/>
            </a:xfrm>
            <a:custGeom>
              <a:avLst/>
              <a:gdLst/>
              <a:ahLst/>
              <a:cxnLst/>
              <a:rect l="l" t="t" r="r" b="b"/>
              <a:pathLst>
                <a:path w="3778250" h="1005839">
                  <a:moveTo>
                    <a:pt x="3778250" y="0"/>
                  </a:moveTo>
                  <a:lnTo>
                    <a:pt x="0" y="0"/>
                  </a:lnTo>
                  <a:lnTo>
                    <a:pt x="0" y="1005839"/>
                  </a:lnTo>
                  <a:lnTo>
                    <a:pt x="3778250" y="1005839"/>
                  </a:lnTo>
                  <a:lnTo>
                    <a:pt x="3778250" y="0"/>
                  </a:lnTo>
                  <a:close/>
                </a:path>
              </a:pathLst>
            </a:custGeom>
            <a:solidFill>
              <a:srgbClr val="E8ED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7187" y="3574796"/>
              <a:ext cx="3778250" cy="1310640"/>
            </a:xfrm>
            <a:custGeom>
              <a:avLst/>
              <a:gdLst/>
              <a:ahLst/>
              <a:cxnLst/>
              <a:rect l="l" t="t" r="r" b="b"/>
              <a:pathLst>
                <a:path w="3778250" h="1310639">
                  <a:moveTo>
                    <a:pt x="3778250" y="0"/>
                  </a:moveTo>
                  <a:lnTo>
                    <a:pt x="0" y="0"/>
                  </a:lnTo>
                  <a:lnTo>
                    <a:pt x="0" y="1310639"/>
                  </a:lnTo>
                  <a:lnTo>
                    <a:pt x="3778250" y="1310639"/>
                  </a:lnTo>
                  <a:lnTo>
                    <a:pt x="3778250" y="0"/>
                  </a:lnTo>
                  <a:close/>
                </a:path>
              </a:pathLst>
            </a:custGeom>
            <a:solidFill>
              <a:srgbClr val="CEDC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7187" y="4885372"/>
              <a:ext cx="3778250" cy="1005840"/>
            </a:xfrm>
            <a:custGeom>
              <a:avLst/>
              <a:gdLst/>
              <a:ahLst/>
              <a:cxnLst/>
              <a:rect l="l" t="t" r="r" b="b"/>
              <a:pathLst>
                <a:path w="3778250" h="1005839">
                  <a:moveTo>
                    <a:pt x="3778250" y="0"/>
                  </a:moveTo>
                  <a:lnTo>
                    <a:pt x="0" y="0"/>
                  </a:lnTo>
                  <a:lnTo>
                    <a:pt x="0" y="1005839"/>
                  </a:lnTo>
                  <a:lnTo>
                    <a:pt x="3778250" y="1005839"/>
                  </a:lnTo>
                  <a:lnTo>
                    <a:pt x="3778250" y="0"/>
                  </a:lnTo>
                  <a:close/>
                </a:path>
              </a:pathLst>
            </a:custGeom>
            <a:solidFill>
              <a:srgbClr val="E8ED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6"/>
            <a:ext cx="9144000" cy="6858000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514347" y="217754"/>
            <a:ext cx="6325235" cy="622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95" dirty="0"/>
              <a:t>ETIKA</a:t>
            </a:r>
            <a:r>
              <a:rPr spc="-185" dirty="0"/>
              <a:t> </a:t>
            </a:r>
            <a:r>
              <a:rPr spc="235" dirty="0"/>
              <a:t>DALAM</a:t>
            </a:r>
            <a:r>
              <a:rPr spc="-145" dirty="0"/>
              <a:t> </a:t>
            </a:r>
            <a:r>
              <a:rPr spc="125" dirty="0"/>
              <a:t>MASYARAKAT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514347" y="812368"/>
            <a:ext cx="2549525" cy="622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900" spc="75" dirty="0">
                <a:solidFill>
                  <a:srgbClr val="562213"/>
                </a:solidFill>
                <a:latin typeface="Trebuchet MS"/>
                <a:cs typeface="Trebuchet MS"/>
              </a:rPr>
              <a:t>INF</a:t>
            </a:r>
            <a:r>
              <a:rPr sz="3900" spc="360" dirty="0">
                <a:solidFill>
                  <a:srgbClr val="562213"/>
                </a:solidFill>
                <a:latin typeface="Trebuchet MS"/>
                <a:cs typeface="Trebuchet MS"/>
              </a:rPr>
              <a:t>O</a:t>
            </a:r>
            <a:r>
              <a:rPr sz="3900" spc="295" dirty="0">
                <a:solidFill>
                  <a:srgbClr val="562213"/>
                </a:solidFill>
                <a:latin typeface="Trebuchet MS"/>
                <a:cs typeface="Trebuchet MS"/>
              </a:rPr>
              <a:t>R</a:t>
            </a:r>
            <a:r>
              <a:rPr sz="3900" spc="100" dirty="0">
                <a:solidFill>
                  <a:srgbClr val="562213"/>
                </a:solidFill>
                <a:latin typeface="Trebuchet MS"/>
                <a:cs typeface="Trebuchet MS"/>
              </a:rPr>
              <a:t>MASI</a:t>
            </a:r>
            <a:endParaRPr sz="39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9889" y="1310385"/>
            <a:ext cx="3296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0"/>
              </a:spcBef>
              <a:buClr>
                <a:srgbClr val="3891A7"/>
              </a:buClr>
              <a:buSzPct val="80555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sz="1800" b="1" spc="-75" dirty="0">
                <a:latin typeface="Trebuchet MS"/>
                <a:cs typeface="Trebuchet MS"/>
              </a:rPr>
              <a:t>T</a:t>
            </a:r>
            <a:r>
              <a:rPr sz="1800" b="1" spc="-10" dirty="0">
                <a:latin typeface="Trebuchet MS"/>
                <a:cs typeface="Trebuchet MS"/>
              </a:rPr>
              <a:t>a</a:t>
            </a:r>
            <a:r>
              <a:rPr sz="1800" b="1" spc="-5" dirty="0">
                <a:latin typeface="Trebuchet MS"/>
                <a:cs typeface="Trebuchet MS"/>
              </a:rPr>
              <a:t>n</a:t>
            </a:r>
            <a:r>
              <a:rPr sz="1800" b="1" spc="75" dirty="0">
                <a:latin typeface="Trebuchet MS"/>
                <a:cs typeface="Trebuchet MS"/>
              </a:rPr>
              <a:t>gg</a:t>
            </a:r>
            <a:r>
              <a:rPr sz="1800" b="1" spc="-10" dirty="0">
                <a:latin typeface="Trebuchet MS"/>
                <a:cs typeface="Trebuchet MS"/>
              </a:rPr>
              <a:t>un</a:t>
            </a:r>
            <a:r>
              <a:rPr sz="1800" b="1" spc="70" dirty="0">
                <a:latin typeface="Trebuchet MS"/>
                <a:cs typeface="Trebuchet MS"/>
              </a:rPr>
              <a:t>g</a:t>
            </a:r>
            <a:r>
              <a:rPr sz="1800" b="1" spc="-105" dirty="0">
                <a:latin typeface="Trebuchet MS"/>
                <a:cs typeface="Trebuchet MS"/>
              </a:rPr>
              <a:t> </a:t>
            </a:r>
            <a:r>
              <a:rPr sz="1800" b="1" spc="-185" dirty="0">
                <a:latin typeface="Trebuchet MS"/>
                <a:cs typeface="Trebuchet MS"/>
              </a:rPr>
              <a:t>J</a:t>
            </a:r>
            <a:r>
              <a:rPr sz="1800" b="1" spc="-254" dirty="0">
                <a:latin typeface="Trebuchet MS"/>
                <a:cs typeface="Trebuchet MS"/>
              </a:rPr>
              <a:t>a</a:t>
            </a:r>
            <a:r>
              <a:rPr sz="1800" b="1" spc="-5" dirty="0">
                <a:latin typeface="Trebuchet MS"/>
                <a:cs typeface="Trebuchet MS"/>
              </a:rPr>
              <a:t>wab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i="1" spc="-155" dirty="0">
                <a:latin typeface="Trebuchet MS"/>
                <a:cs typeface="Trebuchet MS"/>
              </a:rPr>
              <a:t>(</a:t>
            </a:r>
            <a:r>
              <a:rPr sz="1800" i="1" spc="-210" dirty="0">
                <a:latin typeface="Trebuchet MS"/>
                <a:cs typeface="Trebuchet MS"/>
              </a:rPr>
              <a:t>r</a:t>
            </a:r>
            <a:r>
              <a:rPr sz="1800" i="1" spc="-155" dirty="0">
                <a:latin typeface="Trebuchet MS"/>
                <a:cs typeface="Trebuchet MS"/>
              </a:rPr>
              <a:t>e</a:t>
            </a:r>
            <a:r>
              <a:rPr sz="1800" i="1" spc="-110" dirty="0">
                <a:latin typeface="Trebuchet MS"/>
                <a:cs typeface="Trebuchet MS"/>
              </a:rPr>
              <a:t>s</a:t>
            </a:r>
            <a:r>
              <a:rPr sz="1800" i="1" spc="-125" dirty="0">
                <a:latin typeface="Trebuchet MS"/>
                <a:cs typeface="Trebuchet MS"/>
              </a:rPr>
              <a:t>p</a:t>
            </a:r>
            <a:r>
              <a:rPr sz="1800" i="1" spc="-155" dirty="0">
                <a:latin typeface="Trebuchet MS"/>
                <a:cs typeface="Trebuchet MS"/>
              </a:rPr>
              <a:t>o</a:t>
            </a:r>
            <a:r>
              <a:rPr sz="1800" i="1" spc="-140" dirty="0">
                <a:latin typeface="Trebuchet MS"/>
                <a:cs typeface="Trebuchet MS"/>
              </a:rPr>
              <a:t>n</a:t>
            </a:r>
            <a:r>
              <a:rPr sz="1800" i="1" spc="-95" dirty="0">
                <a:latin typeface="Trebuchet MS"/>
                <a:cs typeface="Trebuchet MS"/>
              </a:rPr>
              <a:t>s</a:t>
            </a:r>
            <a:r>
              <a:rPr sz="1800" i="1" spc="-135" dirty="0">
                <a:latin typeface="Trebuchet MS"/>
                <a:cs typeface="Trebuchet MS"/>
              </a:rPr>
              <a:t>i</a:t>
            </a:r>
            <a:r>
              <a:rPr sz="1800" i="1" spc="-250" dirty="0">
                <a:latin typeface="Trebuchet MS"/>
                <a:cs typeface="Trebuchet MS"/>
              </a:rPr>
              <a:t>b</a:t>
            </a:r>
            <a:r>
              <a:rPr sz="1800" i="1" spc="-225" dirty="0">
                <a:latin typeface="Trebuchet MS"/>
                <a:cs typeface="Trebuchet MS"/>
              </a:rPr>
              <a:t>il</a:t>
            </a:r>
            <a:r>
              <a:rPr sz="1800" i="1" spc="-229" dirty="0">
                <a:latin typeface="Trebuchet MS"/>
                <a:cs typeface="Trebuchet MS"/>
              </a:rPr>
              <a:t>i</a:t>
            </a:r>
            <a:r>
              <a:rPr sz="1800" i="1" spc="-200" dirty="0">
                <a:latin typeface="Trebuchet MS"/>
                <a:cs typeface="Trebuchet MS"/>
              </a:rPr>
              <a:t>ty)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9889" y="1660982"/>
            <a:ext cx="8467725" cy="4599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0230" marR="687070" indent="-238125">
              <a:lnSpc>
                <a:spcPct val="100000"/>
              </a:lnSpc>
              <a:spcBef>
                <a:spcPts val="100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sz="1800" spc="-105" dirty="0">
                <a:latin typeface="Trebuchet MS"/>
                <a:cs typeface="Trebuchet MS"/>
              </a:rPr>
              <a:t>Sebuah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elemen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penting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dari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tindakan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etika.Tanggung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175" dirty="0">
                <a:latin typeface="Trebuchet MS"/>
                <a:cs typeface="Trebuchet MS"/>
              </a:rPr>
              <a:t>jawab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berarti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bahwa</a:t>
            </a:r>
            <a:r>
              <a:rPr sz="1800" spc="-85" dirty="0">
                <a:latin typeface="Trebuchet MS"/>
                <a:cs typeface="Trebuchet MS"/>
              </a:rPr>
              <a:t> </a:t>
            </a:r>
            <a:r>
              <a:rPr sz="1800" spc="-135" dirty="0">
                <a:latin typeface="Trebuchet MS"/>
                <a:cs typeface="Trebuchet MS"/>
              </a:rPr>
              <a:t>anda </a:t>
            </a:r>
            <a:r>
              <a:rPr sz="1800" spc="-52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menerima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semua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75" dirty="0">
                <a:latin typeface="Trebuchet MS"/>
                <a:cs typeface="Trebuchet MS"/>
              </a:rPr>
              <a:t>biaya,</a:t>
            </a:r>
            <a:r>
              <a:rPr sz="1800" spc="-240" dirty="0">
                <a:latin typeface="Trebuchet MS"/>
                <a:cs typeface="Trebuchet MS"/>
              </a:rPr>
              <a:t> </a:t>
            </a:r>
            <a:r>
              <a:rPr sz="1800" spc="-140" dirty="0">
                <a:latin typeface="Trebuchet MS"/>
                <a:cs typeface="Trebuchet MS"/>
              </a:rPr>
              <a:t>kewajiban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dan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keharusan </a:t>
            </a:r>
            <a:r>
              <a:rPr sz="1800" spc="-125" dirty="0">
                <a:latin typeface="Trebuchet MS"/>
                <a:cs typeface="Trebuchet MS"/>
              </a:rPr>
              <a:t>yang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akan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muncul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sebagai 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k</a:t>
            </a:r>
            <a:r>
              <a:rPr sz="1800" spc="15" dirty="0">
                <a:latin typeface="Trebuchet MS"/>
                <a:cs typeface="Trebuchet MS"/>
              </a:rPr>
              <a:t>o</a:t>
            </a:r>
            <a:r>
              <a:rPr sz="1800" spc="-75" dirty="0">
                <a:latin typeface="Trebuchet MS"/>
                <a:cs typeface="Trebuchet MS"/>
              </a:rPr>
              <a:t>n</a:t>
            </a:r>
            <a:r>
              <a:rPr sz="1800" spc="-70" dirty="0">
                <a:latin typeface="Trebuchet MS"/>
                <a:cs typeface="Trebuchet MS"/>
              </a:rPr>
              <a:t>se</a:t>
            </a:r>
            <a:r>
              <a:rPr sz="1800" spc="-65" dirty="0">
                <a:latin typeface="Trebuchet MS"/>
                <a:cs typeface="Trebuchet MS"/>
              </a:rPr>
              <a:t>k</a:t>
            </a:r>
            <a:r>
              <a:rPr sz="1800" spc="-75" dirty="0">
                <a:latin typeface="Trebuchet MS"/>
                <a:cs typeface="Trebuchet MS"/>
              </a:rPr>
              <a:t>u</a:t>
            </a:r>
            <a:r>
              <a:rPr sz="1800" spc="-105" dirty="0">
                <a:latin typeface="Trebuchet MS"/>
                <a:cs typeface="Trebuchet MS"/>
              </a:rPr>
              <a:t>e</a:t>
            </a:r>
            <a:r>
              <a:rPr sz="1800" spc="-95" dirty="0">
                <a:latin typeface="Trebuchet MS"/>
                <a:cs typeface="Trebuchet MS"/>
              </a:rPr>
              <a:t>n</a:t>
            </a:r>
            <a:r>
              <a:rPr sz="1800" spc="-80" dirty="0">
                <a:latin typeface="Trebuchet MS"/>
                <a:cs typeface="Trebuchet MS"/>
              </a:rPr>
              <a:t>si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da</a:t>
            </a:r>
            <a:r>
              <a:rPr sz="1800" spc="-65" dirty="0">
                <a:latin typeface="Trebuchet MS"/>
                <a:cs typeface="Trebuchet MS"/>
              </a:rPr>
              <a:t>r</a:t>
            </a:r>
            <a:r>
              <a:rPr sz="1800" spc="-120" dirty="0">
                <a:latin typeface="Trebuchet MS"/>
                <a:cs typeface="Trebuchet MS"/>
              </a:rPr>
              <a:t>i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k</a:t>
            </a:r>
            <a:r>
              <a:rPr sz="1800" spc="-110" dirty="0">
                <a:latin typeface="Trebuchet MS"/>
                <a:cs typeface="Trebuchet MS"/>
              </a:rPr>
              <a:t>e</a:t>
            </a:r>
            <a:r>
              <a:rPr sz="1800" spc="-105" dirty="0">
                <a:latin typeface="Trebuchet MS"/>
                <a:cs typeface="Trebuchet MS"/>
              </a:rPr>
              <a:t>p</a:t>
            </a:r>
            <a:r>
              <a:rPr sz="1800" spc="-75" dirty="0">
                <a:latin typeface="Trebuchet MS"/>
                <a:cs typeface="Trebuchet MS"/>
              </a:rPr>
              <a:t>u</a:t>
            </a:r>
            <a:r>
              <a:rPr sz="1800" spc="-85" dirty="0">
                <a:latin typeface="Trebuchet MS"/>
                <a:cs typeface="Trebuchet MS"/>
              </a:rPr>
              <a:t>t</a:t>
            </a:r>
            <a:r>
              <a:rPr sz="1800" spc="-105" dirty="0">
                <a:latin typeface="Trebuchet MS"/>
                <a:cs typeface="Trebuchet MS"/>
              </a:rPr>
              <a:t>u</a:t>
            </a:r>
            <a:r>
              <a:rPr sz="1800" spc="-100" dirty="0">
                <a:latin typeface="Trebuchet MS"/>
                <a:cs typeface="Trebuchet MS"/>
              </a:rPr>
              <a:t>san </a:t>
            </a:r>
            <a:r>
              <a:rPr sz="1800" spc="-120" dirty="0">
                <a:latin typeface="Trebuchet MS"/>
                <a:cs typeface="Trebuchet MS"/>
              </a:rPr>
              <a:t>yan</a:t>
            </a:r>
            <a:r>
              <a:rPr sz="1800" spc="-140" dirty="0">
                <a:latin typeface="Trebuchet MS"/>
                <a:cs typeface="Trebuchet MS"/>
              </a:rPr>
              <a:t>g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an</a:t>
            </a:r>
            <a:r>
              <a:rPr sz="1800" spc="-95" dirty="0">
                <a:latin typeface="Trebuchet MS"/>
                <a:cs typeface="Trebuchet MS"/>
              </a:rPr>
              <a:t>d</a:t>
            </a:r>
            <a:r>
              <a:rPr sz="1800" spc="-180" dirty="0">
                <a:latin typeface="Trebuchet MS"/>
                <a:cs typeface="Trebuchet MS"/>
              </a:rPr>
              <a:t>a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b</a:t>
            </a:r>
            <a:r>
              <a:rPr sz="1800" spc="-75" dirty="0">
                <a:latin typeface="Trebuchet MS"/>
                <a:cs typeface="Trebuchet MS"/>
              </a:rPr>
              <a:t>u</a:t>
            </a:r>
            <a:r>
              <a:rPr sz="1800" spc="-150" dirty="0">
                <a:latin typeface="Trebuchet MS"/>
                <a:cs typeface="Trebuchet MS"/>
              </a:rPr>
              <a:t>at</a:t>
            </a:r>
            <a:endParaRPr sz="18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80555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sz="1800" b="1" spc="5" dirty="0">
                <a:latin typeface="Trebuchet MS"/>
                <a:cs typeface="Trebuchet MS"/>
              </a:rPr>
              <a:t>Akuntabilitas</a:t>
            </a:r>
            <a:r>
              <a:rPr sz="1800" b="1" spc="-95" dirty="0">
                <a:latin typeface="Trebuchet MS"/>
                <a:cs typeface="Trebuchet MS"/>
              </a:rPr>
              <a:t> </a:t>
            </a:r>
            <a:r>
              <a:rPr sz="1800" i="1" spc="-180" dirty="0">
                <a:latin typeface="Trebuchet MS"/>
                <a:cs typeface="Trebuchet MS"/>
              </a:rPr>
              <a:t>(Accountability)</a:t>
            </a:r>
            <a:endParaRPr sz="1800">
              <a:latin typeface="Trebuchet MS"/>
              <a:cs typeface="Trebuchet MS"/>
            </a:endParaRPr>
          </a:p>
          <a:p>
            <a:pPr marL="570230" marR="156845" lvl="1" indent="-23812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sz="1800" spc="-95" dirty="0">
                <a:latin typeface="Trebuchet MS"/>
                <a:cs typeface="Trebuchet MS"/>
              </a:rPr>
              <a:t>Adalah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ciri-ciri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dari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sistem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dan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institusi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sosial;</a:t>
            </a:r>
            <a:r>
              <a:rPr sz="1800" spc="-204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ini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berarti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bahwa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155" dirty="0">
                <a:latin typeface="Trebuchet MS"/>
                <a:cs typeface="Trebuchet MS"/>
              </a:rPr>
              <a:t>ada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mekanisme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yang </a:t>
            </a:r>
            <a:r>
              <a:rPr sz="1800" spc="-52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menentukan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siapa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yang</a:t>
            </a:r>
            <a:r>
              <a:rPr sz="1800" spc="-8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melakukan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tindakan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dan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siapa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yang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bertanggung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195" dirty="0">
                <a:latin typeface="Trebuchet MS"/>
                <a:cs typeface="Trebuchet MS"/>
              </a:rPr>
              <a:t>jawab.</a:t>
            </a:r>
            <a:endParaRPr sz="18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555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sz="1800" b="1" spc="-15" dirty="0">
                <a:latin typeface="Trebuchet MS"/>
                <a:cs typeface="Trebuchet MS"/>
              </a:rPr>
              <a:t>Liabilitas</a:t>
            </a:r>
            <a:r>
              <a:rPr sz="1800" b="1" spc="-90" dirty="0">
                <a:latin typeface="Trebuchet MS"/>
                <a:cs typeface="Trebuchet MS"/>
              </a:rPr>
              <a:t> </a:t>
            </a:r>
            <a:r>
              <a:rPr sz="1800" i="1" spc="-190" dirty="0">
                <a:latin typeface="Trebuchet MS"/>
                <a:cs typeface="Trebuchet MS"/>
              </a:rPr>
              <a:t>(Liability)</a:t>
            </a:r>
            <a:endParaRPr sz="1800">
              <a:latin typeface="Trebuchet MS"/>
              <a:cs typeface="Trebuchet MS"/>
            </a:endParaRPr>
          </a:p>
          <a:p>
            <a:pPr marL="570230" marR="391795" lvl="1" indent="-23812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sz="1800" spc="-95" dirty="0">
                <a:latin typeface="Trebuchet MS"/>
                <a:cs typeface="Trebuchet MS"/>
              </a:rPr>
              <a:t>Adalah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ciri-ciri</a:t>
            </a:r>
            <a:r>
              <a:rPr sz="1800" spc="1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sistem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politis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dimana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suatu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badan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hukum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mengambil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peranan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yang </a:t>
            </a:r>
            <a:r>
              <a:rPr sz="1800" spc="-53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memberi </a:t>
            </a:r>
            <a:r>
              <a:rPr sz="1800" spc="-120" dirty="0">
                <a:latin typeface="Trebuchet MS"/>
                <a:cs typeface="Trebuchet MS"/>
              </a:rPr>
              <a:t>izin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kepada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individu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untuk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memperbaiki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kerugian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yang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disebabkan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oleh 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p</a:t>
            </a:r>
            <a:r>
              <a:rPr sz="1800" spc="-165" dirty="0">
                <a:latin typeface="Trebuchet MS"/>
                <a:cs typeface="Trebuchet MS"/>
              </a:rPr>
              <a:t>e</a:t>
            </a:r>
            <a:r>
              <a:rPr sz="1800" spc="-105" dirty="0">
                <a:latin typeface="Trebuchet MS"/>
                <a:cs typeface="Trebuchet MS"/>
              </a:rPr>
              <a:t>l</a:t>
            </a:r>
            <a:r>
              <a:rPr sz="1800" spc="-100" dirty="0">
                <a:latin typeface="Trebuchet MS"/>
                <a:cs typeface="Trebuchet MS"/>
              </a:rPr>
              <a:t>ak</a:t>
            </a:r>
            <a:r>
              <a:rPr sz="1800" spc="-105" dirty="0">
                <a:latin typeface="Trebuchet MS"/>
                <a:cs typeface="Trebuchet MS"/>
              </a:rPr>
              <a:t>u</a:t>
            </a:r>
            <a:r>
              <a:rPr sz="1800" spc="-270" dirty="0">
                <a:latin typeface="Trebuchet MS"/>
                <a:cs typeface="Trebuchet MS"/>
              </a:rPr>
              <a:t>, </a:t>
            </a:r>
            <a:r>
              <a:rPr sz="1800" spc="-90" dirty="0">
                <a:latin typeface="Trebuchet MS"/>
                <a:cs typeface="Trebuchet MS"/>
              </a:rPr>
              <a:t>s</a:t>
            </a:r>
            <a:r>
              <a:rPr sz="1800" spc="-75" dirty="0">
                <a:latin typeface="Trebuchet MS"/>
                <a:cs typeface="Trebuchet MS"/>
              </a:rPr>
              <a:t>i</a:t>
            </a:r>
            <a:r>
              <a:rPr sz="1800" spc="-95" dirty="0">
                <a:latin typeface="Trebuchet MS"/>
                <a:cs typeface="Trebuchet MS"/>
              </a:rPr>
              <a:t>stem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40" dirty="0">
                <a:latin typeface="Trebuchet MS"/>
                <a:cs typeface="Trebuchet MS"/>
              </a:rPr>
              <a:t>atau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10" dirty="0">
                <a:latin typeface="Trebuchet MS"/>
                <a:cs typeface="Trebuchet MS"/>
              </a:rPr>
              <a:t>or</a:t>
            </a:r>
            <a:r>
              <a:rPr sz="1800" spc="-130" dirty="0">
                <a:latin typeface="Trebuchet MS"/>
                <a:cs typeface="Trebuchet MS"/>
              </a:rPr>
              <a:t>ga</a:t>
            </a:r>
            <a:r>
              <a:rPr sz="1800" spc="-135" dirty="0">
                <a:latin typeface="Trebuchet MS"/>
                <a:cs typeface="Trebuchet MS"/>
              </a:rPr>
              <a:t>ni</a:t>
            </a:r>
            <a:r>
              <a:rPr sz="1800" spc="-95" dirty="0">
                <a:latin typeface="Trebuchet MS"/>
                <a:cs typeface="Trebuchet MS"/>
              </a:rPr>
              <a:t>sasi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-155" dirty="0">
                <a:latin typeface="Trebuchet MS"/>
                <a:cs typeface="Trebuchet MS"/>
              </a:rPr>
              <a:t>l</a:t>
            </a:r>
            <a:r>
              <a:rPr sz="1800" spc="-195" dirty="0">
                <a:latin typeface="Trebuchet MS"/>
                <a:cs typeface="Trebuchet MS"/>
              </a:rPr>
              <a:t>a</a:t>
            </a:r>
            <a:r>
              <a:rPr sz="1800" spc="-120" dirty="0">
                <a:latin typeface="Trebuchet MS"/>
                <a:cs typeface="Trebuchet MS"/>
              </a:rPr>
              <a:t>i</a:t>
            </a:r>
            <a:r>
              <a:rPr sz="1800" spc="-80" dirty="0">
                <a:latin typeface="Trebuchet MS"/>
                <a:cs typeface="Trebuchet MS"/>
              </a:rPr>
              <a:t>n</a:t>
            </a:r>
            <a:r>
              <a:rPr sz="1800" spc="-270" dirty="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555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sz="1800" b="1" spc="90" dirty="0">
                <a:latin typeface="Trebuchet MS"/>
                <a:cs typeface="Trebuchet MS"/>
              </a:rPr>
              <a:t>P</a:t>
            </a:r>
            <a:r>
              <a:rPr sz="1800" b="1" spc="20" dirty="0">
                <a:latin typeface="Trebuchet MS"/>
                <a:cs typeface="Trebuchet MS"/>
              </a:rPr>
              <a:t>r</a:t>
            </a:r>
            <a:r>
              <a:rPr sz="1800" b="1" spc="55" dirty="0">
                <a:latin typeface="Trebuchet MS"/>
                <a:cs typeface="Trebuchet MS"/>
              </a:rPr>
              <a:t>o</a:t>
            </a:r>
            <a:r>
              <a:rPr sz="1800" b="1" spc="-25" dirty="0">
                <a:latin typeface="Trebuchet MS"/>
                <a:cs typeface="Trebuchet MS"/>
              </a:rPr>
              <a:t>s</a:t>
            </a:r>
            <a:r>
              <a:rPr sz="1800" b="1" spc="-45" dirty="0">
                <a:latin typeface="Trebuchet MS"/>
                <a:cs typeface="Trebuchet MS"/>
              </a:rPr>
              <a:t>e</a:t>
            </a:r>
            <a:r>
              <a:rPr sz="1800" b="1" spc="-10" dirty="0">
                <a:latin typeface="Trebuchet MS"/>
                <a:cs typeface="Trebuchet MS"/>
              </a:rPr>
              <a:t>s</a:t>
            </a:r>
            <a:r>
              <a:rPr sz="1800" b="1" spc="-305" dirty="0">
                <a:latin typeface="Trebuchet MS"/>
                <a:cs typeface="Trebuchet MS"/>
              </a:rPr>
              <a:t> </a:t>
            </a:r>
            <a:r>
              <a:rPr sz="1800" b="1" spc="395" dirty="0">
                <a:latin typeface="Trebuchet MS"/>
                <a:cs typeface="Trebuchet MS"/>
              </a:rPr>
              <a:t>W</a:t>
            </a:r>
            <a:r>
              <a:rPr sz="1800" b="1" spc="-85" dirty="0">
                <a:latin typeface="Trebuchet MS"/>
                <a:cs typeface="Trebuchet MS"/>
              </a:rPr>
              <a:t>aj</a:t>
            </a:r>
            <a:r>
              <a:rPr sz="1800" b="1" spc="-75" dirty="0">
                <a:latin typeface="Trebuchet MS"/>
                <a:cs typeface="Trebuchet MS"/>
              </a:rPr>
              <a:t>i</a:t>
            </a:r>
            <a:r>
              <a:rPr sz="1800" b="1" dirty="0">
                <a:latin typeface="Trebuchet MS"/>
                <a:cs typeface="Trebuchet MS"/>
              </a:rPr>
              <a:t>b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i="1" spc="-145" dirty="0">
                <a:latin typeface="Trebuchet MS"/>
                <a:cs typeface="Trebuchet MS"/>
              </a:rPr>
              <a:t>(d</a:t>
            </a:r>
            <a:r>
              <a:rPr sz="1800" i="1" spc="-180" dirty="0">
                <a:latin typeface="Trebuchet MS"/>
                <a:cs typeface="Trebuchet MS"/>
              </a:rPr>
              <a:t>ue</a:t>
            </a:r>
            <a:r>
              <a:rPr sz="1800" i="1" spc="-40" dirty="0">
                <a:latin typeface="Trebuchet MS"/>
                <a:cs typeface="Trebuchet MS"/>
              </a:rPr>
              <a:t> </a:t>
            </a:r>
            <a:r>
              <a:rPr sz="1800" i="1" spc="-125" dirty="0">
                <a:latin typeface="Trebuchet MS"/>
                <a:cs typeface="Trebuchet MS"/>
              </a:rPr>
              <a:t>p</a:t>
            </a:r>
            <a:r>
              <a:rPr sz="1800" i="1" spc="-250" dirty="0">
                <a:latin typeface="Trebuchet MS"/>
                <a:cs typeface="Trebuchet MS"/>
              </a:rPr>
              <a:t>r</a:t>
            </a:r>
            <a:r>
              <a:rPr sz="1800" i="1" spc="-155" dirty="0">
                <a:latin typeface="Trebuchet MS"/>
                <a:cs typeface="Trebuchet MS"/>
              </a:rPr>
              <a:t>o</a:t>
            </a:r>
            <a:r>
              <a:rPr sz="1800" i="1" spc="-145" dirty="0">
                <a:latin typeface="Trebuchet MS"/>
                <a:cs typeface="Trebuchet MS"/>
              </a:rPr>
              <a:t>c</a:t>
            </a:r>
            <a:r>
              <a:rPr sz="1800" i="1" spc="-165" dirty="0">
                <a:latin typeface="Trebuchet MS"/>
                <a:cs typeface="Trebuchet MS"/>
              </a:rPr>
              <a:t>e</a:t>
            </a:r>
            <a:r>
              <a:rPr sz="1800" i="1" spc="-90" dirty="0">
                <a:latin typeface="Trebuchet MS"/>
                <a:cs typeface="Trebuchet MS"/>
              </a:rPr>
              <a:t>ss</a:t>
            </a:r>
            <a:r>
              <a:rPr sz="1800" i="1" spc="-140" dirty="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  <a:p>
            <a:pPr marL="570230" marR="5080" lvl="1" indent="-23812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sz="1800" spc="-90" dirty="0">
                <a:latin typeface="Trebuchet MS"/>
                <a:cs typeface="Trebuchet MS"/>
              </a:rPr>
              <a:t>Adalah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ciri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yang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terkait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dari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masyarakat</a:t>
            </a:r>
            <a:r>
              <a:rPr sz="1800" spc="-8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hukum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dan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merupakan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sebuah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proses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dimana </a:t>
            </a:r>
            <a:r>
              <a:rPr sz="1800" spc="-525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hukum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diketahui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dan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dipahami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dengan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baik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dan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150" dirty="0">
                <a:latin typeface="Trebuchet MS"/>
                <a:cs typeface="Trebuchet MS"/>
              </a:rPr>
              <a:t>ada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kemampuan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untuk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naik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banding </a:t>
            </a:r>
            <a:r>
              <a:rPr sz="1800" spc="-110" dirty="0">
                <a:latin typeface="Trebuchet MS"/>
                <a:cs typeface="Trebuchet MS"/>
              </a:rPr>
              <a:t> ke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pihak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yang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memiliki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wewenang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lebih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tinggi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untuk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memastikan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bahwa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hukum 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ditegakkan.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6"/>
            <a:ext cx="9144000" cy="685800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14347" y="484708"/>
            <a:ext cx="694055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110" dirty="0"/>
              <a:t>5</a:t>
            </a:r>
            <a:r>
              <a:rPr sz="4300" spc="-105" dirty="0"/>
              <a:t> </a:t>
            </a:r>
            <a:r>
              <a:rPr sz="4300" spc="114" dirty="0"/>
              <a:t>L</a:t>
            </a:r>
            <a:r>
              <a:rPr sz="4300" spc="125" dirty="0"/>
              <a:t>A</a:t>
            </a:r>
            <a:r>
              <a:rPr sz="4300" spc="430" dirty="0"/>
              <a:t>N</a:t>
            </a:r>
            <a:r>
              <a:rPr sz="4300" spc="465" dirty="0"/>
              <a:t>G</a:t>
            </a:r>
            <a:r>
              <a:rPr sz="4300" spc="330" dirty="0"/>
              <a:t>K</a:t>
            </a:r>
            <a:r>
              <a:rPr sz="4300" spc="315" dirty="0"/>
              <a:t>A</a:t>
            </a:r>
            <a:r>
              <a:rPr sz="4300" spc="320" dirty="0"/>
              <a:t>H</a:t>
            </a:r>
            <a:r>
              <a:rPr sz="4300" spc="-495" dirty="0"/>
              <a:t> </a:t>
            </a:r>
            <a:r>
              <a:rPr sz="4300" spc="430" dirty="0"/>
              <a:t>AN</a:t>
            </a:r>
            <a:r>
              <a:rPr sz="4300" spc="390" dirty="0"/>
              <a:t>A</a:t>
            </a:r>
            <a:r>
              <a:rPr sz="4300" spc="-120" dirty="0"/>
              <a:t>LIS</a:t>
            </a:r>
            <a:r>
              <a:rPr sz="4300" spc="-65" dirty="0"/>
              <a:t>I</a:t>
            </a:r>
            <a:r>
              <a:rPr sz="4300" spc="-100" dirty="0"/>
              <a:t>S</a:t>
            </a:r>
            <a:r>
              <a:rPr sz="4300" spc="-105" dirty="0"/>
              <a:t> </a:t>
            </a:r>
            <a:r>
              <a:rPr sz="4300" spc="-145" dirty="0"/>
              <a:t>E</a:t>
            </a:r>
            <a:r>
              <a:rPr sz="4300" spc="160" dirty="0"/>
              <a:t>TIKA</a:t>
            </a:r>
            <a:endParaRPr sz="4300"/>
          </a:p>
        </p:txBody>
      </p:sp>
      <p:sp>
        <p:nvSpPr>
          <p:cNvPr id="16" name="object 16"/>
          <p:cNvSpPr txBox="1"/>
          <p:nvPr/>
        </p:nvSpPr>
        <p:spPr>
          <a:xfrm>
            <a:off x="1514347" y="1417396"/>
            <a:ext cx="7271384" cy="476948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469900" marR="68580" indent="-457834">
              <a:lnSpc>
                <a:spcPts val="3460"/>
              </a:lnSpc>
              <a:spcBef>
                <a:spcPts val="525"/>
              </a:spcBef>
              <a:buClr>
                <a:srgbClr val="3891A7"/>
              </a:buClr>
              <a:buSzPct val="79687"/>
              <a:buAutoNum type="arabicPeriod"/>
              <a:tabLst>
                <a:tab pos="469900" algn="l"/>
                <a:tab pos="470534" algn="l"/>
              </a:tabLst>
            </a:pPr>
            <a:r>
              <a:rPr sz="3200" spc="-150" dirty="0">
                <a:latin typeface="Trebuchet MS"/>
                <a:cs typeface="Trebuchet MS"/>
              </a:rPr>
              <a:t>Ind</a:t>
            </a:r>
            <a:r>
              <a:rPr sz="3200" spc="-170" dirty="0">
                <a:latin typeface="Trebuchet MS"/>
                <a:cs typeface="Trebuchet MS"/>
              </a:rPr>
              <a:t>e</a:t>
            </a:r>
            <a:r>
              <a:rPr sz="3200" spc="-150" dirty="0">
                <a:latin typeface="Trebuchet MS"/>
                <a:cs typeface="Trebuchet MS"/>
              </a:rPr>
              <a:t>n</a:t>
            </a:r>
            <a:r>
              <a:rPr sz="3200" spc="-245" dirty="0">
                <a:latin typeface="Trebuchet MS"/>
                <a:cs typeface="Trebuchet MS"/>
              </a:rPr>
              <a:t>t</a:t>
            </a:r>
            <a:r>
              <a:rPr sz="3200" spc="-190" dirty="0">
                <a:latin typeface="Trebuchet MS"/>
                <a:cs typeface="Trebuchet MS"/>
              </a:rPr>
              <a:t>i</a:t>
            </a:r>
            <a:r>
              <a:rPr sz="3200" spc="-340" dirty="0">
                <a:latin typeface="Trebuchet MS"/>
                <a:cs typeface="Trebuchet MS"/>
              </a:rPr>
              <a:t>f</a:t>
            </a:r>
            <a:r>
              <a:rPr sz="3200" spc="-270" dirty="0">
                <a:latin typeface="Trebuchet MS"/>
                <a:cs typeface="Trebuchet MS"/>
              </a:rPr>
              <a:t>i</a:t>
            </a:r>
            <a:r>
              <a:rPr sz="3200" spc="-200" dirty="0">
                <a:latin typeface="Trebuchet MS"/>
                <a:cs typeface="Trebuchet MS"/>
              </a:rPr>
              <a:t>k</a:t>
            </a:r>
            <a:r>
              <a:rPr sz="3200" spc="-204" dirty="0">
                <a:latin typeface="Trebuchet MS"/>
                <a:cs typeface="Trebuchet MS"/>
              </a:rPr>
              <a:t>a</a:t>
            </a:r>
            <a:r>
              <a:rPr sz="3200" spc="-140" dirty="0">
                <a:latin typeface="Trebuchet MS"/>
                <a:cs typeface="Trebuchet MS"/>
              </a:rPr>
              <a:t>si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10" dirty="0">
                <a:latin typeface="Trebuchet MS"/>
                <a:cs typeface="Trebuchet MS"/>
              </a:rPr>
              <a:t>dan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85" dirty="0">
                <a:latin typeface="Trebuchet MS"/>
                <a:cs typeface="Trebuchet MS"/>
              </a:rPr>
              <a:t>j</a:t>
            </a:r>
            <a:r>
              <a:rPr sz="3200" spc="-409" dirty="0">
                <a:latin typeface="Trebuchet MS"/>
                <a:cs typeface="Trebuchet MS"/>
              </a:rPr>
              <a:t>e</a:t>
            </a:r>
            <a:r>
              <a:rPr sz="3200" spc="-200" dirty="0">
                <a:latin typeface="Trebuchet MS"/>
                <a:cs typeface="Trebuchet MS"/>
              </a:rPr>
              <a:t>laska</a:t>
            </a:r>
            <a:r>
              <a:rPr sz="3200" spc="-235" dirty="0">
                <a:latin typeface="Trebuchet MS"/>
                <a:cs typeface="Trebuchet MS"/>
              </a:rPr>
              <a:t>n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240" dirty="0">
                <a:latin typeface="Trebuchet MS"/>
                <a:cs typeface="Trebuchet MS"/>
              </a:rPr>
              <a:t>fakta</a:t>
            </a:r>
            <a:r>
              <a:rPr sz="3200" spc="-345" dirty="0">
                <a:latin typeface="Trebuchet MS"/>
                <a:cs typeface="Trebuchet MS"/>
              </a:rPr>
              <a:t>n</a:t>
            </a:r>
            <a:r>
              <a:rPr sz="3200" spc="-250" dirty="0">
                <a:latin typeface="Trebuchet MS"/>
                <a:cs typeface="Trebuchet MS"/>
              </a:rPr>
              <a:t>ya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de</a:t>
            </a:r>
            <a:r>
              <a:rPr sz="3200" spc="-160" dirty="0">
                <a:latin typeface="Trebuchet MS"/>
                <a:cs typeface="Trebuchet MS"/>
              </a:rPr>
              <a:t>n</a:t>
            </a:r>
            <a:r>
              <a:rPr sz="3200" spc="-200" dirty="0">
                <a:latin typeface="Trebuchet MS"/>
                <a:cs typeface="Trebuchet MS"/>
              </a:rPr>
              <a:t>gan  </a:t>
            </a:r>
            <a:r>
              <a:rPr sz="3200" spc="-270" dirty="0">
                <a:latin typeface="Trebuchet MS"/>
                <a:cs typeface="Trebuchet MS"/>
              </a:rPr>
              <a:t>jelas</a:t>
            </a:r>
            <a:endParaRPr sz="3200">
              <a:latin typeface="Trebuchet MS"/>
              <a:cs typeface="Trebuchet MS"/>
            </a:endParaRPr>
          </a:p>
          <a:p>
            <a:pPr marL="469900" marR="439420" indent="-457834">
              <a:lnSpc>
                <a:spcPts val="3460"/>
              </a:lnSpc>
              <a:spcBef>
                <a:spcPts val="595"/>
              </a:spcBef>
              <a:buClr>
                <a:srgbClr val="3891A7"/>
              </a:buClr>
              <a:buSzPct val="79687"/>
              <a:buAutoNum type="arabicPeriod"/>
              <a:tabLst>
                <a:tab pos="469900" algn="l"/>
                <a:tab pos="470534" algn="l"/>
              </a:tabLst>
            </a:pPr>
            <a:r>
              <a:rPr sz="3200" spc="110" dirty="0">
                <a:latin typeface="Trebuchet MS"/>
                <a:cs typeface="Trebuchet MS"/>
              </a:rPr>
              <a:t>D</a:t>
            </a:r>
            <a:r>
              <a:rPr sz="3200" spc="105" dirty="0">
                <a:latin typeface="Trebuchet MS"/>
                <a:cs typeface="Trebuchet MS"/>
              </a:rPr>
              <a:t>e</a:t>
            </a:r>
            <a:r>
              <a:rPr sz="3200" spc="-200" dirty="0">
                <a:latin typeface="Trebuchet MS"/>
                <a:cs typeface="Trebuchet MS"/>
              </a:rPr>
              <a:t>finisikan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k</a:t>
            </a:r>
            <a:r>
              <a:rPr sz="3200" spc="30" dirty="0">
                <a:latin typeface="Trebuchet MS"/>
                <a:cs typeface="Trebuchet MS"/>
              </a:rPr>
              <a:t>o</a:t>
            </a:r>
            <a:r>
              <a:rPr sz="3200" spc="-150" dirty="0">
                <a:latin typeface="Trebuchet MS"/>
                <a:cs typeface="Trebuchet MS"/>
              </a:rPr>
              <a:t>n</a:t>
            </a:r>
            <a:r>
              <a:rPr sz="3200" spc="-295" dirty="0">
                <a:latin typeface="Trebuchet MS"/>
                <a:cs typeface="Trebuchet MS"/>
              </a:rPr>
              <a:t>fl</a:t>
            </a:r>
            <a:r>
              <a:rPr sz="3200" spc="-270" dirty="0">
                <a:latin typeface="Trebuchet MS"/>
                <a:cs typeface="Trebuchet MS"/>
              </a:rPr>
              <a:t>i</a:t>
            </a:r>
            <a:r>
              <a:rPr sz="3200" spc="-90" dirty="0">
                <a:latin typeface="Trebuchet MS"/>
                <a:cs typeface="Trebuchet MS"/>
              </a:rPr>
              <a:t>k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-250" dirty="0">
                <a:latin typeface="Trebuchet MS"/>
                <a:cs typeface="Trebuchet MS"/>
              </a:rPr>
              <a:t>atau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dile</a:t>
            </a:r>
            <a:r>
              <a:rPr sz="3200" spc="-330" dirty="0">
                <a:latin typeface="Trebuchet MS"/>
                <a:cs typeface="Trebuchet MS"/>
              </a:rPr>
              <a:t>m</a:t>
            </a:r>
            <a:r>
              <a:rPr sz="3200" spc="-235" dirty="0">
                <a:latin typeface="Trebuchet MS"/>
                <a:cs typeface="Trebuchet MS"/>
              </a:rPr>
              <a:t>a</a:t>
            </a:r>
            <a:r>
              <a:rPr sz="3200" spc="-300" dirty="0">
                <a:latin typeface="Trebuchet MS"/>
                <a:cs typeface="Trebuchet MS"/>
              </a:rPr>
              <a:t>n</a:t>
            </a:r>
            <a:r>
              <a:rPr sz="3200" spc="-250" dirty="0">
                <a:latin typeface="Trebuchet MS"/>
                <a:cs typeface="Trebuchet MS"/>
              </a:rPr>
              <a:t>ya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dan  </a:t>
            </a:r>
            <a:r>
              <a:rPr sz="3200" spc="-210" dirty="0">
                <a:latin typeface="Trebuchet MS"/>
                <a:cs typeface="Trebuchet MS"/>
              </a:rPr>
              <a:t>indetifikasi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-225" dirty="0">
                <a:latin typeface="Trebuchet MS"/>
                <a:cs typeface="Trebuchet MS"/>
              </a:rPr>
              <a:t>nilai-nilai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140" dirty="0">
                <a:latin typeface="Trebuchet MS"/>
                <a:cs typeface="Trebuchet MS"/>
              </a:rPr>
              <a:t>luhur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225" dirty="0">
                <a:latin typeface="Trebuchet MS"/>
                <a:cs typeface="Trebuchet MS"/>
              </a:rPr>
              <a:t>yang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-195" dirty="0">
                <a:latin typeface="Trebuchet MS"/>
                <a:cs typeface="Trebuchet MS"/>
              </a:rPr>
              <a:t>terlibat</a:t>
            </a:r>
            <a:endParaRPr sz="3200">
              <a:latin typeface="Trebuchet MS"/>
              <a:cs typeface="Trebuchet MS"/>
            </a:endParaRPr>
          </a:p>
          <a:p>
            <a:pPr marL="469900" marR="2247265" indent="-457834">
              <a:lnSpc>
                <a:spcPts val="3460"/>
              </a:lnSpc>
              <a:spcBef>
                <a:spcPts val="595"/>
              </a:spcBef>
              <a:buClr>
                <a:srgbClr val="3891A7"/>
              </a:buClr>
              <a:buSzPct val="79687"/>
              <a:buAutoNum type="arabicPeriod"/>
              <a:tabLst>
                <a:tab pos="469900" algn="l"/>
                <a:tab pos="470534" algn="l"/>
              </a:tabLst>
            </a:pPr>
            <a:r>
              <a:rPr sz="3200" spc="-150" dirty="0">
                <a:latin typeface="Trebuchet MS"/>
                <a:cs typeface="Trebuchet MS"/>
              </a:rPr>
              <a:t>Ind</a:t>
            </a:r>
            <a:r>
              <a:rPr sz="3200" spc="-170" dirty="0">
                <a:latin typeface="Trebuchet MS"/>
                <a:cs typeface="Trebuchet MS"/>
              </a:rPr>
              <a:t>e</a:t>
            </a:r>
            <a:r>
              <a:rPr sz="3200" spc="-245" dirty="0">
                <a:latin typeface="Trebuchet MS"/>
                <a:cs typeface="Trebuchet MS"/>
              </a:rPr>
              <a:t>t</a:t>
            </a:r>
            <a:r>
              <a:rPr sz="3200" spc="-190" dirty="0">
                <a:latin typeface="Trebuchet MS"/>
                <a:cs typeface="Trebuchet MS"/>
              </a:rPr>
              <a:t>i</a:t>
            </a:r>
            <a:r>
              <a:rPr sz="3200" spc="-340" dirty="0">
                <a:latin typeface="Trebuchet MS"/>
                <a:cs typeface="Trebuchet MS"/>
              </a:rPr>
              <a:t>f</a:t>
            </a:r>
            <a:r>
              <a:rPr sz="3200" spc="-270" dirty="0">
                <a:latin typeface="Trebuchet MS"/>
                <a:cs typeface="Trebuchet MS"/>
              </a:rPr>
              <a:t>i</a:t>
            </a:r>
            <a:r>
              <a:rPr sz="3200" spc="-200" dirty="0">
                <a:latin typeface="Trebuchet MS"/>
                <a:cs typeface="Trebuchet MS"/>
              </a:rPr>
              <a:t>k</a:t>
            </a:r>
            <a:r>
              <a:rPr sz="3200" spc="-204" dirty="0">
                <a:latin typeface="Trebuchet MS"/>
                <a:cs typeface="Trebuchet MS"/>
              </a:rPr>
              <a:t>a</a:t>
            </a:r>
            <a:r>
              <a:rPr sz="3200" spc="-140" dirty="0">
                <a:latin typeface="Trebuchet MS"/>
                <a:cs typeface="Trebuchet MS"/>
              </a:rPr>
              <a:t>si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p</a:t>
            </a:r>
            <a:r>
              <a:rPr sz="3200" spc="-215" dirty="0">
                <a:latin typeface="Trebuchet MS"/>
                <a:cs typeface="Trebuchet MS"/>
              </a:rPr>
              <a:t>ih</a:t>
            </a:r>
            <a:r>
              <a:rPr sz="3200" spc="-260" dirty="0">
                <a:latin typeface="Trebuchet MS"/>
                <a:cs typeface="Trebuchet MS"/>
              </a:rPr>
              <a:t>a</a:t>
            </a:r>
            <a:r>
              <a:rPr sz="3200" spc="-60" dirty="0">
                <a:latin typeface="Trebuchet MS"/>
                <a:cs typeface="Trebuchet MS"/>
              </a:rPr>
              <a:t>k</a:t>
            </a:r>
            <a:r>
              <a:rPr sz="3200" spc="-150" dirty="0">
                <a:latin typeface="Trebuchet MS"/>
                <a:cs typeface="Trebuchet MS"/>
              </a:rPr>
              <a:t>-</a:t>
            </a:r>
            <a:r>
              <a:rPr sz="3200" spc="-185" dirty="0">
                <a:latin typeface="Trebuchet MS"/>
                <a:cs typeface="Trebuchet MS"/>
              </a:rPr>
              <a:t>p</a:t>
            </a:r>
            <a:r>
              <a:rPr sz="3200" spc="-215" dirty="0">
                <a:latin typeface="Trebuchet MS"/>
                <a:cs typeface="Trebuchet MS"/>
              </a:rPr>
              <a:t>ih</a:t>
            </a:r>
            <a:r>
              <a:rPr sz="3200" spc="-260" dirty="0">
                <a:latin typeface="Trebuchet MS"/>
                <a:cs typeface="Trebuchet MS"/>
              </a:rPr>
              <a:t>a</a:t>
            </a:r>
            <a:r>
              <a:rPr sz="3200" spc="-85" dirty="0">
                <a:latin typeface="Trebuchet MS"/>
                <a:cs typeface="Trebuchet MS"/>
              </a:rPr>
              <a:t>k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95" dirty="0">
                <a:latin typeface="Trebuchet MS"/>
                <a:cs typeface="Trebuchet MS"/>
              </a:rPr>
              <a:t>yang  </a:t>
            </a:r>
            <a:r>
              <a:rPr sz="3200" spc="-185" dirty="0">
                <a:latin typeface="Trebuchet MS"/>
                <a:cs typeface="Trebuchet MS"/>
              </a:rPr>
              <a:t>berkepentingan</a:t>
            </a:r>
            <a:endParaRPr sz="3200">
              <a:latin typeface="Trebuchet MS"/>
              <a:cs typeface="Trebuchet MS"/>
            </a:endParaRPr>
          </a:p>
          <a:p>
            <a:pPr marL="469900" marR="5080" indent="-457834">
              <a:lnSpc>
                <a:spcPts val="3460"/>
              </a:lnSpc>
              <a:spcBef>
                <a:spcPts val="595"/>
              </a:spcBef>
              <a:buClr>
                <a:srgbClr val="3891A7"/>
              </a:buClr>
              <a:buSzPct val="79687"/>
              <a:buAutoNum type="arabicPeriod"/>
              <a:tabLst>
                <a:tab pos="469900" algn="l"/>
                <a:tab pos="470534" algn="l"/>
              </a:tabLst>
            </a:pPr>
            <a:r>
              <a:rPr sz="3200" spc="-150" dirty="0">
                <a:latin typeface="Trebuchet MS"/>
                <a:cs typeface="Trebuchet MS"/>
              </a:rPr>
              <a:t>Ind</a:t>
            </a:r>
            <a:r>
              <a:rPr sz="3200" spc="-170" dirty="0">
                <a:latin typeface="Trebuchet MS"/>
                <a:cs typeface="Trebuchet MS"/>
              </a:rPr>
              <a:t>e</a:t>
            </a:r>
            <a:r>
              <a:rPr sz="3200" spc="-150" dirty="0">
                <a:latin typeface="Trebuchet MS"/>
                <a:cs typeface="Trebuchet MS"/>
              </a:rPr>
              <a:t>n</a:t>
            </a:r>
            <a:r>
              <a:rPr sz="3200" spc="-245" dirty="0">
                <a:latin typeface="Trebuchet MS"/>
                <a:cs typeface="Trebuchet MS"/>
              </a:rPr>
              <a:t>t</a:t>
            </a:r>
            <a:r>
              <a:rPr sz="3200" spc="-190" dirty="0">
                <a:latin typeface="Trebuchet MS"/>
                <a:cs typeface="Trebuchet MS"/>
              </a:rPr>
              <a:t>i</a:t>
            </a:r>
            <a:r>
              <a:rPr sz="3200" spc="-340" dirty="0">
                <a:latin typeface="Trebuchet MS"/>
                <a:cs typeface="Trebuchet MS"/>
              </a:rPr>
              <a:t>f</a:t>
            </a:r>
            <a:r>
              <a:rPr sz="3200" spc="-270" dirty="0">
                <a:latin typeface="Trebuchet MS"/>
                <a:cs typeface="Trebuchet MS"/>
              </a:rPr>
              <a:t>i</a:t>
            </a:r>
            <a:r>
              <a:rPr sz="3200" spc="-200" dirty="0">
                <a:latin typeface="Trebuchet MS"/>
                <a:cs typeface="Trebuchet MS"/>
              </a:rPr>
              <a:t>k</a:t>
            </a:r>
            <a:r>
              <a:rPr sz="3200" spc="-204" dirty="0">
                <a:latin typeface="Trebuchet MS"/>
                <a:cs typeface="Trebuchet MS"/>
              </a:rPr>
              <a:t>a</a:t>
            </a:r>
            <a:r>
              <a:rPr sz="3200" spc="-140" dirty="0">
                <a:latin typeface="Trebuchet MS"/>
                <a:cs typeface="Trebuchet MS"/>
              </a:rPr>
              <a:t>si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15" dirty="0">
                <a:latin typeface="Trebuchet MS"/>
                <a:cs typeface="Trebuchet MS"/>
              </a:rPr>
              <a:t>pilihan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225" dirty="0">
                <a:latin typeface="Trebuchet MS"/>
                <a:cs typeface="Trebuchet MS"/>
              </a:rPr>
              <a:t>yang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245" dirty="0">
                <a:latin typeface="Trebuchet MS"/>
                <a:cs typeface="Trebuchet MS"/>
              </a:rPr>
              <a:t>d</a:t>
            </a:r>
            <a:r>
              <a:rPr sz="3200" spc="-250" dirty="0">
                <a:latin typeface="Trebuchet MS"/>
                <a:cs typeface="Trebuchet MS"/>
              </a:rPr>
              <a:t>a</a:t>
            </a:r>
            <a:r>
              <a:rPr sz="3200" spc="-185" dirty="0">
                <a:latin typeface="Trebuchet MS"/>
                <a:cs typeface="Trebuchet MS"/>
              </a:rPr>
              <a:t>p</a:t>
            </a:r>
            <a:r>
              <a:rPr sz="3200" spc="-265" dirty="0">
                <a:latin typeface="Trebuchet MS"/>
                <a:cs typeface="Trebuchet MS"/>
              </a:rPr>
              <a:t>at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29" dirty="0">
                <a:latin typeface="Trebuchet MS"/>
                <a:cs typeface="Trebuchet MS"/>
              </a:rPr>
              <a:t>a</a:t>
            </a:r>
            <a:r>
              <a:rPr sz="3200" spc="-235" dirty="0">
                <a:latin typeface="Trebuchet MS"/>
                <a:cs typeface="Trebuchet MS"/>
              </a:rPr>
              <a:t>n</a:t>
            </a:r>
            <a:r>
              <a:rPr sz="3200" spc="-240" dirty="0">
                <a:latin typeface="Trebuchet MS"/>
                <a:cs typeface="Trebuchet MS"/>
              </a:rPr>
              <a:t>da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200" dirty="0">
                <a:latin typeface="Trebuchet MS"/>
                <a:cs typeface="Trebuchet MS"/>
              </a:rPr>
              <a:t>a</a:t>
            </a:r>
            <a:r>
              <a:rPr sz="3200" spc="-305" dirty="0">
                <a:latin typeface="Trebuchet MS"/>
                <a:cs typeface="Trebuchet MS"/>
              </a:rPr>
              <a:t>m</a:t>
            </a:r>
            <a:r>
              <a:rPr sz="3200" spc="-185" dirty="0">
                <a:latin typeface="Trebuchet MS"/>
                <a:cs typeface="Trebuchet MS"/>
              </a:rPr>
              <a:t>b</a:t>
            </a:r>
            <a:r>
              <a:rPr sz="3200" spc="-240" dirty="0">
                <a:latin typeface="Trebuchet MS"/>
                <a:cs typeface="Trebuchet MS"/>
              </a:rPr>
              <a:t>il  </a:t>
            </a:r>
            <a:r>
              <a:rPr sz="3200" spc="-175" dirty="0">
                <a:latin typeface="Trebuchet MS"/>
                <a:cs typeface="Trebuchet MS"/>
              </a:rPr>
              <a:t>de</a:t>
            </a:r>
            <a:r>
              <a:rPr sz="3200" spc="-160" dirty="0">
                <a:latin typeface="Trebuchet MS"/>
                <a:cs typeface="Trebuchet MS"/>
              </a:rPr>
              <a:t>n</a:t>
            </a:r>
            <a:r>
              <a:rPr sz="3200" spc="-240" dirty="0">
                <a:latin typeface="Trebuchet MS"/>
                <a:cs typeface="Trebuchet MS"/>
              </a:rPr>
              <a:t>gan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b</a:t>
            </a:r>
            <a:r>
              <a:rPr sz="3200" spc="-114" dirty="0">
                <a:latin typeface="Trebuchet MS"/>
                <a:cs typeface="Trebuchet MS"/>
              </a:rPr>
              <a:t>e</a:t>
            </a:r>
            <a:r>
              <a:rPr sz="3200" spc="-80" dirty="0">
                <a:latin typeface="Trebuchet MS"/>
                <a:cs typeface="Trebuchet MS"/>
              </a:rPr>
              <a:t>r</a:t>
            </a:r>
            <a:r>
              <a:rPr sz="3200" spc="-240" dirty="0">
                <a:latin typeface="Trebuchet MS"/>
                <a:cs typeface="Trebuchet MS"/>
              </a:rPr>
              <a:t>alasan</a:t>
            </a:r>
            <a:endParaRPr sz="3200">
              <a:latin typeface="Trebuchet MS"/>
              <a:cs typeface="Trebuchet MS"/>
            </a:endParaRPr>
          </a:p>
          <a:p>
            <a:pPr marL="469900" marR="879475" indent="-457834">
              <a:lnSpc>
                <a:spcPts val="3460"/>
              </a:lnSpc>
              <a:spcBef>
                <a:spcPts val="600"/>
              </a:spcBef>
              <a:buClr>
                <a:srgbClr val="3891A7"/>
              </a:buClr>
              <a:buSzPct val="79687"/>
              <a:buAutoNum type="arabicPeriod"/>
              <a:tabLst>
                <a:tab pos="469900" algn="l"/>
                <a:tab pos="470534" algn="l"/>
              </a:tabLst>
            </a:pPr>
            <a:r>
              <a:rPr sz="3200" spc="-120" dirty="0">
                <a:latin typeface="Trebuchet MS"/>
                <a:cs typeface="Trebuchet MS"/>
              </a:rPr>
              <a:t>In</a:t>
            </a:r>
            <a:r>
              <a:rPr sz="3200" spc="-160" dirty="0">
                <a:latin typeface="Trebuchet MS"/>
                <a:cs typeface="Trebuchet MS"/>
              </a:rPr>
              <a:t>d</a:t>
            </a:r>
            <a:r>
              <a:rPr sz="3200" spc="-265" dirty="0">
                <a:latin typeface="Trebuchet MS"/>
                <a:cs typeface="Trebuchet MS"/>
              </a:rPr>
              <a:t>etif</a:t>
            </a:r>
            <a:r>
              <a:rPr sz="3200" spc="-204" dirty="0">
                <a:latin typeface="Trebuchet MS"/>
                <a:cs typeface="Trebuchet MS"/>
              </a:rPr>
              <a:t>i</a:t>
            </a:r>
            <a:r>
              <a:rPr sz="3200" spc="-200" dirty="0">
                <a:latin typeface="Trebuchet MS"/>
                <a:cs typeface="Trebuchet MS"/>
              </a:rPr>
              <a:t>k</a:t>
            </a:r>
            <a:r>
              <a:rPr sz="3200" spc="-204" dirty="0">
                <a:latin typeface="Trebuchet MS"/>
                <a:cs typeface="Trebuchet MS"/>
              </a:rPr>
              <a:t>a</a:t>
            </a:r>
            <a:r>
              <a:rPr sz="3200" spc="-140" dirty="0">
                <a:latin typeface="Trebuchet MS"/>
                <a:cs typeface="Trebuchet MS"/>
              </a:rPr>
              <a:t>si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p</a:t>
            </a:r>
            <a:r>
              <a:rPr sz="3200" spc="30" dirty="0">
                <a:latin typeface="Trebuchet MS"/>
                <a:cs typeface="Trebuchet MS"/>
              </a:rPr>
              <a:t>o</a:t>
            </a:r>
            <a:r>
              <a:rPr sz="3200" spc="-185" dirty="0">
                <a:latin typeface="Trebuchet MS"/>
                <a:cs typeface="Trebuchet MS"/>
              </a:rPr>
              <a:t>te</a:t>
            </a:r>
            <a:r>
              <a:rPr sz="3200" spc="-210" dirty="0">
                <a:latin typeface="Trebuchet MS"/>
                <a:cs typeface="Trebuchet MS"/>
              </a:rPr>
              <a:t>n</a:t>
            </a:r>
            <a:r>
              <a:rPr sz="3200" spc="-140" dirty="0">
                <a:latin typeface="Trebuchet MS"/>
                <a:cs typeface="Trebuchet MS"/>
              </a:rPr>
              <a:t>si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k</a:t>
            </a:r>
            <a:r>
              <a:rPr sz="3200" spc="30" dirty="0">
                <a:latin typeface="Trebuchet MS"/>
                <a:cs typeface="Trebuchet MS"/>
              </a:rPr>
              <a:t>o</a:t>
            </a:r>
            <a:r>
              <a:rPr sz="3200" spc="-150" dirty="0">
                <a:latin typeface="Trebuchet MS"/>
                <a:cs typeface="Trebuchet MS"/>
              </a:rPr>
              <a:t>n</a:t>
            </a:r>
            <a:r>
              <a:rPr sz="3200" spc="-130" dirty="0">
                <a:latin typeface="Trebuchet MS"/>
                <a:cs typeface="Trebuchet MS"/>
              </a:rPr>
              <a:t>seku</a:t>
            </a:r>
            <a:r>
              <a:rPr sz="3200" spc="-185" dirty="0">
                <a:latin typeface="Trebuchet MS"/>
                <a:cs typeface="Trebuchet MS"/>
              </a:rPr>
              <a:t>e</a:t>
            </a:r>
            <a:r>
              <a:rPr sz="3200" spc="-170" dirty="0">
                <a:latin typeface="Trebuchet MS"/>
                <a:cs typeface="Trebuchet MS"/>
              </a:rPr>
              <a:t>n</a:t>
            </a:r>
            <a:r>
              <a:rPr sz="3200" spc="-140" dirty="0">
                <a:latin typeface="Trebuchet MS"/>
                <a:cs typeface="Trebuchet MS"/>
              </a:rPr>
              <a:t>si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da</a:t>
            </a:r>
            <a:r>
              <a:rPr sz="3200" spc="-110" dirty="0">
                <a:latin typeface="Trebuchet MS"/>
                <a:cs typeface="Trebuchet MS"/>
              </a:rPr>
              <a:t>r</a:t>
            </a:r>
            <a:r>
              <a:rPr sz="3200" spc="-225" dirty="0">
                <a:latin typeface="Trebuchet MS"/>
                <a:cs typeface="Trebuchet MS"/>
              </a:rPr>
              <a:t>i  </a:t>
            </a:r>
            <a:r>
              <a:rPr sz="3200" spc="-185" dirty="0">
                <a:latin typeface="Trebuchet MS"/>
                <a:cs typeface="Trebuchet MS"/>
              </a:rPr>
              <a:t>p</a:t>
            </a:r>
            <a:r>
              <a:rPr sz="3200" spc="-210" dirty="0">
                <a:latin typeface="Trebuchet MS"/>
                <a:cs typeface="Trebuchet MS"/>
              </a:rPr>
              <a:t>iliha</a:t>
            </a:r>
            <a:r>
              <a:rPr sz="3200" spc="-285" dirty="0">
                <a:latin typeface="Trebuchet MS"/>
                <a:cs typeface="Trebuchet MS"/>
              </a:rPr>
              <a:t>n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235" dirty="0">
                <a:latin typeface="Trebuchet MS"/>
                <a:cs typeface="Trebuchet MS"/>
              </a:rPr>
              <a:t>an</a:t>
            </a:r>
            <a:r>
              <a:rPr sz="3200" spc="-240" dirty="0">
                <a:latin typeface="Trebuchet MS"/>
                <a:cs typeface="Trebuchet MS"/>
              </a:rPr>
              <a:t>da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6"/>
            <a:ext cx="9144000" cy="6858000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514347" y="217754"/>
            <a:ext cx="7219315" cy="12166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5"/>
              </a:spcBef>
            </a:pPr>
            <a:r>
              <a:rPr spc="40" dirty="0"/>
              <a:t>KEJAHATAN </a:t>
            </a:r>
            <a:r>
              <a:rPr spc="395" dirty="0"/>
              <a:t>DAN </a:t>
            </a:r>
            <a:r>
              <a:rPr spc="400" dirty="0"/>
              <a:t> </a:t>
            </a:r>
            <a:r>
              <a:rPr spc="215" dirty="0"/>
              <a:t>PENYALAHGUNAAN</a:t>
            </a:r>
            <a:r>
              <a:rPr spc="-254" dirty="0"/>
              <a:t> </a:t>
            </a:r>
            <a:r>
              <a:rPr spc="95" dirty="0"/>
              <a:t>KOMPUTER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42340" y="1937715"/>
            <a:ext cx="7945120" cy="2297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0"/>
              </a:spcBef>
              <a:buClr>
                <a:srgbClr val="3891A7"/>
              </a:buClr>
              <a:buSzPct val="79166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sz="2400" spc="-175" dirty="0">
                <a:latin typeface="Trebuchet MS"/>
                <a:cs typeface="Trebuchet MS"/>
              </a:rPr>
              <a:t>Kejahatan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Komputer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i="1" spc="-220" dirty="0">
                <a:latin typeface="Trebuchet MS"/>
                <a:cs typeface="Trebuchet MS"/>
              </a:rPr>
              <a:t>(Computer</a:t>
            </a:r>
            <a:r>
              <a:rPr sz="2400" i="1" spc="-55" dirty="0">
                <a:latin typeface="Trebuchet MS"/>
                <a:cs typeface="Trebuchet MS"/>
              </a:rPr>
              <a:t> </a:t>
            </a:r>
            <a:r>
              <a:rPr sz="2400" i="1" spc="-210" dirty="0">
                <a:latin typeface="Trebuchet MS"/>
                <a:cs typeface="Trebuchet MS"/>
              </a:rPr>
              <a:t>Crime)</a:t>
            </a:r>
            <a:r>
              <a:rPr sz="2400" i="1" spc="-60" dirty="0">
                <a:latin typeface="Trebuchet MS"/>
                <a:cs typeface="Trebuchet MS"/>
              </a:rPr>
              <a:t> </a:t>
            </a:r>
            <a:r>
              <a:rPr sz="2400" spc="-185" dirty="0">
                <a:latin typeface="Trebuchet MS"/>
                <a:cs typeface="Trebuchet MS"/>
              </a:rPr>
              <a:t>adalah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tindakan 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melanggar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hukum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70" dirty="0">
                <a:latin typeface="Trebuchet MS"/>
                <a:cs typeface="Trebuchet MS"/>
              </a:rPr>
              <a:t>melalui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penggunaan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komputer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85" dirty="0">
                <a:latin typeface="Trebuchet MS"/>
                <a:cs typeface="Trebuchet MS"/>
              </a:rPr>
              <a:t>atau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tindakan </a:t>
            </a:r>
            <a:r>
              <a:rPr sz="2400" spc="-710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me</a:t>
            </a:r>
            <a:r>
              <a:rPr sz="2400" spc="-170" dirty="0">
                <a:latin typeface="Trebuchet MS"/>
                <a:cs typeface="Trebuchet MS"/>
              </a:rPr>
              <a:t>n</a:t>
            </a:r>
            <a:r>
              <a:rPr sz="2400" spc="-180" dirty="0">
                <a:latin typeface="Trebuchet MS"/>
                <a:cs typeface="Trebuchet MS"/>
              </a:rPr>
              <a:t>y</a:t>
            </a:r>
            <a:r>
              <a:rPr sz="2400" spc="-85" dirty="0">
                <a:latin typeface="Trebuchet MS"/>
                <a:cs typeface="Trebuchet MS"/>
              </a:rPr>
              <a:t>e</a:t>
            </a:r>
            <a:r>
              <a:rPr sz="2400" spc="-55" dirty="0">
                <a:latin typeface="Trebuchet MS"/>
                <a:cs typeface="Trebuchet MS"/>
              </a:rPr>
              <a:t>r</a:t>
            </a:r>
            <a:r>
              <a:rPr sz="2400" spc="-180" dirty="0">
                <a:latin typeface="Trebuchet MS"/>
                <a:cs typeface="Trebuchet MS"/>
              </a:rPr>
              <a:t>ang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s</a:t>
            </a:r>
            <a:r>
              <a:rPr sz="2400" spc="-175" dirty="0">
                <a:latin typeface="Trebuchet MS"/>
                <a:cs typeface="Trebuchet MS"/>
              </a:rPr>
              <a:t>ua</a:t>
            </a:r>
            <a:r>
              <a:rPr sz="2400" spc="-135" dirty="0">
                <a:latin typeface="Trebuchet MS"/>
                <a:cs typeface="Trebuchet MS"/>
              </a:rPr>
              <a:t>tu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s</a:t>
            </a:r>
            <a:r>
              <a:rPr sz="2400" spc="-95" dirty="0">
                <a:latin typeface="Trebuchet MS"/>
                <a:cs typeface="Trebuchet MS"/>
              </a:rPr>
              <a:t>i</a:t>
            </a:r>
            <a:r>
              <a:rPr sz="2400" spc="-140" dirty="0">
                <a:latin typeface="Trebuchet MS"/>
                <a:cs typeface="Trebuchet MS"/>
              </a:rPr>
              <a:t>s</a:t>
            </a:r>
            <a:r>
              <a:rPr sz="2400" spc="-155" dirty="0">
                <a:latin typeface="Trebuchet MS"/>
                <a:cs typeface="Trebuchet MS"/>
              </a:rPr>
              <a:t>tem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k</a:t>
            </a:r>
            <a:r>
              <a:rPr sz="2400" spc="-45" dirty="0">
                <a:latin typeface="Trebuchet MS"/>
                <a:cs typeface="Trebuchet MS"/>
              </a:rPr>
              <a:t>o</a:t>
            </a:r>
            <a:r>
              <a:rPr sz="2400" spc="-75" dirty="0">
                <a:latin typeface="Trebuchet MS"/>
                <a:cs typeface="Trebuchet MS"/>
              </a:rPr>
              <a:t>m</a:t>
            </a:r>
            <a:r>
              <a:rPr sz="2400" spc="-140" dirty="0">
                <a:latin typeface="Trebuchet MS"/>
                <a:cs typeface="Trebuchet MS"/>
              </a:rPr>
              <a:t>pute</a:t>
            </a:r>
            <a:r>
              <a:rPr sz="2400" spc="-225" dirty="0">
                <a:latin typeface="Trebuchet MS"/>
                <a:cs typeface="Trebuchet MS"/>
              </a:rPr>
              <a:t>r</a:t>
            </a:r>
            <a:r>
              <a:rPr sz="2400" spc="-36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295910" marR="321945" indent="-283845" algn="just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9166"/>
              <a:buFont typeface="Segoe UI Symbol"/>
              <a:buChar char="⚫"/>
              <a:tabLst>
                <a:tab pos="296545" algn="l"/>
              </a:tabLst>
            </a:pPr>
            <a:r>
              <a:rPr sz="2400" spc="-170" dirty="0">
                <a:latin typeface="Trebuchet MS"/>
                <a:cs typeface="Trebuchet MS"/>
              </a:rPr>
              <a:t>Penyalahgunaan </a:t>
            </a:r>
            <a:r>
              <a:rPr sz="2400" spc="-100" dirty="0">
                <a:latin typeface="Trebuchet MS"/>
                <a:cs typeface="Trebuchet MS"/>
              </a:rPr>
              <a:t>komputer </a:t>
            </a:r>
            <a:r>
              <a:rPr sz="2400" i="1" spc="-220" dirty="0">
                <a:latin typeface="Trebuchet MS"/>
                <a:cs typeface="Trebuchet MS"/>
              </a:rPr>
              <a:t>(Computer </a:t>
            </a:r>
            <a:r>
              <a:rPr sz="2400" i="1" spc="-190" dirty="0">
                <a:latin typeface="Trebuchet MS"/>
                <a:cs typeface="Trebuchet MS"/>
              </a:rPr>
              <a:t>abuse) </a:t>
            </a:r>
            <a:r>
              <a:rPr sz="2400" spc="-185" dirty="0">
                <a:latin typeface="Trebuchet MS"/>
                <a:cs typeface="Trebuchet MS"/>
              </a:rPr>
              <a:t>adalah </a:t>
            </a:r>
            <a:r>
              <a:rPr sz="2400" spc="-155" dirty="0">
                <a:latin typeface="Trebuchet MS"/>
                <a:cs typeface="Trebuchet MS"/>
              </a:rPr>
              <a:t>tindakan </a:t>
            </a:r>
            <a:r>
              <a:rPr sz="2400" spc="-150" dirty="0">
                <a:latin typeface="Trebuchet MS"/>
                <a:cs typeface="Trebuchet MS"/>
              </a:rPr>
              <a:t> meng</a:t>
            </a:r>
            <a:r>
              <a:rPr sz="2400" spc="-165" dirty="0">
                <a:latin typeface="Trebuchet MS"/>
                <a:cs typeface="Trebuchet MS"/>
              </a:rPr>
              <a:t>gun</a:t>
            </a:r>
            <a:r>
              <a:rPr sz="2400" spc="-150" dirty="0">
                <a:latin typeface="Trebuchet MS"/>
                <a:cs typeface="Trebuchet MS"/>
              </a:rPr>
              <a:t>aka</a:t>
            </a:r>
            <a:r>
              <a:rPr sz="2400" spc="-114" dirty="0">
                <a:latin typeface="Trebuchet MS"/>
                <a:cs typeface="Trebuchet MS"/>
              </a:rPr>
              <a:t>n</a:t>
            </a:r>
            <a:r>
              <a:rPr sz="2400" spc="-125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k</a:t>
            </a:r>
            <a:r>
              <a:rPr sz="2400" spc="-45" dirty="0">
                <a:latin typeface="Trebuchet MS"/>
                <a:cs typeface="Trebuchet MS"/>
              </a:rPr>
              <a:t>o</a:t>
            </a:r>
            <a:r>
              <a:rPr sz="2400" spc="-75" dirty="0">
                <a:latin typeface="Trebuchet MS"/>
                <a:cs typeface="Trebuchet MS"/>
              </a:rPr>
              <a:t>m</a:t>
            </a:r>
            <a:r>
              <a:rPr sz="2400" spc="-110" dirty="0">
                <a:latin typeface="Trebuchet MS"/>
                <a:cs typeface="Trebuchet MS"/>
              </a:rPr>
              <a:t>puter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y</a:t>
            </a:r>
            <a:r>
              <a:rPr sz="2400" spc="-190" dirty="0">
                <a:latin typeface="Trebuchet MS"/>
                <a:cs typeface="Trebuchet MS"/>
              </a:rPr>
              <a:t>a</a:t>
            </a:r>
            <a:r>
              <a:rPr sz="2400" spc="-150" dirty="0">
                <a:latin typeface="Trebuchet MS"/>
                <a:cs typeface="Trebuchet MS"/>
              </a:rPr>
              <a:t>ng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m</a:t>
            </a:r>
            <a:r>
              <a:rPr sz="2400" spc="-120" dirty="0">
                <a:latin typeface="Trebuchet MS"/>
                <a:cs typeface="Trebuchet MS"/>
              </a:rPr>
              <a:t>ung</a:t>
            </a:r>
            <a:r>
              <a:rPr sz="2400" spc="-110" dirty="0">
                <a:latin typeface="Trebuchet MS"/>
                <a:cs typeface="Trebuchet MS"/>
              </a:rPr>
              <a:t>k</a:t>
            </a:r>
            <a:r>
              <a:rPr sz="2400" spc="-100" dirty="0">
                <a:latin typeface="Trebuchet MS"/>
                <a:cs typeface="Trebuchet MS"/>
              </a:rPr>
              <a:t>i</a:t>
            </a:r>
            <a:r>
              <a:rPr sz="2400" spc="-180" dirty="0">
                <a:latin typeface="Trebuchet MS"/>
                <a:cs typeface="Trebuchet MS"/>
              </a:rPr>
              <a:t>n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70" dirty="0">
                <a:latin typeface="Trebuchet MS"/>
                <a:cs typeface="Trebuchet MS"/>
              </a:rPr>
              <a:t>le</a:t>
            </a:r>
            <a:r>
              <a:rPr sz="2400" spc="-190" dirty="0">
                <a:latin typeface="Trebuchet MS"/>
                <a:cs typeface="Trebuchet MS"/>
              </a:rPr>
              <a:t>g</a:t>
            </a:r>
            <a:r>
              <a:rPr sz="2400" spc="-210" dirty="0">
                <a:latin typeface="Trebuchet MS"/>
                <a:cs typeface="Trebuchet MS"/>
              </a:rPr>
              <a:t>al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te</a:t>
            </a:r>
            <a:r>
              <a:rPr sz="2400" spc="-155" dirty="0">
                <a:latin typeface="Trebuchet MS"/>
                <a:cs typeface="Trebuchet MS"/>
              </a:rPr>
              <a:t>t</a:t>
            </a:r>
            <a:r>
              <a:rPr sz="2400" spc="-260" dirty="0">
                <a:latin typeface="Trebuchet MS"/>
                <a:cs typeface="Trebuchet MS"/>
              </a:rPr>
              <a:t>a</a:t>
            </a:r>
            <a:r>
              <a:rPr sz="2400" spc="-150" dirty="0">
                <a:latin typeface="Trebuchet MS"/>
                <a:cs typeface="Trebuchet MS"/>
              </a:rPr>
              <a:t>pi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di</a:t>
            </a:r>
            <a:r>
              <a:rPr sz="2400" spc="-195" dirty="0">
                <a:latin typeface="Trebuchet MS"/>
                <a:cs typeface="Trebuchet MS"/>
              </a:rPr>
              <a:t>a</a:t>
            </a:r>
            <a:r>
              <a:rPr sz="2400" spc="-150" dirty="0">
                <a:latin typeface="Trebuchet MS"/>
                <a:cs typeface="Trebuchet MS"/>
              </a:rPr>
              <a:t>ng</a:t>
            </a:r>
            <a:r>
              <a:rPr sz="2400" spc="-204" dirty="0">
                <a:latin typeface="Trebuchet MS"/>
                <a:cs typeface="Trebuchet MS"/>
              </a:rPr>
              <a:t>g</a:t>
            </a:r>
            <a:r>
              <a:rPr sz="2400" spc="-225" dirty="0">
                <a:latin typeface="Trebuchet MS"/>
                <a:cs typeface="Trebuchet MS"/>
              </a:rPr>
              <a:t>a</a:t>
            </a:r>
            <a:r>
              <a:rPr sz="2400" spc="-100" dirty="0">
                <a:latin typeface="Trebuchet MS"/>
                <a:cs typeface="Trebuchet MS"/>
              </a:rPr>
              <a:t>p  </a:t>
            </a:r>
            <a:r>
              <a:rPr sz="2400" spc="-165" dirty="0">
                <a:latin typeface="Trebuchet MS"/>
                <a:cs typeface="Trebuchet MS"/>
              </a:rPr>
              <a:t>t</a:t>
            </a:r>
            <a:r>
              <a:rPr sz="2400" spc="-145" dirty="0">
                <a:latin typeface="Trebuchet MS"/>
                <a:cs typeface="Trebuchet MS"/>
              </a:rPr>
              <a:t>ida</a:t>
            </a:r>
            <a:r>
              <a:rPr sz="2400" spc="-155" dirty="0">
                <a:latin typeface="Trebuchet MS"/>
                <a:cs typeface="Trebuchet MS"/>
              </a:rPr>
              <a:t>k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be</a:t>
            </a:r>
            <a:r>
              <a:rPr sz="2400" spc="-114" dirty="0">
                <a:latin typeface="Trebuchet MS"/>
                <a:cs typeface="Trebuchet MS"/>
              </a:rPr>
              <a:t>r</a:t>
            </a:r>
            <a:r>
              <a:rPr sz="2400" spc="-190" dirty="0">
                <a:latin typeface="Trebuchet MS"/>
                <a:cs typeface="Trebuchet MS"/>
              </a:rPr>
              <a:t>etika.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6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3680" y="0"/>
            <a:ext cx="9147810" cy="6861175"/>
            <a:chOff x="-3680" y="0"/>
            <a:chExt cx="9147810" cy="6861175"/>
          </a:xfrm>
        </p:grpSpPr>
        <p:sp>
          <p:nvSpPr>
            <p:cNvPr id="4" name="object 4"/>
            <p:cNvSpPr/>
            <p:nvPr/>
          </p:nvSpPr>
          <p:spPr>
            <a:xfrm>
              <a:off x="2669" y="3175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505" y="0"/>
                  </a:lnTo>
                  <a:lnTo>
                    <a:pt x="0" y="819150"/>
                  </a:lnTo>
                  <a:lnTo>
                    <a:pt x="505" y="819150"/>
                  </a:lnTo>
                  <a:lnTo>
                    <a:pt x="48636" y="817759"/>
                  </a:lnTo>
                  <a:lnTo>
                    <a:pt x="96034" y="813638"/>
                  </a:lnTo>
                  <a:lnTo>
                    <a:pt x="142624" y="806864"/>
                  </a:lnTo>
                  <a:lnTo>
                    <a:pt x="188327" y="797514"/>
                  </a:lnTo>
                  <a:lnTo>
                    <a:pt x="233068" y="785664"/>
                  </a:lnTo>
                  <a:lnTo>
                    <a:pt x="276769" y="771391"/>
                  </a:lnTo>
                  <a:lnTo>
                    <a:pt x="319353" y="754772"/>
                  </a:lnTo>
                  <a:lnTo>
                    <a:pt x="360744" y="735885"/>
                  </a:lnTo>
                  <a:lnTo>
                    <a:pt x="400866" y="714805"/>
                  </a:lnTo>
                  <a:lnTo>
                    <a:pt x="439640" y="691610"/>
                  </a:lnTo>
                  <a:lnTo>
                    <a:pt x="476990" y="666377"/>
                  </a:lnTo>
                  <a:lnTo>
                    <a:pt x="512840" y="639182"/>
                  </a:lnTo>
                  <a:lnTo>
                    <a:pt x="547112" y="610102"/>
                  </a:lnTo>
                  <a:lnTo>
                    <a:pt x="579730" y="579215"/>
                  </a:lnTo>
                  <a:lnTo>
                    <a:pt x="610617" y="546596"/>
                  </a:lnTo>
                  <a:lnTo>
                    <a:pt x="639696" y="512323"/>
                  </a:lnTo>
                  <a:lnTo>
                    <a:pt x="666890" y="476473"/>
                  </a:lnTo>
                  <a:lnTo>
                    <a:pt x="692122" y="439123"/>
                  </a:lnTo>
                  <a:lnTo>
                    <a:pt x="715316" y="400349"/>
                  </a:lnTo>
                  <a:lnTo>
                    <a:pt x="736395" y="360228"/>
                  </a:lnTo>
                  <a:lnTo>
                    <a:pt x="755282" y="318837"/>
                  </a:lnTo>
                  <a:lnTo>
                    <a:pt x="771899" y="276253"/>
                  </a:lnTo>
                  <a:lnTo>
                    <a:pt x="786171" y="232553"/>
                  </a:lnTo>
                  <a:lnTo>
                    <a:pt x="798021" y="187814"/>
                  </a:lnTo>
                  <a:lnTo>
                    <a:pt x="807370" y="142112"/>
                  </a:lnTo>
                  <a:lnTo>
                    <a:pt x="814144" y="95524"/>
                  </a:lnTo>
                  <a:lnTo>
                    <a:pt x="818265" y="48128"/>
                  </a:lnTo>
                  <a:lnTo>
                    <a:pt x="819655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69" y="3175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655" y="0"/>
                  </a:moveTo>
                  <a:lnTo>
                    <a:pt x="818265" y="48128"/>
                  </a:lnTo>
                  <a:lnTo>
                    <a:pt x="814144" y="95524"/>
                  </a:lnTo>
                  <a:lnTo>
                    <a:pt x="807370" y="142112"/>
                  </a:lnTo>
                  <a:lnTo>
                    <a:pt x="798021" y="187814"/>
                  </a:lnTo>
                  <a:lnTo>
                    <a:pt x="786171" y="232553"/>
                  </a:lnTo>
                  <a:lnTo>
                    <a:pt x="771899" y="276253"/>
                  </a:lnTo>
                  <a:lnTo>
                    <a:pt x="755282" y="318837"/>
                  </a:lnTo>
                  <a:lnTo>
                    <a:pt x="736395" y="360228"/>
                  </a:lnTo>
                  <a:lnTo>
                    <a:pt x="715316" y="400349"/>
                  </a:lnTo>
                  <a:lnTo>
                    <a:pt x="692122" y="439123"/>
                  </a:lnTo>
                  <a:lnTo>
                    <a:pt x="666890" y="476473"/>
                  </a:lnTo>
                  <a:lnTo>
                    <a:pt x="639696" y="512323"/>
                  </a:lnTo>
                  <a:lnTo>
                    <a:pt x="610617" y="546596"/>
                  </a:lnTo>
                  <a:lnTo>
                    <a:pt x="579730" y="579215"/>
                  </a:lnTo>
                  <a:lnTo>
                    <a:pt x="547112" y="610102"/>
                  </a:lnTo>
                  <a:lnTo>
                    <a:pt x="512840" y="639182"/>
                  </a:lnTo>
                  <a:lnTo>
                    <a:pt x="476990" y="666377"/>
                  </a:lnTo>
                  <a:lnTo>
                    <a:pt x="439640" y="691610"/>
                  </a:lnTo>
                  <a:lnTo>
                    <a:pt x="400866" y="714805"/>
                  </a:lnTo>
                  <a:lnTo>
                    <a:pt x="360744" y="735885"/>
                  </a:lnTo>
                  <a:lnTo>
                    <a:pt x="319353" y="754772"/>
                  </a:lnTo>
                  <a:lnTo>
                    <a:pt x="276769" y="771391"/>
                  </a:lnTo>
                  <a:lnTo>
                    <a:pt x="233068" y="785664"/>
                  </a:lnTo>
                  <a:lnTo>
                    <a:pt x="188327" y="797514"/>
                  </a:lnTo>
                  <a:lnTo>
                    <a:pt x="142624" y="806864"/>
                  </a:lnTo>
                  <a:lnTo>
                    <a:pt x="96034" y="813638"/>
                  </a:lnTo>
                  <a:lnTo>
                    <a:pt x="48636" y="817759"/>
                  </a:lnTo>
                  <a:lnTo>
                    <a:pt x="505" y="819150"/>
                  </a:lnTo>
                  <a:lnTo>
                    <a:pt x="337" y="819150"/>
                  </a:lnTo>
                  <a:lnTo>
                    <a:pt x="168" y="819150"/>
                  </a:lnTo>
                  <a:lnTo>
                    <a:pt x="0" y="819150"/>
                  </a:lnTo>
                  <a:lnTo>
                    <a:pt x="505" y="0"/>
                  </a:lnTo>
                  <a:lnTo>
                    <a:pt x="819655" y="0"/>
                  </a:lnTo>
                  <a:close/>
                </a:path>
              </a:pathLst>
            </a:custGeom>
            <a:ln w="12700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968" y="3048"/>
              <a:ext cx="1792224" cy="17891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275" y="20700"/>
              <a:ext cx="1703705" cy="1703705"/>
            </a:xfrm>
            <a:custGeom>
              <a:avLst/>
              <a:gdLst/>
              <a:ahLst/>
              <a:cxnLst/>
              <a:rect l="l" t="t" r="r" b="b"/>
              <a:pathLst>
                <a:path w="1703705" h="1703705">
                  <a:moveTo>
                    <a:pt x="0" y="851662"/>
                  </a:moveTo>
                  <a:lnTo>
                    <a:pt x="1348" y="803329"/>
                  </a:lnTo>
                  <a:lnTo>
                    <a:pt x="5345" y="755704"/>
                  </a:lnTo>
                  <a:lnTo>
                    <a:pt x="11918" y="708858"/>
                  </a:lnTo>
                  <a:lnTo>
                    <a:pt x="20996" y="662865"/>
                  </a:lnTo>
                  <a:lnTo>
                    <a:pt x="32507" y="617795"/>
                  </a:lnTo>
                  <a:lnTo>
                    <a:pt x="46379" y="573720"/>
                  </a:lnTo>
                  <a:lnTo>
                    <a:pt x="62541" y="530713"/>
                  </a:lnTo>
                  <a:lnTo>
                    <a:pt x="80919" y="488844"/>
                  </a:lnTo>
                  <a:lnTo>
                    <a:pt x="101442" y="448187"/>
                  </a:lnTo>
                  <a:lnTo>
                    <a:pt x="124039" y="408812"/>
                  </a:lnTo>
                  <a:lnTo>
                    <a:pt x="148638" y="370792"/>
                  </a:lnTo>
                  <a:lnTo>
                    <a:pt x="175166" y="334199"/>
                  </a:lnTo>
                  <a:lnTo>
                    <a:pt x="203552" y="299104"/>
                  </a:lnTo>
                  <a:lnTo>
                    <a:pt x="233723" y="265579"/>
                  </a:lnTo>
                  <a:lnTo>
                    <a:pt x="265609" y="233696"/>
                  </a:lnTo>
                  <a:lnTo>
                    <a:pt x="299136" y="203527"/>
                  </a:lnTo>
                  <a:lnTo>
                    <a:pt x="334233" y="175144"/>
                  </a:lnTo>
                  <a:lnTo>
                    <a:pt x="370829" y="148619"/>
                  </a:lnTo>
                  <a:lnTo>
                    <a:pt x="408851" y="124023"/>
                  </a:lnTo>
                  <a:lnTo>
                    <a:pt x="448227" y="101429"/>
                  </a:lnTo>
                  <a:lnTo>
                    <a:pt x="488886" y="80908"/>
                  </a:lnTo>
                  <a:lnTo>
                    <a:pt x="530756" y="62532"/>
                  </a:lnTo>
                  <a:lnTo>
                    <a:pt x="573764" y="46373"/>
                  </a:lnTo>
                  <a:lnTo>
                    <a:pt x="617839" y="32502"/>
                  </a:lnTo>
                  <a:lnTo>
                    <a:pt x="662909" y="20993"/>
                  </a:lnTo>
                  <a:lnTo>
                    <a:pt x="708902" y="11916"/>
                  </a:lnTo>
                  <a:lnTo>
                    <a:pt x="755746" y="5344"/>
                  </a:lnTo>
                  <a:lnTo>
                    <a:pt x="803369" y="1348"/>
                  </a:lnTo>
                  <a:lnTo>
                    <a:pt x="851700" y="0"/>
                  </a:lnTo>
                  <a:lnTo>
                    <a:pt x="900029" y="1348"/>
                  </a:lnTo>
                  <a:lnTo>
                    <a:pt x="947652" y="5344"/>
                  </a:lnTo>
                  <a:lnTo>
                    <a:pt x="994496" y="11916"/>
                  </a:lnTo>
                  <a:lnTo>
                    <a:pt x="1040489" y="20993"/>
                  </a:lnTo>
                  <a:lnTo>
                    <a:pt x="1085560" y="32502"/>
                  </a:lnTo>
                  <a:lnTo>
                    <a:pt x="1129636" y="46373"/>
                  </a:lnTo>
                  <a:lnTo>
                    <a:pt x="1172646" y="62532"/>
                  </a:lnTo>
                  <a:lnTo>
                    <a:pt x="1214517" y="80908"/>
                  </a:lnTo>
                  <a:lnTo>
                    <a:pt x="1255178" y="101429"/>
                  </a:lnTo>
                  <a:lnTo>
                    <a:pt x="1294557" y="124023"/>
                  </a:lnTo>
                  <a:lnTo>
                    <a:pt x="1332581" y="148619"/>
                  </a:lnTo>
                  <a:lnTo>
                    <a:pt x="1369179" y="175144"/>
                  </a:lnTo>
                  <a:lnTo>
                    <a:pt x="1404280" y="203527"/>
                  </a:lnTo>
                  <a:lnTo>
                    <a:pt x="1437810" y="233696"/>
                  </a:lnTo>
                  <a:lnTo>
                    <a:pt x="1469698" y="265579"/>
                  </a:lnTo>
                  <a:lnTo>
                    <a:pt x="1499873" y="299104"/>
                  </a:lnTo>
                  <a:lnTo>
                    <a:pt x="1528261" y="334199"/>
                  </a:lnTo>
                  <a:lnTo>
                    <a:pt x="1554792" y="370792"/>
                  </a:lnTo>
                  <a:lnTo>
                    <a:pt x="1579394" y="408812"/>
                  </a:lnTo>
                  <a:lnTo>
                    <a:pt x="1601993" y="448187"/>
                  </a:lnTo>
                  <a:lnTo>
                    <a:pt x="1622520" y="488844"/>
                  </a:lnTo>
                  <a:lnTo>
                    <a:pt x="1640900" y="530713"/>
                  </a:lnTo>
                  <a:lnTo>
                    <a:pt x="1657064" y="573720"/>
                  </a:lnTo>
                  <a:lnTo>
                    <a:pt x="1670938" y="617795"/>
                  </a:lnTo>
                  <a:lnTo>
                    <a:pt x="1682450" y="662865"/>
                  </a:lnTo>
                  <a:lnTo>
                    <a:pt x="1691530" y="708858"/>
                  </a:lnTo>
                  <a:lnTo>
                    <a:pt x="1698105" y="755704"/>
                  </a:lnTo>
                  <a:lnTo>
                    <a:pt x="1702102" y="803329"/>
                  </a:lnTo>
                  <a:lnTo>
                    <a:pt x="1703451" y="851662"/>
                  </a:lnTo>
                  <a:lnTo>
                    <a:pt x="1702102" y="899994"/>
                  </a:lnTo>
                  <a:lnTo>
                    <a:pt x="1698105" y="947619"/>
                  </a:lnTo>
                  <a:lnTo>
                    <a:pt x="1691530" y="994465"/>
                  </a:lnTo>
                  <a:lnTo>
                    <a:pt x="1682450" y="1040458"/>
                  </a:lnTo>
                  <a:lnTo>
                    <a:pt x="1670938" y="1085528"/>
                  </a:lnTo>
                  <a:lnTo>
                    <a:pt x="1657064" y="1129603"/>
                  </a:lnTo>
                  <a:lnTo>
                    <a:pt x="1640900" y="1172610"/>
                  </a:lnTo>
                  <a:lnTo>
                    <a:pt x="1622520" y="1214479"/>
                  </a:lnTo>
                  <a:lnTo>
                    <a:pt x="1601993" y="1255136"/>
                  </a:lnTo>
                  <a:lnTo>
                    <a:pt x="1579394" y="1294511"/>
                  </a:lnTo>
                  <a:lnTo>
                    <a:pt x="1554792" y="1332531"/>
                  </a:lnTo>
                  <a:lnTo>
                    <a:pt x="1528261" y="1369124"/>
                  </a:lnTo>
                  <a:lnTo>
                    <a:pt x="1499873" y="1404219"/>
                  </a:lnTo>
                  <a:lnTo>
                    <a:pt x="1469698" y="1437744"/>
                  </a:lnTo>
                  <a:lnTo>
                    <a:pt x="1437810" y="1469627"/>
                  </a:lnTo>
                  <a:lnTo>
                    <a:pt x="1404280" y="1499796"/>
                  </a:lnTo>
                  <a:lnTo>
                    <a:pt x="1369179" y="1528179"/>
                  </a:lnTo>
                  <a:lnTo>
                    <a:pt x="1332581" y="1554704"/>
                  </a:lnTo>
                  <a:lnTo>
                    <a:pt x="1294557" y="1579300"/>
                  </a:lnTo>
                  <a:lnTo>
                    <a:pt x="1255178" y="1601894"/>
                  </a:lnTo>
                  <a:lnTo>
                    <a:pt x="1214517" y="1622415"/>
                  </a:lnTo>
                  <a:lnTo>
                    <a:pt x="1172646" y="1640791"/>
                  </a:lnTo>
                  <a:lnTo>
                    <a:pt x="1129636" y="1656950"/>
                  </a:lnTo>
                  <a:lnTo>
                    <a:pt x="1085560" y="1670821"/>
                  </a:lnTo>
                  <a:lnTo>
                    <a:pt x="1040489" y="1682330"/>
                  </a:lnTo>
                  <a:lnTo>
                    <a:pt x="994496" y="1691407"/>
                  </a:lnTo>
                  <a:lnTo>
                    <a:pt x="947652" y="1697979"/>
                  </a:lnTo>
                  <a:lnTo>
                    <a:pt x="900029" y="1701975"/>
                  </a:lnTo>
                  <a:lnTo>
                    <a:pt x="851700" y="1703324"/>
                  </a:lnTo>
                  <a:lnTo>
                    <a:pt x="803369" y="1701975"/>
                  </a:lnTo>
                  <a:lnTo>
                    <a:pt x="755746" y="1697979"/>
                  </a:lnTo>
                  <a:lnTo>
                    <a:pt x="708902" y="1691407"/>
                  </a:lnTo>
                  <a:lnTo>
                    <a:pt x="662909" y="1682330"/>
                  </a:lnTo>
                  <a:lnTo>
                    <a:pt x="617839" y="1670821"/>
                  </a:lnTo>
                  <a:lnTo>
                    <a:pt x="573764" y="1656950"/>
                  </a:lnTo>
                  <a:lnTo>
                    <a:pt x="530756" y="1640791"/>
                  </a:lnTo>
                  <a:lnTo>
                    <a:pt x="488886" y="1622415"/>
                  </a:lnTo>
                  <a:lnTo>
                    <a:pt x="448227" y="1601894"/>
                  </a:lnTo>
                  <a:lnTo>
                    <a:pt x="408851" y="1579300"/>
                  </a:lnTo>
                  <a:lnTo>
                    <a:pt x="370829" y="1554704"/>
                  </a:lnTo>
                  <a:lnTo>
                    <a:pt x="334233" y="1528179"/>
                  </a:lnTo>
                  <a:lnTo>
                    <a:pt x="299136" y="1499796"/>
                  </a:lnTo>
                  <a:lnTo>
                    <a:pt x="265609" y="1469627"/>
                  </a:lnTo>
                  <a:lnTo>
                    <a:pt x="233723" y="1437744"/>
                  </a:lnTo>
                  <a:lnTo>
                    <a:pt x="203552" y="1404219"/>
                  </a:lnTo>
                  <a:lnTo>
                    <a:pt x="175166" y="1369124"/>
                  </a:lnTo>
                  <a:lnTo>
                    <a:pt x="148638" y="1332531"/>
                  </a:lnTo>
                  <a:lnTo>
                    <a:pt x="124039" y="1294511"/>
                  </a:lnTo>
                  <a:lnTo>
                    <a:pt x="101442" y="1255136"/>
                  </a:lnTo>
                  <a:lnTo>
                    <a:pt x="80919" y="1214479"/>
                  </a:lnTo>
                  <a:lnTo>
                    <a:pt x="62541" y="1172610"/>
                  </a:lnTo>
                  <a:lnTo>
                    <a:pt x="46379" y="1129603"/>
                  </a:lnTo>
                  <a:lnTo>
                    <a:pt x="32507" y="1085528"/>
                  </a:lnTo>
                  <a:lnTo>
                    <a:pt x="20996" y="1040458"/>
                  </a:lnTo>
                  <a:lnTo>
                    <a:pt x="11918" y="994465"/>
                  </a:lnTo>
                  <a:lnTo>
                    <a:pt x="5345" y="947619"/>
                  </a:lnTo>
                  <a:lnTo>
                    <a:pt x="1348" y="899994"/>
                  </a:lnTo>
                  <a:lnTo>
                    <a:pt x="0" y="851662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639" y="1039367"/>
              <a:ext cx="1164336" cy="116128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8" y="1050633"/>
              <a:ext cx="1116813" cy="111153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8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7" y="204634"/>
                  </a:moveTo>
                  <a:lnTo>
                    <a:pt x="149786" y="168741"/>
                  </a:lnTo>
                  <a:lnTo>
                    <a:pt x="183516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6" y="40547"/>
                  </a:lnTo>
                  <a:lnTo>
                    <a:pt x="380539" y="25331"/>
                  </a:lnTo>
                  <a:lnTo>
                    <a:pt x="423971" y="13644"/>
                  </a:lnTo>
                  <a:lnTo>
                    <a:pt x="468197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8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8" y="50083"/>
                  </a:lnTo>
                  <a:lnTo>
                    <a:pt x="822331" y="71238"/>
                  </a:lnTo>
                  <a:lnTo>
                    <a:pt x="863109" y="96162"/>
                  </a:lnTo>
                  <a:lnTo>
                    <a:pt x="902328" y="124878"/>
                  </a:lnTo>
                  <a:lnTo>
                    <a:pt x="939023" y="156757"/>
                  </a:lnTo>
                  <a:lnTo>
                    <a:pt x="972366" y="190998"/>
                  </a:lnTo>
                  <a:lnTo>
                    <a:pt x="1002326" y="227366"/>
                  </a:lnTo>
                  <a:lnTo>
                    <a:pt x="1028875" y="265625"/>
                  </a:lnTo>
                  <a:lnTo>
                    <a:pt x="1051985" y="305541"/>
                  </a:lnTo>
                  <a:lnTo>
                    <a:pt x="1071627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5" y="611617"/>
                  </a:lnTo>
                  <a:lnTo>
                    <a:pt x="1109608" y="656333"/>
                  </a:lnTo>
                  <a:lnTo>
                    <a:pt x="1100474" y="700593"/>
                  </a:lnTo>
                  <a:lnTo>
                    <a:pt x="1087614" y="744160"/>
                  </a:lnTo>
                  <a:lnTo>
                    <a:pt x="1070999" y="786801"/>
                  </a:lnTo>
                  <a:lnTo>
                    <a:pt x="1050601" y="828281"/>
                  </a:lnTo>
                  <a:lnTo>
                    <a:pt x="1026391" y="868365"/>
                  </a:lnTo>
                  <a:lnTo>
                    <a:pt x="998340" y="906817"/>
                  </a:lnTo>
                  <a:lnTo>
                    <a:pt x="967050" y="942711"/>
                  </a:lnTo>
                  <a:lnTo>
                    <a:pt x="933321" y="975221"/>
                  </a:lnTo>
                  <a:lnTo>
                    <a:pt x="897386" y="1004323"/>
                  </a:lnTo>
                  <a:lnTo>
                    <a:pt x="859481" y="1029991"/>
                  </a:lnTo>
                  <a:lnTo>
                    <a:pt x="819842" y="1052203"/>
                  </a:lnTo>
                  <a:lnTo>
                    <a:pt x="778703" y="1070934"/>
                  </a:lnTo>
                  <a:lnTo>
                    <a:pt x="736301" y="1086160"/>
                  </a:lnTo>
                  <a:lnTo>
                    <a:pt x="692869" y="1097856"/>
                  </a:lnTo>
                  <a:lnTo>
                    <a:pt x="648644" y="1105999"/>
                  </a:lnTo>
                  <a:lnTo>
                    <a:pt x="603861" y="1110565"/>
                  </a:lnTo>
                  <a:lnTo>
                    <a:pt x="558755" y="1111530"/>
                  </a:lnTo>
                  <a:lnTo>
                    <a:pt x="513561" y="1108869"/>
                  </a:lnTo>
                  <a:lnTo>
                    <a:pt x="468514" y="1102558"/>
                  </a:lnTo>
                  <a:lnTo>
                    <a:pt x="423851" y="1092574"/>
                  </a:lnTo>
                  <a:lnTo>
                    <a:pt x="379805" y="1078891"/>
                  </a:lnTo>
                  <a:lnTo>
                    <a:pt x="336613" y="1061487"/>
                  </a:lnTo>
                  <a:lnTo>
                    <a:pt x="294509" y="1040336"/>
                  </a:lnTo>
                  <a:lnTo>
                    <a:pt x="253729" y="1015415"/>
                  </a:lnTo>
                  <a:lnTo>
                    <a:pt x="214509" y="986700"/>
                  </a:lnTo>
                  <a:lnTo>
                    <a:pt x="177813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3" y="806035"/>
                  </a:lnTo>
                  <a:lnTo>
                    <a:pt x="45198" y="764695"/>
                  </a:lnTo>
                  <a:lnTo>
                    <a:pt x="29050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1" y="367355"/>
                  </a:lnTo>
                  <a:lnTo>
                    <a:pt x="45819" y="324701"/>
                  </a:lnTo>
                  <a:lnTo>
                    <a:pt x="66221" y="283206"/>
                  </a:lnTo>
                  <a:lnTo>
                    <a:pt x="90438" y="243105"/>
                  </a:lnTo>
                  <a:lnTo>
                    <a:pt x="118497" y="204634"/>
                  </a:lnTo>
                  <a:close/>
                </a:path>
                <a:path w="1116965" h="1111885">
                  <a:moveTo>
                    <a:pt x="220478" y="286041"/>
                  </a:moveTo>
                  <a:lnTo>
                    <a:pt x="193857" y="323455"/>
                  </a:lnTo>
                  <a:lnTo>
                    <a:pt x="171956" y="362810"/>
                  </a:lnTo>
                  <a:lnTo>
                    <a:pt x="154731" y="403741"/>
                  </a:lnTo>
                  <a:lnTo>
                    <a:pt x="142134" y="445881"/>
                  </a:lnTo>
                  <a:lnTo>
                    <a:pt x="134120" y="488865"/>
                  </a:lnTo>
                  <a:lnTo>
                    <a:pt x="130642" y="532328"/>
                  </a:lnTo>
                  <a:lnTo>
                    <a:pt x="131656" y="575903"/>
                  </a:lnTo>
                  <a:lnTo>
                    <a:pt x="137113" y="619227"/>
                  </a:lnTo>
                  <a:lnTo>
                    <a:pt x="146970" y="661933"/>
                  </a:lnTo>
                  <a:lnTo>
                    <a:pt x="161179" y="703655"/>
                  </a:lnTo>
                  <a:lnTo>
                    <a:pt x="179695" y="744028"/>
                  </a:lnTo>
                  <a:lnTo>
                    <a:pt x="202471" y="782686"/>
                  </a:lnTo>
                  <a:lnTo>
                    <a:pt x="229462" y="819265"/>
                  </a:lnTo>
                  <a:lnTo>
                    <a:pt x="260621" y="853397"/>
                  </a:lnTo>
                  <a:lnTo>
                    <a:pt x="295903" y="884719"/>
                  </a:lnTo>
                  <a:lnTo>
                    <a:pt x="334266" y="912179"/>
                  </a:lnTo>
                  <a:lnTo>
                    <a:pt x="374454" y="934995"/>
                  </a:lnTo>
                  <a:lnTo>
                    <a:pt x="416101" y="953204"/>
                  </a:lnTo>
                  <a:lnTo>
                    <a:pt x="458842" y="966841"/>
                  </a:lnTo>
                  <a:lnTo>
                    <a:pt x="502309" y="975943"/>
                  </a:lnTo>
                  <a:lnTo>
                    <a:pt x="546136" y="980546"/>
                  </a:lnTo>
                  <a:lnTo>
                    <a:pt x="589958" y="980687"/>
                  </a:lnTo>
                  <a:lnTo>
                    <a:pt x="633407" y="976403"/>
                  </a:lnTo>
                  <a:lnTo>
                    <a:pt x="676118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9" y="889862"/>
                  </a:lnTo>
                  <a:lnTo>
                    <a:pt x="865772" y="859785"/>
                  </a:lnTo>
                  <a:lnTo>
                    <a:pt x="896359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2" y="707789"/>
                  </a:lnTo>
                  <a:lnTo>
                    <a:pt x="974710" y="665643"/>
                  </a:lnTo>
                  <a:lnTo>
                    <a:pt x="982725" y="622657"/>
                  </a:lnTo>
                  <a:lnTo>
                    <a:pt x="986204" y="579196"/>
                  </a:lnTo>
                  <a:lnTo>
                    <a:pt x="985192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70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1" y="176583"/>
                  </a:lnTo>
                  <a:lnTo>
                    <a:pt x="700742" y="158375"/>
                  </a:lnTo>
                  <a:lnTo>
                    <a:pt x="658000" y="144737"/>
                  </a:lnTo>
                  <a:lnTo>
                    <a:pt x="614531" y="135635"/>
                  </a:lnTo>
                  <a:lnTo>
                    <a:pt x="570703" y="131032"/>
                  </a:lnTo>
                  <a:lnTo>
                    <a:pt x="526880" y="130891"/>
                  </a:lnTo>
                  <a:lnTo>
                    <a:pt x="483431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9" y="174222"/>
                  </a:lnTo>
                  <a:lnTo>
                    <a:pt x="320681" y="195847"/>
                  </a:lnTo>
                  <a:lnTo>
                    <a:pt x="284588" y="221716"/>
                  </a:lnTo>
                  <a:lnTo>
                    <a:pt x="251064" y="251793"/>
                  </a:lnTo>
                  <a:lnTo>
                    <a:pt x="220478" y="286041"/>
                  </a:lnTo>
                  <a:close/>
                </a:path>
              </a:pathLst>
            </a:custGeom>
            <a:ln w="12700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2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2688" y="0"/>
              <a:ext cx="158496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412" y="0"/>
              <a:ext cx="73025" cy="6858000"/>
            </a:xfrm>
            <a:custGeom>
              <a:avLst/>
              <a:gdLst/>
              <a:ahLst/>
              <a:cxnLst/>
              <a:rect l="l" t="t" r="r" b="b"/>
              <a:pathLst>
                <a:path w="73025" h="6858000">
                  <a:moveTo>
                    <a:pt x="730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025" y="6858000"/>
                  </a:lnTo>
                  <a:lnTo>
                    <a:pt x="73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7160" y="0"/>
              <a:ext cx="8714232" cy="55168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7160" y="329184"/>
              <a:ext cx="3182112" cy="816863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35" dirty="0"/>
              <a:t>RESIKO</a:t>
            </a:r>
            <a:r>
              <a:rPr spc="-190" dirty="0"/>
              <a:t> </a:t>
            </a:r>
            <a:r>
              <a:rPr spc="85" dirty="0"/>
              <a:t>KESEHATAN</a:t>
            </a:r>
            <a:r>
              <a:rPr spc="-229" dirty="0"/>
              <a:t> </a:t>
            </a:r>
            <a:r>
              <a:rPr spc="275" dirty="0"/>
              <a:t>PENGGUNAAN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body" idx="1"/>
          </p:nvPr>
        </p:nvSpPr>
        <p:spPr>
          <a:xfrm>
            <a:off x="414149" y="2057910"/>
            <a:ext cx="8214359" cy="457200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570230" marR="147955" indent="-238125">
              <a:lnSpc>
                <a:spcPct val="80000"/>
              </a:lnSpc>
              <a:spcBef>
                <a:spcPts val="550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spc="-155" dirty="0"/>
              <a:t>Terjadi</a:t>
            </a:r>
            <a:r>
              <a:rPr spc="-50" dirty="0"/>
              <a:t> </a:t>
            </a:r>
            <a:r>
              <a:rPr spc="-125" dirty="0"/>
              <a:t>ketika</a:t>
            </a:r>
            <a:r>
              <a:rPr spc="-35" dirty="0"/>
              <a:t> </a:t>
            </a:r>
            <a:r>
              <a:rPr spc="-75" dirty="0"/>
              <a:t>sekelompok</a:t>
            </a:r>
            <a:r>
              <a:rPr spc="-60" dirty="0"/>
              <a:t> </a:t>
            </a:r>
            <a:r>
              <a:rPr spc="-50" dirty="0"/>
              <a:t>otot</a:t>
            </a:r>
            <a:r>
              <a:rPr spc="-55" dirty="0"/>
              <a:t> </a:t>
            </a:r>
            <a:r>
              <a:rPr spc="-120" dirty="0"/>
              <a:t>dipaksa</a:t>
            </a:r>
            <a:r>
              <a:rPr spc="-35" dirty="0"/>
              <a:t> </a:t>
            </a:r>
            <a:r>
              <a:rPr spc="-120" dirty="0"/>
              <a:t>melakukan</a:t>
            </a:r>
            <a:r>
              <a:rPr spc="-60" dirty="0"/>
              <a:t> </a:t>
            </a:r>
            <a:r>
              <a:rPr spc="-125" dirty="0"/>
              <a:t>tindakan</a:t>
            </a:r>
            <a:r>
              <a:rPr spc="-55" dirty="0"/>
              <a:t> </a:t>
            </a:r>
            <a:r>
              <a:rPr spc="-110" dirty="0"/>
              <a:t>berulang-ulang </a:t>
            </a:r>
            <a:r>
              <a:rPr spc="-105" dirty="0"/>
              <a:t> </a:t>
            </a:r>
            <a:r>
              <a:rPr spc="-130" dirty="0"/>
              <a:t>dan</a:t>
            </a:r>
            <a:r>
              <a:rPr spc="-75" dirty="0"/>
              <a:t> </a:t>
            </a:r>
            <a:r>
              <a:rPr spc="-120" dirty="0"/>
              <a:t>dengan</a:t>
            </a:r>
            <a:r>
              <a:rPr spc="-55" dirty="0"/>
              <a:t> </a:t>
            </a:r>
            <a:r>
              <a:rPr spc="-125" dirty="0"/>
              <a:t>beban</a:t>
            </a:r>
            <a:r>
              <a:rPr spc="-50" dirty="0"/>
              <a:t> </a:t>
            </a:r>
            <a:r>
              <a:rPr spc="-130" dirty="0"/>
              <a:t>yang</a:t>
            </a:r>
            <a:r>
              <a:rPr spc="-60" dirty="0"/>
              <a:t> </a:t>
            </a:r>
            <a:r>
              <a:rPr spc="-130" dirty="0"/>
              <a:t>tinggi</a:t>
            </a:r>
            <a:r>
              <a:rPr spc="-50" dirty="0"/>
              <a:t> </a:t>
            </a:r>
            <a:r>
              <a:rPr spc="-150" dirty="0"/>
              <a:t>atau</a:t>
            </a:r>
            <a:r>
              <a:rPr spc="-30" dirty="0"/>
              <a:t> </a:t>
            </a:r>
            <a:r>
              <a:rPr spc="-114" dirty="0"/>
              <a:t>puluhan</a:t>
            </a:r>
            <a:r>
              <a:rPr spc="-75" dirty="0"/>
              <a:t> </a:t>
            </a:r>
            <a:r>
              <a:rPr spc="-85" dirty="0"/>
              <a:t>ribu</a:t>
            </a:r>
            <a:r>
              <a:rPr spc="-50" dirty="0"/>
              <a:t> </a:t>
            </a:r>
            <a:r>
              <a:rPr spc="-130" dirty="0"/>
              <a:t>kali</a:t>
            </a:r>
            <a:r>
              <a:rPr spc="-50" dirty="0"/>
              <a:t> </a:t>
            </a:r>
            <a:r>
              <a:rPr spc="-114" dirty="0"/>
              <a:t>perulangan</a:t>
            </a:r>
            <a:r>
              <a:rPr spc="-80" dirty="0"/>
              <a:t> </a:t>
            </a:r>
            <a:r>
              <a:rPr spc="-120" dirty="0"/>
              <a:t>dengan</a:t>
            </a:r>
            <a:r>
              <a:rPr spc="-55" dirty="0"/>
              <a:t> </a:t>
            </a:r>
            <a:r>
              <a:rPr spc="-125" dirty="0"/>
              <a:t>beban </a:t>
            </a:r>
            <a:r>
              <a:rPr spc="-560" dirty="0"/>
              <a:t> </a:t>
            </a:r>
            <a:r>
              <a:rPr spc="-135" dirty="0"/>
              <a:t>ringan.</a:t>
            </a:r>
          </a:p>
          <a:p>
            <a:pPr marL="570230" indent="-238760">
              <a:lnSpc>
                <a:spcPts val="2055"/>
              </a:lnSpc>
              <a:spcBef>
                <a:spcPts val="145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spc="-135" dirty="0"/>
              <a:t>Penyebab</a:t>
            </a:r>
            <a:r>
              <a:rPr spc="-80" dirty="0"/>
              <a:t> </a:t>
            </a:r>
            <a:r>
              <a:rPr spc="-135" dirty="0"/>
              <a:t>yang</a:t>
            </a:r>
            <a:r>
              <a:rPr spc="-55" dirty="0"/>
              <a:t> </a:t>
            </a:r>
            <a:r>
              <a:rPr spc="-90" dirty="0"/>
              <a:t>terbesar</a:t>
            </a:r>
            <a:r>
              <a:rPr spc="-25" dirty="0"/>
              <a:t> </a:t>
            </a:r>
            <a:r>
              <a:rPr spc="-155" dirty="0"/>
              <a:t>adalah</a:t>
            </a:r>
            <a:r>
              <a:rPr spc="-50" dirty="0"/>
              <a:t> </a:t>
            </a:r>
            <a:r>
              <a:rPr spc="-80" dirty="0"/>
              <a:t>Keyboard</a:t>
            </a:r>
            <a:r>
              <a:rPr spc="-50" dirty="0"/>
              <a:t> </a:t>
            </a:r>
            <a:r>
              <a:rPr spc="-65" dirty="0"/>
              <a:t>Komputer</a:t>
            </a:r>
            <a:r>
              <a:rPr spc="-40" dirty="0"/>
              <a:t> </a:t>
            </a:r>
            <a:r>
              <a:rPr spc="-10" dirty="0"/>
              <a:t>Contoh</a:t>
            </a:r>
            <a:r>
              <a:rPr spc="-50" dirty="0"/>
              <a:t> </a:t>
            </a:r>
            <a:r>
              <a:rPr spc="-285" dirty="0"/>
              <a:t>:</a:t>
            </a:r>
            <a:r>
              <a:rPr spc="-240" dirty="0"/>
              <a:t> </a:t>
            </a:r>
            <a:r>
              <a:rPr spc="65" dirty="0"/>
              <a:t>CTS</a:t>
            </a:r>
            <a:r>
              <a:rPr spc="-20" dirty="0"/>
              <a:t> </a:t>
            </a:r>
            <a:r>
              <a:rPr spc="-120" dirty="0"/>
              <a:t>(carpal</a:t>
            </a:r>
          </a:p>
          <a:p>
            <a:pPr marL="570230">
              <a:lnSpc>
                <a:spcPts val="2055"/>
              </a:lnSpc>
            </a:pPr>
            <a:r>
              <a:rPr spc="-135" dirty="0"/>
              <a:t>t</a:t>
            </a:r>
            <a:r>
              <a:rPr spc="-85" dirty="0"/>
              <a:t>unn</a:t>
            </a:r>
            <a:r>
              <a:rPr spc="-140" dirty="0"/>
              <a:t>el</a:t>
            </a:r>
            <a:r>
              <a:rPr spc="-100" dirty="0"/>
              <a:t> </a:t>
            </a:r>
            <a:r>
              <a:rPr spc="-55" dirty="0"/>
              <a:t>s</a:t>
            </a:r>
            <a:r>
              <a:rPr spc="-105" dirty="0"/>
              <a:t>y</a:t>
            </a:r>
            <a:r>
              <a:rPr spc="-85" dirty="0"/>
              <a:t>n</a:t>
            </a:r>
            <a:r>
              <a:rPr spc="-105" dirty="0"/>
              <a:t>d</a:t>
            </a:r>
            <a:r>
              <a:rPr spc="-45" dirty="0"/>
              <a:t>r</a:t>
            </a:r>
            <a:r>
              <a:rPr spc="30" dirty="0"/>
              <a:t>o</a:t>
            </a:r>
            <a:r>
              <a:rPr spc="-100" dirty="0"/>
              <a:t>m)</a:t>
            </a:r>
          </a:p>
          <a:p>
            <a:pPr marL="570230" indent="-238760">
              <a:lnSpc>
                <a:spcPts val="2200"/>
              </a:lnSpc>
              <a:spcBef>
                <a:spcPts val="145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spc="-140" dirty="0"/>
              <a:t>Gejala</a:t>
            </a:r>
            <a:r>
              <a:rPr spc="-50" dirty="0"/>
              <a:t> </a:t>
            </a:r>
            <a:r>
              <a:rPr spc="65" dirty="0"/>
              <a:t>CTS</a:t>
            </a:r>
            <a:r>
              <a:rPr spc="-50" dirty="0"/>
              <a:t> </a:t>
            </a:r>
            <a:r>
              <a:rPr spc="-285" dirty="0"/>
              <a:t>:</a:t>
            </a:r>
            <a:r>
              <a:rPr spc="-250" dirty="0"/>
              <a:t> </a:t>
            </a:r>
            <a:r>
              <a:rPr spc="-140" dirty="0"/>
              <a:t>mati</a:t>
            </a:r>
            <a:r>
              <a:rPr spc="-35" dirty="0"/>
              <a:t> </a:t>
            </a:r>
            <a:r>
              <a:rPr spc="-145" dirty="0"/>
              <a:t>rasa,</a:t>
            </a:r>
            <a:r>
              <a:rPr spc="-245" dirty="0"/>
              <a:t> </a:t>
            </a:r>
            <a:r>
              <a:rPr spc="-105" dirty="0"/>
              <a:t>nyeri</a:t>
            </a:r>
            <a:r>
              <a:rPr spc="-35" dirty="0"/>
              <a:t> </a:t>
            </a:r>
            <a:r>
              <a:rPr spc="-135" dirty="0"/>
              <a:t>yang</a:t>
            </a:r>
            <a:r>
              <a:rPr spc="-65" dirty="0"/>
              <a:t> </a:t>
            </a:r>
            <a:r>
              <a:rPr spc="-140" dirty="0"/>
              <a:t>menyentak,</a:t>
            </a:r>
            <a:r>
              <a:rPr spc="-245" dirty="0"/>
              <a:t> </a:t>
            </a:r>
            <a:r>
              <a:rPr spc="-114" dirty="0"/>
              <a:t>kesemutan</a:t>
            </a:r>
            <a:r>
              <a:rPr spc="-40" dirty="0"/>
              <a:t> </a:t>
            </a:r>
            <a:r>
              <a:rPr spc="-175" dirty="0"/>
              <a:t>dll.</a:t>
            </a:r>
          </a:p>
          <a:p>
            <a:pPr marL="295910" marR="951865" indent="-283845">
              <a:lnSpc>
                <a:spcPct val="80000"/>
              </a:lnSpc>
              <a:spcBef>
                <a:spcPts val="64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000" i="1" spc="-270" dirty="0">
                <a:latin typeface="Trebuchet MS"/>
                <a:cs typeface="Trebuchet MS"/>
              </a:rPr>
              <a:t>Sindrom</a:t>
            </a:r>
            <a:r>
              <a:rPr sz="3000" i="1" spc="-65" dirty="0">
                <a:latin typeface="Trebuchet MS"/>
                <a:cs typeface="Trebuchet MS"/>
              </a:rPr>
              <a:t> </a:t>
            </a:r>
            <a:r>
              <a:rPr sz="3000" i="1" spc="-275" dirty="0">
                <a:latin typeface="Trebuchet MS"/>
                <a:cs typeface="Trebuchet MS"/>
              </a:rPr>
              <a:t>penglihatan</a:t>
            </a:r>
            <a:r>
              <a:rPr sz="3000" i="1" spc="-55" dirty="0">
                <a:latin typeface="Trebuchet MS"/>
                <a:cs typeface="Trebuchet MS"/>
              </a:rPr>
              <a:t> </a:t>
            </a:r>
            <a:r>
              <a:rPr sz="3000" i="1" spc="-285" dirty="0">
                <a:latin typeface="Trebuchet MS"/>
                <a:cs typeface="Trebuchet MS"/>
              </a:rPr>
              <a:t>komputer</a:t>
            </a:r>
            <a:r>
              <a:rPr sz="3000" i="1" spc="-75" dirty="0">
                <a:latin typeface="Trebuchet MS"/>
                <a:cs typeface="Trebuchet MS"/>
              </a:rPr>
              <a:t> </a:t>
            </a:r>
            <a:r>
              <a:rPr sz="3000" i="1" spc="-509" dirty="0">
                <a:latin typeface="Trebuchet MS"/>
                <a:cs typeface="Trebuchet MS"/>
              </a:rPr>
              <a:t>;</a:t>
            </a:r>
            <a:r>
              <a:rPr sz="3000" i="1" spc="-345" dirty="0">
                <a:latin typeface="Trebuchet MS"/>
                <a:cs typeface="Trebuchet MS"/>
              </a:rPr>
              <a:t> </a:t>
            </a:r>
            <a:r>
              <a:rPr sz="3000" i="1" spc="-270" dirty="0">
                <a:latin typeface="Trebuchet MS"/>
                <a:cs typeface="Trebuchet MS"/>
              </a:rPr>
              <a:t>Computer</a:t>
            </a:r>
            <a:r>
              <a:rPr sz="3000" i="1" spc="-525" dirty="0">
                <a:latin typeface="Trebuchet MS"/>
                <a:cs typeface="Trebuchet MS"/>
              </a:rPr>
              <a:t> </a:t>
            </a:r>
            <a:r>
              <a:rPr sz="3000" i="1" spc="-275" dirty="0">
                <a:latin typeface="Trebuchet MS"/>
                <a:cs typeface="Trebuchet MS"/>
              </a:rPr>
              <a:t>Vision </a:t>
            </a:r>
            <a:r>
              <a:rPr sz="3000" i="1" spc="-890" dirty="0">
                <a:latin typeface="Trebuchet MS"/>
                <a:cs typeface="Trebuchet MS"/>
              </a:rPr>
              <a:t> </a:t>
            </a:r>
            <a:r>
              <a:rPr sz="3000" i="1" spc="-225" dirty="0">
                <a:latin typeface="Trebuchet MS"/>
                <a:cs typeface="Trebuchet MS"/>
              </a:rPr>
              <a:t>Syn</a:t>
            </a:r>
            <a:r>
              <a:rPr sz="3000" i="1" spc="-245" dirty="0">
                <a:latin typeface="Trebuchet MS"/>
                <a:cs typeface="Trebuchet MS"/>
              </a:rPr>
              <a:t>d</a:t>
            </a:r>
            <a:r>
              <a:rPr sz="3000" i="1" spc="-385" dirty="0">
                <a:latin typeface="Trebuchet MS"/>
                <a:cs typeface="Trebuchet MS"/>
              </a:rPr>
              <a:t>r</a:t>
            </a:r>
            <a:r>
              <a:rPr sz="3000" i="1" spc="-215" dirty="0">
                <a:latin typeface="Trebuchet MS"/>
                <a:cs typeface="Trebuchet MS"/>
              </a:rPr>
              <a:t>o</a:t>
            </a:r>
            <a:r>
              <a:rPr sz="3000" i="1" spc="-320" dirty="0">
                <a:latin typeface="Trebuchet MS"/>
                <a:cs typeface="Trebuchet MS"/>
              </a:rPr>
              <a:t>m</a:t>
            </a:r>
            <a:r>
              <a:rPr sz="3000" i="1" spc="-300" dirty="0">
                <a:latin typeface="Trebuchet MS"/>
                <a:cs typeface="Trebuchet MS"/>
              </a:rPr>
              <a:t>e</a:t>
            </a:r>
            <a:r>
              <a:rPr sz="3000" i="1" spc="-80" dirty="0">
                <a:latin typeface="Trebuchet MS"/>
                <a:cs typeface="Trebuchet MS"/>
              </a:rPr>
              <a:t> </a:t>
            </a:r>
            <a:r>
              <a:rPr sz="3000" spc="-145" dirty="0"/>
              <a:t>(</a:t>
            </a:r>
            <a:r>
              <a:rPr sz="3000" spc="335" dirty="0"/>
              <a:t>C</a:t>
            </a:r>
            <a:r>
              <a:rPr sz="3000" spc="55" dirty="0"/>
              <a:t>V</a:t>
            </a:r>
            <a:r>
              <a:rPr sz="3000" spc="-100" dirty="0"/>
              <a:t>S)</a:t>
            </a:r>
            <a:endParaRPr sz="3000" dirty="0">
              <a:latin typeface="Trebuchet MS"/>
              <a:cs typeface="Trebuchet MS"/>
            </a:endParaRPr>
          </a:p>
          <a:p>
            <a:pPr marL="570230" marR="5080" lvl="1" indent="-238125">
              <a:lnSpc>
                <a:spcPts val="1820"/>
              </a:lnSpc>
              <a:spcBef>
                <a:spcPts val="630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sz="1900" spc="-65" dirty="0">
                <a:latin typeface="Trebuchet MS"/>
                <a:cs typeface="Trebuchet MS"/>
              </a:rPr>
              <a:t>Kondisi</a:t>
            </a:r>
            <a:r>
              <a:rPr sz="1900" spc="-70" dirty="0">
                <a:latin typeface="Trebuchet MS"/>
                <a:cs typeface="Trebuchet MS"/>
              </a:rPr>
              <a:t> </a:t>
            </a:r>
            <a:r>
              <a:rPr sz="1900" spc="-160" dirty="0">
                <a:latin typeface="Trebuchet MS"/>
                <a:cs typeface="Trebuchet MS"/>
              </a:rPr>
              <a:t>mata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yang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tegang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karena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melihat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layar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monitor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komputer</a:t>
            </a:r>
            <a:r>
              <a:rPr sz="1900" spc="-65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untuk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waktu </a:t>
            </a:r>
            <a:r>
              <a:rPr sz="1900" spc="-555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yang</a:t>
            </a:r>
            <a:r>
              <a:rPr sz="1900" spc="-95" dirty="0">
                <a:latin typeface="Trebuchet MS"/>
                <a:cs typeface="Trebuchet MS"/>
              </a:rPr>
              <a:t> </a:t>
            </a:r>
            <a:r>
              <a:rPr sz="1900" spc="-165" dirty="0">
                <a:latin typeface="Trebuchet MS"/>
                <a:cs typeface="Trebuchet MS"/>
              </a:rPr>
              <a:t>lama</a:t>
            </a:r>
            <a:endParaRPr sz="1900" dirty="0">
              <a:latin typeface="Trebuchet MS"/>
              <a:cs typeface="Trebuchet MS"/>
            </a:endParaRPr>
          </a:p>
          <a:p>
            <a:pPr marL="570230" lvl="1" indent="-238760">
              <a:lnSpc>
                <a:spcPts val="2200"/>
              </a:lnSpc>
              <a:spcBef>
                <a:spcPts val="170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sz="1900" spc="-140" dirty="0">
                <a:latin typeface="Trebuchet MS"/>
                <a:cs typeface="Trebuchet MS"/>
              </a:rPr>
              <a:t>Gejala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65" dirty="0">
                <a:latin typeface="Trebuchet MS"/>
                <a:cs typeface="Trebuchet MS"/>
              </a:rPr>
              <a:t>CVS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285" dirty="0">
                <a:latin typeface="Trebuchet MS"/>
                <a:cs typeface="Trebuchet MS"/>
              </a:rPr>
              <a:t>:</a:t>
            </a:r>
            <a:r>
              <a:rPr sz="1900" spc="-250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Sakit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65" dirty="0">
                <a:latin typeface="Trebuchet MS"/>
                <a:cs typeface="Trebuchet MS"/>
              </a:rPr>
              <a:t>kepala,</a:t>
            </a:r>
            <a:r>
              <a:rPr sz="1900" spc="-240" dirty="0">
                <a:latin typeface="Trebuchet MS"/>
                <a:cs typeface="Trebuchet MS"/>
              </a:rPr>
              <a:t> </a:t>
            </a:r>
            <a:r>
              <a:rPr sz="1900" spc="-130" dirty="0">
                <a:latin typeface="Trebuchet MS"/>
                <a:cs typeface="Trebuchet MS"/>
              </a:rPr>
              <a:t>pandangan</a:t>
            </a:r>
            <a:r>
              <a:rPr sz="1900" spc="-105" dirty="0">
                <a:latin typeface="Trebuchet MS"/>
                <a:cs typeface="Trebuchet MS"/>
              </a:rPr>
              <a:t> </a:t>
            </a:r>
            <a:r>
              <a:rPr sz="1900" spc="-150" dirty="0">
                <a:latin typeface="Trebuchet MS"/>
                <a:cs typeface="Trebuchet MS"/>
              </a:rPr>
              <a:t>kabur,</a:t>
            </a:r>
            <a:r>
              <a:rPr sz="1900" spc="-240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serta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55" dirty="0">
                <a:latin typeface="Trebuchet MS"/>
                <a:cs typeface="Trebuchet MS"/>
              </a:rPr>
              <a:t>mata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00" dirty="0">
                <a:latin typeface="Trebuchet MS"/>
                <a:cs typeface="Trebuchet MS"/>
              </a:rPr>
              <a:t>kering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dan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iritasi</a:t>
            </a:r>
            <a:endParaRPr sz="1900" dirty="0">
              <a:latin typeface="Trebuchet MS"/>
              <a:cs typeface="Trebuchet MS"/>
            </a:endParaRPr>
          </a:p>
          <a:p>
            <a:pPr marL="295910" indent="-283845">
              <a:lnSpc>
                <a:spcPts val="3520"/>
              </a:lnSpc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000" i="1" spc="-275" dirty="0">
                <a:latin typeface="Trebuchet MS"/>
                <a:cs typeface="Trebuchet MS"/>
              </a:rPr>
              <a:t>Technostress</a:t>
            </a:r>
            <a:endParaRPr sz="3000" dirty="0">
              <a:latin typeface="Trebuchet MS"/>
              <a:cs typeface="Trebuchet MS"/>
            </a:endParaRPr>
          </a:p>
          <a:p>
            <a:pPr marL="570230" lvl="1" indent="-238760">
              <a:lnSpc>
                <a:spcPct val="100000"/>
              </a:lnSpc>
              <a:spcBef>
                <a:spcPts val="190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sz="1900" spc="-80" dirty="0">
                <a:latin typeface="Trebuchet MS"/>
                <a:cs typeface="Trebuchet MS"/>
              </a:rPr>
              <a:t>Stres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130" dirty="0">
                <a:latin typeface="Trebuchet MS"/>
                <a:cs typeface="Trebuchet MS"/>
              </a:rPr>
              <a:t>yang</a:t>
            </a:r>
            <a:r>
              <a:rPr sz="1900" spc="-60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timbul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dari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penggunaan</a:t>
            </a:r>
            <a:r>
              <a:rPr sz="1900" spc="-105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komputer</a:t>
            </a:r>
            <a:endParaRPr sz="1900" dirty="0">
              <a:latin typeface="Trebuchet MS"/>
              <a:cs typeface="Trebuchet MS"/>
            </a:endParaRPr>
          </a:p>
          <a:p>
            <a:pPr marL="570230" lvl="1" indent="-238760">
              <a:lnSpc>
                <a:spcPts val="2055"/>
              </a:lnSpc>
              <a:spcBef>
                <a:spcPts val="145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sz="1900" spc="-140" dirty="0">
                <a:latin typeface="Trebuchet MS"/>
                <a:cs typeface="Trebuchet MS"/>
              </a:rPr>
              <a:t>Gejala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285" dirty="0">
                <a:latin typeface="Trebuchet MS"/>
                <a:cs typeface="Trebuchet MS"/>
              </a:rPr>
              <a:t>:</a:t>
            </a:r>
            <a:r>
              <a:rPr sz="1900" spc="-245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mudah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145" dirty="0">
                <a:latin typeface="Trebuchet MS"/>
                <a:cs typeface="Trebuchet MS"/>
              </a:rPr>
              <a:t>marah,</a:t>
            </a:r>
            <a:r>
              <a:rPr sz="1900" spc="-240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perasaan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tidak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bersahabat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dengan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orang</a:t>
            </a:r>
            <a:r>
              <a:rPr sz="1900" spc="-60" dirty="0">
                <a:latin typeface="Trebuchet MS"/>
                <a:cs typeface="Trebuchet MS"/>
              </a:rPr>
              <a:t> </a:t>
            </a:r>
            <a:r>
              <a:rPr sz="1900" spc="-170" dirty="0">
                <a:latin typeface="Trebuchet MS"/>
                <a:cs typeface="Trebuchet MS"/>
              </a:rPr>
              <a:t>lain,</a:t>
            </a:r>
            <a:r>
              <a:rPr sz="1900" spc="-245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tidak</a:t>
            </a:r>
            <a:endParaRPr sz="1900" dirty="0">
              <a:latin typeface="Trebuchet MS"/>
              <a:cs typeface="Trebuchet MS"/>
            </a:endParaRPr>
          </a:p>
          <a:p>
            <a:pPr marL="570230">
              <a:lnSpc>
                <a:spcPts val="2055"/>
              </a:lnSpc>
            </a:pPr>
            <a:r>
              <a:rPr spc="-55" dirty="0"/>
              <a:t>s</a:t>
            </a:r>
            <a:r>
              <a:rPr spc="-145" dirty="0"/>
              <a:t>a</a:t>
            </a:r>
            <a:r>
              <a:rPr spc="-140" dirty="0"/>
              <a:t>b</a:t>
            </a:r>
            <a:r>
              <a:rPr spc="-114" dirty="0"/>
              <a:t>aran</a:t>
            </a:r>
            <a:r>
              <a:rPr spc="-85" dirty="0"/>
              <a:t> </a:t>
            </a:r>
            <a:r>
              <a:rPr spc="-105" dirty="0"/>
              <a:t>d</a:t>
            </a:r>
            <a:r>
              <a:rPr spc="-140" dirty="0"/>
              <a:t>an</a:t>
            </a:r>
            <a:r>
              <a:rPr spc="-55" dirty="0"/>
              <a:t> </a:t>
            </a:r>
            <a:r>
              <a:rPr spc="-100" dirty="0"/>
              <a:t>k</a:t>
            </a:r>
            <a:r>
              <a:rPr spc="-135" dirty="0"/>
              <a:t>elet</a:t>
            </a:r>
            <a:r>
              <a:rPr spc="-140" dirty="0"/>
              <a:t>i</a:t>
            </a:r>
            <a:r>
              <a:rPr spc="-85" dirty="0"/>
              <a:t>h</a:t>
            </a:r>
            <a:r>
              <a:rPr spc="-140" dirty="0"/>
              <a:t>a</a:t>
            </a:r>
            <a:r>
              <a:rPr spc="-130" dirty="0"/>
              <a:t>n</a:t>
            </a:r>
            <a:r>
              <a:rPr spc="-285" dirty="0"/>
              <a:t>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92569" y="431743"/>
            <a:ext cx="7679055" cy="1271905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0"/>
              </a:spcBef>
            </a:pPr>
            <a:r>
              <a:rPr sz="3900" spc="95" dirty="0">
                <a:solidFill>
                  <a:srgbClr val="562213"/>
                </a:solidFill>
                <a:latin typeface="Trebuchet MS"/>
                <a:cs typeface="Trebuchet MS"/>
              </a:rPr>
              <a:t>KOMPUTER</a:t>
            </a:r>
            <a:endParaRPr sz="3900" dirty="0">
              <a:latin typeface="Trebuchet MS"/>
              <a:cs typeface="Trebuchet MS"/>
            </a:endParaRPr>
          </a:p>
          <a:p>
            <a:pPr marL="378460" indent="-283845">
              <a:lnSpc>
                <a:spcPct val="100000"/>
              </a:lnSpc>
              <a:spcBef>
                <a:spcPts val="66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378460" algn="l"/>
              </a:tabLst>
            </a:pPr>
            <a:r>
              <a:rPr sz="3000" i="1" spc="-260" dirty="0">
                <a:latin typeface="Trebuchet MS"/>
                <a:cs typeface="Trebuchet MS"/>
              </a:rPr>
              <a:t>Cedera</a:t>
            </a:r>
            <a:r>
              <a:rPr sz="3000" i="1" spc="-110" dirty="0">
                <a:latin typeface="Trebuchet MS"/>
                <a:cs typeface="Trebuchet MS"/>
              </a:rPr>
              <a:t> </a:t>
            </a:r>
            <a:r>
              <a:rPr sz="3000" i="1" spc="-275" dirty="0">
                <a:latin typeface="Trebuchet MS"/>
                <a:cs typeface="Trebuchet MS"/>
              </a:rPr>
              <a:t>stres</a:t>
            </a:r>
            <a:r>
              <a:rPr sz="3000" i="1" spc="-60" dirty="0">
                <a:latin typeface="Trebuchet MS"/>
                <a:cs typeface="Trebuchet MS"/>
              </a:rPr>
              <a:t> </a:t>
            </a:r>
            <a:r>
              <a:rPr sz="3000" i="1" spc="-300" dirty="0">
                <a:latin typeface="Trebuchet MS"/>
                <a:cs typeface="Trebuchet MS"/>
              </a:rPr>
              <a:t>berulang;</a:t>
            </a:r>
            <a:r>
              <a:rPr sz="3000" i="1" spc="-380" dirty="0">
                <a:latin typeface="Trebuchet MS"/>
                <a:cs typeface="Trebuchet MS"/>
              </a:rPr>
              <a:t> </a:t>
            </a:r>
            <a:r>
              <a:rPr sz="3000" i="1" spc="-320" dirty="0">
                <a:latin typeface="Trebuchet MS"/>
                <a:cs typeface="Trebuchet MS"/>
              </a:rPr>
              <a:t>Repetitive</a:t>
            </a:r>
            <a:r>
              <a:rPr sz="3000" i="1" spc="-60" dirty="0">
                <a:latin typeface="Trebuchet MS"/>
                <a:cs typeface="Trebuchet MS"/>
              </a:rPr>
              <a:t> </a:t>
            </a:r>
            <a:r>
              <a:rPr sz="3000" i="1" spc="-254" dirty="0">
                <a:latin typeface="Trebuchet MS"/>
                <a:cs typeface="Trebuchet MS"/>
              </a:rPr>
              <a:t>stress</a:t>
            </a:r>
            <a:r>
              <a:rPr sz="3000" i="1" spc="-65" dirty="0">
                <a:latin typeface="Trebuchet MS"/>
                <a:cs typeface="Trebuchet MS"/>
              </a:rPr>
              <a:t> </a:t>
            </a:r>
            <a:r>
              <a:rPr sz="3000" i="1" spc="-330" dirty="0">
                <a:latin typeface="Trebuchet MS"/>
                <a:cs typeface="Trebuchet MS"/>
              </a:rPr>
              <a:t>injury</a:t>
            </a:r>
            <a:r>
              <a:rPr sz="3000" i="1" spc="-5" dirty="0">
                <a:latin typeface="Trebuchet MS"/>
                <a:cs typeface="Trebuchet MS"/>
              </a:rPr>
              <a:t> </a:t>
            </a:r>
            <a:r>
              <a:rPr sz="3000" spc="-75" dirty="0">
                <a:latin typeface="Trebuchet MS"/>
                <a:cs typeface="Trebuchet MS"/>
              </a:rPr>
              <a:t>(RSI)</a:t>
            </a:r>
            <a:endParaRPr sz="3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6"/>
            <a:ext cx="9144000" cy="685800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588258" y="2690825"/>
            <a:ext cx="216979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b="1" spc="310" dirty="0">
                <a:latin typeface="Trebuchet MS"/>
                <a:cs typeface="Trebuchet MS"/>
              </a:rPr>
              <a:t>SELE</a:t>
            </a:r>
            <a:r>
              <a:rPr sz="4000" b="1" spc="300" dirty="0">
                <a:latin typeface="Trebuchet MS"/>
                <a:cs typeface="Trebuchet MS"/>
              </a:rPr>
              <a:t>S</a:t>
            </a:r>
            <a:r>
              <a:rPr sz="4000" b="1" spc="409" dirty="0">
                <a:latin typeface="Trebuchet MS"/>
                <a:cs typeface="Trebuchet MS"/>
              </a:rPr>
              <a:t>AI</a:t>
            </a:r>
            <a:endParaRPr sz="4000">
              <a:latin typeface="Trebuchet MS"/>
              <a:cs typeface="Trebuchet M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2710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PPT TI50hal</Template>
  <TotalTime>10</TotalTime>
  <Words>869</Words>
  <Application>Microsoft Office PowerPoint</Application>
  <PresentationFormat>On-screen Show (4:3)</PresentationFormat>
  <Paragraphs>110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15</vt:i4>
      </vt:variant>
    </vt:vector>
  </HeadingPairs>
  <TitlesOfParts>
    <vt:vector size="32" baseType="lpstr">
      <vt:lpstr>Arial</vt:lpstr>
      <vt:lpstr>Arial MT</vt:lpstr>
      <vt:lpstr>Calibri</vt:lpstr>
      <vt:lpstr>Calibri Light</vt:lpstr>
      <vt:lpstr>Georgia</vt:lpstr>
      <vt:lpstr>Segoe UI Symbol</vt:lpstr>
      <vt:lpstr>Times New Roman</vt:lpstr>
      <vt:lpstr>Trebuchet MS</vt:lpstr>
      <vt:lpstr>Verdana</vt:lpstr>
      <vt:lpstr>6_Office Theme</vt:lpstr>
      <vt:lpstr>7_Office Theme</vt:lpstr>
      <vt:lpstr>4_Office Theme</vt:lpstr>
      <vt:lpstr>3_Office Theme</vt:lpstr>
      <vt:lpstr>2_Office Theme</vt:lpstr>
      <vt:lpstr>Office Theme</vt:lpstr>
      <vt:lpstr>5_Office Theme</vt:lpstr>
      <vt:lpstr>1_Office Theme</vt:lpstr>
      <vt:lpstr>SISTEM INFORMASI  MANAJEMEN</vt:lpstr>
      <vt:lpstr>Era Informasi</vt:lpstr>
      <vt:lpstr>Komputer</vt:lpstr>
      <vt:lpstr>Komputer vs Manusia</vt:lpstr>
      <vt:lpstr>Komputer vs Manusia</vt:lpstr>
      <vt:lpstr>MEMAHAMI ISU ETIKA DAN  SOSIAL TERKAIT DENGAN  SISTEM INFORMASI</vt:lpstr>
      <vt:lpstr>Contoh Keputusan Etika yang salah  Oleh Para Manajer Perusahaan</vt:lpstr>
      <vt:lpstr>LIMA DIMENSI MORAL ERA</vt:lpstr>
      <vt:lpstr>4 Isu Etika dalam Teknologi Informasi</vt:lpstr>
      <vt:lpstr>PowerPoint Presentation</vt:lpstr>
      <vt:lpstr>ETIKA DALAM MASYARAKAT</vt:lpstr>
      <vt:lpstr>5 LANGKAH ANALISIS ETIKA</vt:lpstr>
      <vt:lpstr>KEJAHATAN DAN  PENYALAHGUNAAN KOMPUTER</vt:lpstr>
      <vt:lpstr>RESIKO KESEHATAN PENGGUNAAN</vt:lpstr>
      <vt:lpstr>SELESAI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USULAN KURIKULUM  PROGRAM STUDI KOMPUTERISASI AKUNTANSI JENJANG STRATA 1</dc:title>
  <dc:creator>deni</dc:creator>
  <cp:lastModifiedBy>Windows User</cp:lastModifiedBy>
  <cp:revision>5</cp:revision>
  <dcterms:created xsi:type="dcterms:W3CDTF">2021-08-24T12:45:20Z</dcterms:created>
  <dcterms:modified xsi:type="dcterms:W3CDTF">2021-08-28T00:16:04Z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2016-09-18T00:00:00Z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2021-08-24T00:00:00Z</vt:filetime>
  </property>
</Properties>
</file>