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 id="2147483652" r:id="rId6"/>
    <p:sldMasterId id="2147483654" r:id="rId7"/>
    <p:sldMasterId id="2147483656" r:id="rId8"/>
    <p:sldMasterId id="2147483660" r:id="rId9"/>
    <p:sldMasterId id="2147483662" r:id="rId10"/>
  </p:sldMasterIdLst>
  <p:notesMasterIdLst>
    <p:notesMasterId r:id="rId11"/>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Lst>
  <p:sldSz cy="68580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32" roundtripDataSignature="AMtx7mg+in2YtVClvl6BKy3HiBoDUUuSx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DAEC371-DE3C-423E-BC65-BEA2B6BA08F6}">
  <a:tblStyle styleId="{1DAEC371-DE3C-423E-BC65-BEA2B6BA08F6}"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9.xml"/><Relationship Id="rId22" Type="http://schemas.openxmlformats.org/officeDocument/2006/relationships/slide" Target="slides/slide11.xml"/><Relationship Id="rId21" Type="http://schemas.openxmlformats.org/officeDocument/2006/relationships/slide" Target="slides/slide10.xml"/><Relationship Id="rId24" Type="http://schemas.openxmlformats.org/officeDocument/2006/relationships/slide" Target="slides/slide13.xml"/><Relationship Id="rId23" Type="http://schemas.openxmlformats.org/officeDocument/2006/relationships/slide" Target="slides/slide12.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Master" Target="slideMasters/slideMaster5.xml"/><Relationship Id="rId26" Type="http://schemas.openxmlformats.org/officeDocument/2006/relationships/slide" Target="slides/slide15.xml"/><Relationship Id="rId25" Type="http://schemas.openxmlformats.org/officeDocument/2006/relationships/slide" Target="slides/slide14.xml"/><Relationship Id="rId28" Type="http://schemas.openxmlformats.org/officeDocument/2006/relationships/slide" Target="slides/slide17.xml"/><Relationship Id="rId27" Type="http://schemas.openxmlformats.org/officeDocument/2006/relationships/slide" Target="slides/slide16.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18.xml"/><Relationship Id="rId7" Type="http://schemas.openxmlformats.org/officeDocument/2006/relationships/slideMaster" Target="slideMasters/slideMaster3.xml"/><Relationship Id="rId8" Type="http://schemas.openxmlformats.org/officeDocument/2006/relationships/slideMaster" Target="slideMasters/slideMaster4.xml"/><Relationship Id="rId31" Type="http://schemas.openxmlformats.org/officeDocument/2006/relationships/slide" Target="slides/slide20.xml"/><Relationship Id="rId30" Type="http://schemas.openxmlformats.org/officeDocument/2006/relationships/slide" Target="slides/slide19.xml"/><Relationship Id="rId11" Type="http://schemas.openxmlformats.org/officeDocument/2006/relationships/notesMaster" Target="notesMasters/notesMaster1.xml"/><Relationship Id="rId10" Type="http://schemas.openxmlformats.org/officeDocument/2006/relationships/slideMaster" Target="slideMasters/slideMaster6.xml"/><Relationship Id="rId32" Type="http://customschemas.google.com/relationships/presentationmetadata" Target="metadata"/><Relationship Id="rId13" Type="http://schemas.openxmlformats.org/officeDocument/2006/relationships/slide" Target="slides/slide2.xml"/><Relationship Id="rId12" Type="http://schemas.openxmlformats.org/officeDocument/2006/relationships/slide" Target="slides/slide1.xml"/><Relationship Id="rId15" Type="http://schemas.openxmlformats.org/officeDocument/2006/relationships/slide" Target="slides/slide4.xml"/><Relationship Id="rId14" Type="http://schemas.openxmlformats.org/officeDocument/2006/relationships/slide" Target="slides/slide3.xml"/><Relationship Id="rId17" Type="http://schemas.openxmlformats.org/officeDocument/2006/relationships/slide" Target="slides/slide6.xml"/><Relationship Id="rId16" Type="http://schemas.openxmlformats.org/officeDocument/2006/relationships/slide" Target="slides/slide5.xml"/><Relationship Id="rId19" Type="http://schemas.openxmlformats.org/officeDocument/2006/relationships/slide" Target="slides/slide8.xml"/><Relationship Id="rId1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1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1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2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obj">
  <p:cSld name="OBJECT">
    <p:bg>
      <p:bgPr>
        <a:solidFill>
          <a:schemeClr val="lt1"/>
        </a:solidFill>
      </p:bgPr>
    </p:bg>
    <p:spTree>
      <p:nvGrpSpPr>
        <p:cNvPr id="14" name="Shape 14"/>
        <p:cNvGrpSpPr/>
        <p:nvPr/>
      </p:nvGrpSpPr>
      <p:grpSpPr>
        <a:xfrm>
          <a:off x="0" y="0"/>
          <a:ext cx="0" cy="0"/>
          <a:chOff x="0" y="0"/>
          <a:chExt cx="0" cy="0"/>
        </a:xfrm>
      </p:grpSpPr>
      <p:sp>
        <p:nvSpPr>
          <p:cNvPr id="15" name="Google Shape;15;p22"/>
          <p:cNvSpPr txBox="1"/>
          <p:nvPr>
            <p:ph idx="11" type="ftr"/>
          </p:nvPr>
        </p:nvSpPr>
        <p:spPr>
          <a:xfrm>
            <a:off x="3108960" y="6377940"/>
            <a:ext cx="2926080" cy="342900"/>
          </a:xfrm>
          <a:prstGeom prst="rect">
            <a:avLst/>
          </a:prstGeom>
          <a:noFill/>
          <a:ln>
            <a:noFill/>
          </a:ln>
        </p:spPr>
        <p:txBody>
          <a:bodyPr anchorCtr="0" anchor="t" bIns="0" lIns="0" spcFirstLastPara="1" rIns="0" wrap="square" tIns="0">
            <a:noAutofit/>
          </a:bodyPr>
          <a:lstStyle>
            <a:lvl1pPr lvl="0" marR="0" rtl="0" algn="ctr">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 name="Google Shape;16;p22"/>
          <p:cNvSpPr txBox="1"/>
          <p:nvPr>
            <p:ph idx="10" type="dt"/>
          </p:nvPr>
        </p:nvSpPr>
        <p:spPr>
          <a:xfrm>
            <a:off x="457200" y="6377940"/>
            <a:ext cx="2103120" cy="34290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 name="Google Shape;17;p22"/>
          <p:cNvSpPr txBox="1"/>
          <p:nvPr>
            <p:ph idx="12" type="sldNum"/>
          </p:nvPr>
        </p:nvSpPr>
        <p:spPr>
          <a:xfrm>
            <a:off x="6583680" y="6377940"/>
            <a:ext cx="2103120" cy="342900"/>
          </a:xfrm>
          <a:prstGeom prst="rect">
            <a:avLst/>
          </a:prstGeom>
          <a:noFill/>
          <a:ln>
            <a:noFill/>
          </a:ln>
        </p:spPr>
        <p:txBody>
          <a:bodyPr anchorCtr="0" anchor="t" bIns="0" lIns="0" spcFirstLastPara="1" rIns="0" wrap="square" tIns="0">
            <a:noAutofit/>
          </a:bodyPr>
          <a:lstStyle>
            <a:lvl1pPr indent="0" lvl="0" marL="0" marR="0" rtl="0" algn="r">
              <a:spcBef>
                <a:spcPts val="0"/>
              </a:spcBef>
              <a:buNone/>
              <a:defRPr sz="1800">
                <a:solidFill>
                  <a:srgbClr val="888888"/>
                </a:solidFill>
                <a:latin typeface="Calibri"/>
                <a:ea typeface="Calibri"/>
                <a:cs typeface="Calibri"/>
                <a:sym typeface="Calibri"/>
              </a:defRPr>
            </a:lvl1pPr>
            <a:lvl2pPr indent="0" lvl="1" marL="0" marR="0" rtl="0" algn="r">
              <a:spcBef>
                <a:spcPts val="0"/>
              </a:spcBef>
              <a:buNone/>
              <a:defRPr sz="1800">
                <a:solidFill>
                  <a:srgbClr val="888888"/>
                </a:solidFill>
                <a:latin typeface="Calibri"/>
                <a:ea typeface="Calibri"/>
                <a:cs typeface="Calibri"/>
                <a:sym typeface="Calibri"/>
              </a:defRPr>
            </a:lvl2pPr>
            <a:lvl3pPr indent="0" lvl="2" marL="0" marR="0" rtl="0" algn="r">
              <a:spcBef>
                <a:spcPts val="0"/>
              </a:spcBef>
              <a:buNone/>
              <a:defRPr sz="1800">
                <a:solidFill>
                  <a:srgbClr val="888888"/>
                </a:solidFill>
                <a:latin typeface="Calibri"/>
                <a:ea typeface="Calibri"/>
                <a:cs typeface="Calibri"/>
                <a:sym typeface="Calibri"/>
              </a:defRPr>
            </a:lvl3pPr>
            <a:lvl4pPr indent="0" lvl="3" marL="0" marR="0" rtl="0" algn="r">
              <a:spcBef>
                <a:spcPts val="0"/>
              </a:spcBef>
              <a:buNone/>
              <a:defRPr sz="1800">
                <a:solidFill>
                  <a:srgbClr val="888888"/>
                </a:solidFill>
                <a:latin typeface="Calibri"/>
                <a:ea typeface="Calibri"/>
                <a:cs typeface="Calibri"/>
                <a:sym typeface="Calibri"/>
              </a:defRPr>
            </a:lvl4pPr>
            <a:lvl5pPr indent="0" lvl="4" marL="0" marR="0" rtl="0" algn="r">
              <a:spcBef>
                <a:spcPts val="0"/>
              </a:spcBef>
              <a:buNone/>
              <a:defRPr sz="1800">
                <a:solidFill>
                  <a:srgbClr val="888888"/>
                </a:solidFill>
                <a:latin typeface="Calibri"/>
                <a:ea typeface="Calibri"/>
                <a:cs typeface="Calibri"/>
                <a:sym typeface="Calibri"/>
              </a:defRPr>
            </a:lvl5pPr>
            <a:lvl6pPr indent="0" lvl="5" marL="0" marR="0" rtl="0" algn="r">
              <a:spcBef>
                <a:spcPts val="0"/>
              </a:spcBef>
              <a:buNone/>
              <a:defRPr sz="1800">
                <a:solidFill>
                  <a:srgbClr val="888888"/>
                </a:solidFill>
                <a:latin typeface="Calibri"/>
                <a:ea typeface="Calibri"/>
                <a:cs typeface="Calibri"/>
                <a:sym typeface="Calibri"/>
              </a:defRPr>
            </a:lvl6pPr>
            <a:lvl7pPr indent="0" lvl="6" marL="0" marR="0" rtl="0" algn="r">
              <a:spcBef>
                <a:spcPts val="0"/>
              </a:spcBef>
              <a:buNone/>
              <a:defRPr sz="1800">
                <a:solidFill>
                  <a:srgbClr val="888888"/>
                </a:solidFill>
                <a:latin typeface="Calibri"/>
                <a:ea typeface="Calibri"/>
                <a:cs typeface="Calibri"/>
                <a:sym typeface="Calibri"/>
              </a:defRPr>
            </a:lvl7pPr>
            <a:lvl8pPr indent="0" lvl="7" marL="0" marR="0" rtl="0" algn="r">
              <a:spcBef>
                <a:spcPts val="0"/>
              </a:spcBef>
              <a:buNone/>
              <a:defRPr sz="1800">
                <a:solidFill>
                  <a:srgbClr val="888888"/>
                </a:solidFill>
                <a:latin typeface="Calibri"/>
                <a:ea typeface="Calibri"/>
                <a:cs typeface="Calibri"/>
                <a:sym typeface="Calibri"/>
              </a:defRPr>
            </a:lvl8pPr>
            <a:lvl9pPr indent="0" lvl="8" marL="0" marR="0" rtl="0" algn="r">
              <a:spcBef>
                <a:spcPts val="0"/>
              </a:spcBef>
              <a:buNone/>
              <a:defRPr sz="1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8" name="Shape 18"/>
        <p:cNvGrpSpPr/>
        <p:nvPr/>
      </p:nvGrpSpPr>
      <p:grpSpPr>
        <a:xfrm>
          <a:off x="0" y="0"/>
          <a:ext cx="0" cy="0"/>
          <a:chOff x="0" y="0"/>
          <a:chExt cx="0" cy="0"/>
        </a:xfrm>
      </p:grpSpPr>
      <p:sp>
        <p:nvSpPr>
          <p:cNvPr id="19" name="Google Shape;19;p23"/>
          <p:cNvSpPr txBox="1"/>
          <p:nvPr>
            <p:ph type="title"/>
          </p:nvPr>
        </p:nvSpPr>
        <p:spPr>
          <a:xfrm>
            <a:off x="628650" y="1204467"/>
            <a:ext cx="7886700" cy="1325563"/>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rgbClr val="404040"/>
              </a:buClr>
              <a:buSzPts val="2200"/>
              <a:buFont typeface="Trebuchet MS"/>
              <a:buNone/>
              <a:defRPr b="0" i="1" sz="2200">
                <a:solidFill>
                  <a:srgbClr val="404040"/>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23"/>
          <p:cNvSpPr txBox="1"/>
          <p:nvPr>
            <p:ph idx="1" type="body"/>
          </p:nvPr>
        </p:nvSpPr>
        <p:spPr>
          <a:xfrm>
            <a:off x="375310" y="2546680"/>
            <a:ext cx="8350884" cy="3442335"/>
          </a:xfrm>
          <a:prstGeom prst="rect">
            <a:avLst/>
          </a:prstGeom>
          <a:noFill/>
          <a:ln>
            <a:noFill/>
          </a:ln>
        </p:spPr>
        <p:txBody>
          <a:bodyPr anchorCtr="0" anchor="t" bIns="0" lIns="0" spcFirstLastPara="1" rIns="0" wrap="square" tIns="0">
            <a:noAutofit/>
          </a:bodyPr>
          <a:lstStyle>
            <a:lvl1pPr indent="-368300" lvl="0" marL="457200" marR="0" rtl="0" algn="l">
              <a:lnSpc>
                <a:spcPct val="90000"/>
              </a:lnSpc>
              <a:spcBef>
                <a:spcPts val="750"/>
              </a:spcBef>
              <a:spcAft>
                <a:spcPts val="0"/>
              </a:spcAft>
              <a:buClr>
                <a:srgbClr val="404040"/>
              </a:buClr>
              <a:buSzPts val="2200"/>
              <a:buFont typeface="Arial"/>
              <a:buChar char="•"/>
              <a:defRPr b="0" i="0" sz="2200" u="none" cap="none" strike="noStrike">
                <a:solidFill>
                  <a:srgbClr val="404040"/>
                </a:solidFill>
                <a:latin typeface="Trebuchet MS"/>
                <a:ea typeface="Trebuchet MS"/>
                <a:cs typeface="Trebuchet MS"/>
                <a:sym typeface="Trebuchet MS"/>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1" name="Google Shape;21;p23"/>
          <p:cNvSpPr txBox="1"/>
          <p:nvPr>
            <p:ph idx="11" type="ftr"/>
          </p:nvPr>
        </p:nvSpPr>
        <p:spPr>
          <a:xfrm>
            <a:off x="3108960" y="6377940"/>
            <a:ext cx="2926080" cy="342900"/>
          </a:xfrm>
          <a:prstGeom prst="rect">
            <a:avLst/>
          </a:prstGeom>
          <a:noFill/>
          <a:ln>
            <a:noFill/>
          </a:ln>
        </p:spPr>
        <p:txBody>
          <a:bodyPr anchorCtr="0" anchor="t" bIns="0" lIns="0" spcFirstLastPara="1" rIns="0" wrap="square" tIns="0">
            <a:noAutofit/>
          </a:bodyPr>
          <a:lstStyle>
            <a:lvl1pPr lvl="0" marR="0" rtl="0" algn="ctr">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2" name="Google Shape;22;p23"/>
          <p:cNvSpPr txBox="1"/>
          <p:nvPr>
            <p:ph idx="10" type="dt"/>
          </p:nvPr>
        </p:nvSpPr>
        <p:spPr>
          <a:xfrm>
            <a:off x="457200" y="6377940"/>
            <a:ext cx="2103120" cy="34290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3" name="Google Shape;23;p23"/>
          <p:cNvSpPr txBox="1"/>
          <p:nvPr>
            <p:ph idx="12" type="sldNum"/>
          </p:nvPr>
        </p:nvSpPr>
        <p:spPr>
          <a:xfrm>
            <a:off x="6583680" y="6377940"/>
            <a:ext cx="2103120" cy="342900"/>
          </a:xfrm>
          <a:prstGeom prst="rect">
            <a:avLst/>
          </a:prstGeom>
          <a:noFill/>
          <a:ln>
            <a:noFill/>
          </a:ln>
        </p:spPr>
        <p:txBody>
          <a:bodyPr anchorCtr="0" anchor="t" bIns="0" lIns="0" spcFirstLastPara="1" rIns="0" wrap="square" tIns="0">
            <a:noAutofit/>
          </a:bodyPr>
          <a:lstStyle>
            <a:lvl1pPr indent="0" lvl="0" marL="0" marR="0" rtl="0" algn="r">
              <a:spcBef>
                <a:spcPts val="0"/>
              </a:spcBef>
              <a:buNone/>
              <a:defRPr sz="1800">
                <a:solidFill>
                  <a:srgbClr val="888888"/>
                </a:solidFill>
                <a:latin typeface="Calibri"/>
                <a:ea typeface="Calibri"/>
                <a:cs typeface="Calibri"/>
                <a:sym typeface="Calibri"/>
              </a:defRPr>
            </a:lvl1pPr>
            <a:lvl2pPr indent="0" lvl="1" marL="0" marR="0" rtl="0" algn="r">
              <a:spcBef>
                <a:spcPts val="0"/>
              </a:spcBef>
              <a:buNone/>
              <a:defRPr sz="1800">
                <a:solidFill>
                  <a:srgbClr val="888888"/>
                </a:solidFill>
                <a:latin typeface="Calibri"/>
                <a:ea typeface="Calibri"/>
                <a:cs typeface="Calibri"/>
                <a:sym typeface="Calibri"/>
              </a:defRPr>
            </a:lvl2pPr>
            <a:lvl3pPr indent="0" lvl="2" marL="0" marR="0" rtl="0" algn="r">
              <a:spcBef>
                <a:spcPts val="0"/>
              </a:spcBef>
              <a:buNone/>
              <a:defRPr sz="1800">
                <a:solidFill>
                  <a:srgbClr val="888888"/>
                </a:solidFill>
                <a:latin typeface="Calibri"/>
                <a:ea typeface="Calibri"/>
                <a:cs typeface="Calibri"/>
                <a:sym typeface="Calibri"/>
              </a:defRPr>
            </a:lvl3pPr>
            <a:lvl4pPr indent="0" lvl="3" marL="0" marR="0" rtl="0" algn="r">
              <a:spcBef>
                <a:spcPts val="0"/>
              </a:spcBef>
              <a:buNone/>
              <a:defRPr sz="1800">
                <a:solidFill>
                  <a:srgbClr val="888888"/>
                </a:solidFill>
                <a:latin typeface="Calibri"/>
                <a:ea typeface="Calibri"/>
                <a:cs typeface="Calibri"/>
                <a:sym typeface="Calibri"/>
              </a:defRPr>
            </a:lvl4pPr>
            <a:lvl5pPr indent="0" lvl="4" marL="0" marR="0" rtl="0" algn="r">
              <a:spcBef>
                <a:spcPts val="0"/>
              </a:spcBef>
              <a:buNone/>
              <a:defRPr sz="1800">
                <a:solidFill>
                  <a:srgbClr val="888888"/>
                </a:solidFill>
                <a:latin typeface="Calibri"/>
                <a:ea typeface="Calibri"/>
                <a:cs typeface="Calibri"/>
                <a:sym typeface="Calibri"/>
              </a:defRPr>
            </a:lvl5pPr>
            <a:lvl6pPr indent="0" lvl="5" marL="0" marR="0" rtl="0" algn="r">
              <a:spcBef>
                <a:spcPts val="0"/>
              </a:spcBef>
              <a:buNone/>
              <a:defRPr sz="1800">
                <a:solidFill>
                  <a:srgbClr val="888888"/>
                </a:solidFill>
                <a:latin typeface="Calibri"/>
                <a:ea typeface="Calibri"/>
                <a:cs typeface="Calibri"/>
                <a:sym typeface="Calibri"/>
              </a:defRPr>
            </a:lvl6pPr>
            <a:lvl7pPr indent="0" lvl="6" marL="0" marR="0" rtl="0" algn="r">
              <a:spcBef>
                <a:spcPts val="0"/>
              </a:spcBef>
              <a:buNone/>
              <a:defRPr sz="1800">
                <a:solidFill>
                  <a:srgbClr val="888888"/>
                </a:solidFill>
                <a:latin typeface="Calibri"/>
                <a:ea typeface="Calibri"/>
                <a:cs typeface="Calibri"/>
                <a:sym typeface="Calibri"/>
              </a:defRPr>
            </a:lvl7pPr>
            <a:lvl8pPr indent="0" lvl="7" marL="0" marR="0" rtl="0" algn="r">
              <a:spcBef>
                <a:spcPts val="0"/>
              </a:spcBef>
              <a:buNone/>
              <a:defRPr sz="1800">
                <a:solidFill>
                  <a:srgbClr val="888888"/>
                </a:solidFill>
                <a:latin typeface="Calibri"/>
                <a:ea typeface="Calibri"/>
                <a:cs typeface="Calibri"/>
                <a:sym typeface="Calibri"/>
              </a:defRPr>
            </a:lvl8pPr>
            <a:lvl9pPr indent="0" lvl="8" marL="0" marR="0" rtl="0" algn="r">
              <a:spcBef>
                <a:spcPts val="0"/>
              </a:spcBef>
              <a:buNone/>
              <a:defRPr sz="1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24" name="Shape 24"/>
        <p:cNvGrpSpPr/>
        <p:nvPr/>
      </p:nvGrpSpPr>
      <p:grpSpPr>
        <a:xfrm>
          <a:off x="0" y="0"/>
          <a:ext cx="0" cy="0"/>
          <a:chOff x="0" y="0"/>
          <a:chExt cx="0" cy="0"/>
        </a:xfrm>
      </p:grpSpPr>
      <p:sp>
        <p:nvSpPr>
          <p:cNvPr id="25" name="Google Shape;25;p24"/>
          <p:cNvSpPr txBox="1"/>
          <p:nvPr>
            <p:ph type="title"/>
          </p:nvPr>
        </p:nvSpPr>
        <p:spPr>
          <a:xfrm>
            <a:off x="628650" y="1204467"/>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33" name="Shape 33"/>
        <p:cNvGrpSpPr/>
        <p:nvPr/>
      </p:nvGrpSpPr>
      <p:grpSpPr>
        <a:xfrm>
          <a:off x="0" y="0"/>
          <a:ext cx="0" cy="0"/>
          <a:chOff x="0" y="0"/>
          <a:chExt cx="0" cy="0"/>
        </a:xfrm>
      </p:grpSpPr>
      <p:sp>
        <p:nvSpPr>
          <p:cNvPr id="34" name="Google Shape;34;p26"/>
          <p:cNvSpPr txBox="1"/>
          <p:nvPr>
            <p:ph type="title"/>
          </p:nvPr>
        </p:nvSpPr>
        <p:spPr>
          <a:xfrm>
            <a:off x="628650" y="365126"/>
            <a:ext cx="78867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42" name="Shape 42"/>
        <p:cNvGrpSpPr/>
        <p:nvPr/>
      </p:nvGrpSpPr>
      <p:grpSpPr>
        <a:xfrm>
          <a:off x="0" y="0"/>
          <a:ext cx="0" cy="0"/>
          <a:chOff x="0" y="0"/>
          <a:chExt cx="0" cy="0"/>
        </a:xfrm>
      </p:grpSpPr>
      <p:sp>
        <p:nvSpPr>
          <p:cNvPr id="43" name="Google Shape;43;p28"/>
          <p:cNvSpPr txBox="1"/>
          <p:nvPr>
            <p:ph type="title"/>
          </p:nvPr>
        </p:nvSpPr>
        <p:spPr>
          <a:xfrm>
            <a:off x="628650" y="365126"/>
            <a:ext cx="78867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52" name="Shape 52"/>
        <p:cNvGrpSpPr/>
        <p:nvPr/>
      </p:nvGrpSpPr>
      <p:grpSpPr>
        <a:xfrm>
          <a:off x="0" y="0"/>
          <a:ext cx="0" cy="0"/>
          <a:chOff x="0" y="0"/>
          <a:chExt cx="0" cy="0"/>
        </a:xfrm>
      </p:grpSpPr>
      <p:sp>
        <p:nvSpPr>
          <p:cNvPr id="53" name="Google Shape;53;p30"/>
          <p:cNvSpPr txBox="1"/>
          <p:nvPr>
            <p:ph type="title"/>
          </p:nvPr>
        </p:nvSpPr>
        <p:spPr>
          <a:xfrm>
            <a:off x="628650" y="365126"/>
            <a:ext cx="78867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obj">
  <p:cSld name="OBJECT">
    <p:bg>
      <p:bgPr>
        <a:solidFill>
          <a:schemeClr val="lt1"/>
        </a:solidFill>
      </p:bgPr>
    </p:bg>
    <p:spTree>
      <p:nvGrpSpPr>
        <p:cNvPr id="54" name="Shape 54"/>
        <p:cNvGrpSpPr/>
        <p:nvPr/>
      </p:nvGrpSpPr>
      <p:grpSpPr>
        <a:xfrm>
          <a:off x="0" y="0"/>
          <a:ext cx="0" cy="0"/>
          <a:chOff x="0" y="0"/>
          <a:chExt cx="0" cy="0"/>
        </a:xfrm>
      </p:grpSpPr>
      <p:sp>
        <p:nvSpPr>
          <p:cNvPr id="55" name="Google Shape;55;p31"/>
          <p:cNvSpPr txBox="1"/>
          <p:nvPr>
            <p:ph idx="11" type="ftr"/>
          </p:nvPr>
        </p:nvSpPr>
        <p:spPr>
          <a:xfrm>
            <a:off x="3108960" y="6377940"/>
            <a:ext cx="2926080" cy="342900"/>
          </a:xfrm>
          <a:prstGeom prst="rect">
            <a:avLst/>
          </a:prstGeom>
          <a:noFill/>
          <a:ln>
            <a:noFill/>
          </a:ln>
        </p:spPr>
        <p:txBody>
          <a:bodyPr anchorCtr="0" anchor="t" bIns="0" lIns="0" spcFirstLastPara="1" rIns="0" wrap="square" tIns="0">
            <a:noAutofit/>
          </a:bodyPr>
          <a:lstStyle>
            <a:lvl1pPr lvl="0" marR="0" rtl="0" algn="ctr">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6" name="Google Shape;56;p31"/>
          <p:cNvSpPr txBox="1"/>
          <p:nvPr>
            <p:ph idx="10" type="dt"/>
          </p:nvPr>
        </p:nvSpPr>
        <p:spPr>
          <a:xfrm>
            <a:off x="457200" y="6377940"/>
            <a:ext cx="2103120" cy="34290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7" name="Google Shape;57;p31"/>
          <p:cNvSpPr txBox="1"/>
          <p:nvPr>
            <p:ph idx="12" type="sldNum"/>
          </p:nvPr>
        </p:nvSpPr>
        <p:spPr>
          <a:xfrm>
            <a:off x="6583680" y="6377940"/>
            <a:ext cx="2103120" cy="342900"/>
          </a:xfrm>
          <a:prstGeom prst="rect">
            <a:avLst/>
          </a:prstGeom>
          <a:noFill/>
          <a:ln>
            <a:noFill/>
          </a:ln>
        </p:spPr>
        <p:txBody>
          <a:bodyPr anchorCtr="0" anchor="t" bIns="0" lIns="0" spcFirstLastPara="1" rIns="0" wrap="square" tIns="0">
            <a:noAutofit/>
          </a:bodyPr>
          <a:lstStyle>
            <a:lvl1pPr indent="0" lvl="0" marL="0" marR="0" rtl="0" algn="r">
              <a:spcBef>
                <a:spcPts val="0"/>
              </a:spcBef>
              <a:buNone/>
              <a:defRPr sz="1800">
                <a:solidFill>
                  <a:srgbClr val="888888"/>
                </a:solidFill>
                <a:latin typeface="Calibri"/>
                <a:ea typeface="Calibri"/>
                <a:cs typeface="Calibri"/>
                <a:sym typeface="Calibri"/>
              </a:defRPr>
            </a:lvl1pPr>
            <a:lvl2pPr indent="0" lvl="1" marL="0" marR="0" rtl="0" algn="r">
              <a:spcBef>
                <a:spcPts val="0"/>
              </a:spcBef>
              <a:buNone/>
              <a:defRPr sz="1800">
                <a:solidFill>
                  <a:srgbClr val="888888"/>
                </a:solidFill>
                <a:latin typeface="Calibri"/>
                <a:ea typeface="Calibri"/>
                <a:cs typeface="Calibri"/>
                <a:sym typeface="Calibri"/>
              </a:defRPr>
            </a:lvl2pPr>
            <a:lvl3pPr indent="0" lvl="2" marL="0" marR="0" rtl="0" algn="r">
              <a:spcBef>
                <a:spcPts val="0"/>
              </a:spcBef>
              <a:buNone/>
              <a:defRPr sz="1800">
                <a:solidFill>
                  <a:srgbClr val="888888"/>
                </a:solidFill>
                <a:latin typeface="Calibri"/>
                <a:ea typeface="Calibri"/>
                <a:cs typeface="Calibri"/>
                <a:sym typeface="Calibri"/>
              </a:defRPr>
            </a:lvl3pPr>
            <a:lvl4pPr indent="0" lvl="3" marL="0" marR="0" rtl="0" algn="r">
              <a:spcBef>
                <a:spcPts val="0"/>
              </a:spcBef>
              <a:buNone/>
              <a:defRPr sz="1800">
                <a:solidFill>
                  <a:srgbClr val="888888"/>
                </a:solidFill>
                <a:latin typeface="Calibri"/>
                <a:ea typeface="Calibri"/>
                <a:cs typeface="Calibri"/>
                <a:sym typeface="Calibri"/>
              </a:defRPr>
            </a:lvl4pPr>
            <a:lvl5pPr indent="0" lvl="4" marL="0" marR="0" rtl="0" algn="r">
              <a:spcBef>
                <a:spcPts val="0"/>
              </a:spcBef>
              <a:buNone/>
              <a:defRPr sz="1800">
                <a:solidFill>
                  <a:srgbClr val="888888"/>
                </a:solidFill>
                <a:latin typeface="Calibri"/>
                <a:ea typeface="Calibri"/>
                <a:cs typeface="Calibri"/>
                <a:sym typeface="Calibri"/>
              </a:defRPr>
            </a:lvl5pPr>
            <a:lvl6pPr indent="0" lvl="5" marL="0" marR="0" rtl="0" algn="r">
              <a:spcBef>
                <a:spcPts val="0"/>
              </a:spcBef>
              <a:buNone/>
              <a:defRPr sz="1800">
                <a:solidFill>
                  <a:srgbClr val="888888"/>
                </a:solidFill>
                <a:latin typeface="Calibri"/>
                <a:ea typeface="Calibri"/>
                <a:cs typeface="Calibri"/>
                <a:sym typeface="Calibri"/>
              </a:defRPr>
            </a:lvl6pPr>
            <a:lvl7pPr indent="0" lvl="6" marL="0" marR="0" rtl="0" algn="r">
              <a:spcBef>
                <a:spcPts val="0"/>
              </a:spcBef>
              <a:buNone/>
              <a:defRPr sz="1800">
                <a:solidFill>
                  <a:srgbClr val="888888"/>
                </a:solidFill>
                <a:latin typeface="Calibri"/>
                <a:ea typeface="Calibri"/>
                <a:cs typeface="Calibri"/>
                <a:sym typeface="Calibri"/>
              </a:defRPr>
            </a:lvl7pPr>
            <a:lvl8pPr indent="0" lvl="7" marL="0" marR="0" rtl="0" algn="r">
              <a:spcBef>
                <a:spcPts val="0"/>
              </a:spcBef>
              <a:buNone/>
              <a:defRPr sz="1800">
                <a:solidFill>
                  <a:srgbClr val="888888"/>
                </a:solidFill>
                <a:latin typeface="Calibri"/>
                <a:ea typeface="Calibri"/>
                <a:cs typeface="Calibri"/>
                <a:sym typeface="Calibri"/>
              </a:defRPr>
            </a:lvl8pPr>
            <a:lvl9pPr indent="0" lvl="8" marL="0" marR="0" rtl="0" algn="r">
              <a:spcBef>
                <a:spcPts val="0"/>
              </a:spcBef>
              <a:buNone/>
              <a:defRPr sz="1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58" name="Shape 58"/>
        <p:cNvGrpSpPr/>
        <p:nvPr/>
      </p:nvGrpSpPr>
      <p:grpSpPr>
        <a:xfrm>
          <a:off x="0" y="0"/>
          <a:ext cx="0" cy="0"/>
          <a:chOff x="0" y="0"/>
          <a:chExt cx="0" cy="0"/>
        </a:xfrm>
      </p:grpSpPr>
      <p:sp>
        <p:nvSpPr>
          <p:cNvPr id="59" name="Google Shape;59;p32"/>
          <p:cNvSpPr txBox="1"/>
          <p:nvPr>
            <p:ph type="title"/>
          </p:nvPr>
        </p:nvSpPr>
        <p:spPr>
          <a:xfrm>
            <a:off x="628650" y="1204467"/>
            <a:ext cx="7886700" cy="1325563"/>
          </a:xfrm>
          <a:prstGeom prst="rect">
            <a:avLst/>
          </a:prstGeom>
          <a:noFill/>
          <a:ln>
            <a:noFill/>
          </a:ln>
        </p:spPr>
        <p:txBody>
          <a:bodyPr anchorCtr="0" anchor="t" bIns="0" lIns="0" spcFirstLastPara="1" rIns="0" wrap="square" tIns="0">
            <a:noAutofit/>
          </a:bodyPr>
          <a:lstStyle>
            <a:lvl1pPr lvl="0" marR="0" rtl="0" algn="l">
              <a:lnSpc>
                <a:spcPct val="90000"/>
              </a:lnSpc>
              <a:spcBef>
                <a:spcPts val="0"/>
              </a:spcBef>
              <a:spcAft>
                <a:spcPts val="0"/>
              </a:spcAft>
              <a:buClr>
                <a:srgbClr val="404040"/>
              </a:buClr>
              <a:buSzPts val="2200"/>
              <a:buFont typeface="Trebuchet MS"/>
              <a:buNone/>
              <a:defRPr b="0" i="1" sz="2200" u="none" cap="none" strike="noStrike">
                <a:solidFill>
                  <a:srgbClr val="404040"/>
                </a:solidFill>
                <a:latin typeface="Trebuchet MS"/>
                <a:ea typeface="Trebuchet MS"/>
                <a:cs typeface="Trebuchet MS"/>
                <a:sym typeface="Trebuchet M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0" name="Google Shape;60;p32"/>
          <p:cNvSpPr txBox="1"/>
          <p:nvPr>
            <p:ph idx="1" type="body"/>
          </p:nvPr>
        </p:nvSpPr>
        <p:spPr>
          <a:xfrm>
            <a:off x="375310" y="2546680"/>
            <a:ext cx="8350884" cy="3442335"/>
          </a:xfrm>
          <a:prstGeom prst="rect">
            <a:avLst/>
          </a:prstGeom>
          <a:noFill/>
          <a:ln>
            <a:noFill/>
          </a:ln>
        </p:spPr>
        <p:txBody>
          <a:bodyPr anchorCtr="0" anchor="t" bIns="0" lIns="0" spcFirstLastPara="1" rIns="0" wrap="square" tIns="0">
            <a:noAutofit/>
          </a:bodyPr>
          <a:lstStyle>
            <a:lvl1pPr indent="-368300" lvl="0" marL="457200" marR="0" rtl="0" algn="l">
              <a:lnSpc>
                <a:spcPct val="90000"/>
              </a:lnSpc>
              <a:spcBef>
                <a:spcPts val="750"/>
              </a:spcBef>
              <a:spcAft>
                <a:spcPts val="0"/>
              </a:spcAft>
              <a:buClr>
                <a:srgbClr val="404040"/>
              </a:buClr>
              <a:buSzPts val="2200"/>
              <a:buFont typeface="Arial"/>
              <a:buChar char="•"/>
              <a:defRPr b="0" i="0" sz="2200" u="none" cap="none" strike="noStrike">
                <a:solidFill>
                  <a:srgbClr val="404040"/>
                </a:solidFill>
                <a:latin typeface="Trebuchet MS"/>
                <a:ea typeface="Trebuchet MS"/>
                <a:cs typeface="Trebuchet MS"/>
                <a:sym typeface="Trebuchet MS"/>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61" name="Google Shape;61;p32"/>
          <p:cNvSpPr txBox="1"/>
          <p:nvPr>
            <p:ph idx="11" type="ftr"/>
          </p:nvPr>
        </p:nvSpPr>
        <p:spPr>
          <a:xfrm>
            <a:off x="3108960" y="6377940"/>
            <a:ext cx="2926080" cy="342900"/>
          </a:xfrm>
          <a:prstGeom prst="rect">
            <a:avLst/>
          </a:prstGeom>
          <a:noFill/>
          <a:ln>
            <a:noFill/>
          </a:ln>
        </p:spPr>
        <p:txBody>
          <a:bodyPr anchorCtr="0" anchor="t" bIns="0" lIns="0" spcFirstLastPara="1" rIns="0" wrap="square" tIns="0">
            <a:noAutofit/>
          </a:bodyPr>
          <a:lstStyle>
            <a:lvl1pPr lvl="0" marR="0" rtl="0" algn="ctr">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2" name="Google Shape;62;p32"/>
          <p:cNvSpPr txBox="1"/>
          <p:nvPr>
            <p:ph idx="10" type="dt"/>
          </p:nvPr>
        </p:nvSpPr>
        <p:spPr>
          <a:xfrm>
            <a:off x="457200" y="6377940"/>
            <a:ext cx="2103120" cy="34290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3" name="Google Shape;63;p32"/>
          <p:cNvSpPr txBox="1"/>
          <p:nvPr>
            <p:ph idx="12" type="sldNum"/>
          </p:nvPr>
        </p:nvSpPr>
        <p:spPr>
          <a:xfrm>
            <a:off x="6583680" y="6377940"/>
            <a:ext cx="2103120" cy="342900"/>
          </a:xfrm>
          <a:prstGeom prst="rect">
            <a:avLst/>
          </a:prstGeom>
          <a:noFill/>
          <a:ln>
            <a:noFill/>
          </a:ln>
        </p:spPr>
        <p:txBody>
          <a:bodyPr anchorCtr="0" anchor="t" bIns="0" lIns="0" spcFirstLastPara="1" rIns="0" wrap="square" tIns="0">
            <a:noAutofit/>
          </a:bodyPr>
          <a:lstStyle>
            <a:lvl1pPr indent="0" lvl="0" marL="0" marR="0" rtl="0" algn="r">
              <a:spcBef>
                <a:spcPts val="0"/>
              </a:spcBef>
              <a:buNone/>
              <a:defRPr sz="1800">
                <a:solidFill>
                  <a:srgbClr val="888888"/>
                </a:solidFill>
                <a:latin typeface="Calibri"/>
                <a:ea typeface="Calibri"/>
                <a:cs typeface="Calibri"/>
                <a:sym typeface="Calibri"/>
              </a:defRPr>
            </a:lvl1pPr>
            <a:lvl2pPr indent="0" lvl="1" marL="0" marR="0" rtl="0" algn="r">
              <a:spcBef>
                <a:spcPts val="0"/>
              </a:spcBef>
              <a:buNone/>
              <a:defRPr sz="1800">
                <a:solidFill>
                  <a:srgbClr val="888888"/>
                </a:solidFill>
                <a:latin typeface="Calibri"/>
                <a:ea typeface="Calibri"/>
                <a:cs typeface="Calibri"/>
                <a:sym typeface="Calibri"/>
              </a:defRPr>
            </a:lvl2pPr>
            <a:lvl3pPr indent="0" lvl="2" marL="0" marR="0" rtl="0" algn="r">
              <a:spcBef>
                <a:spcPts val="0"/>
              </a:spcBef>
              <a:buNone/>
              <a:defRPr sz="1800">
                <a:solidFill>
                  <a:srgbClr val="888888"/>
                </a:solidFill>
                <a:latin typeface="Calibri"/>
                <a:ea typeface="Calibri"/>
                <a:cs typeface="Calibri"/>
                <a:sym typeface="Calibri"/>
              </a:defRPr>
            </a:lvl3pPr>
            <a:lvl4pPr indent="0" lvl="3" marL="0" marR="0" rtl="0" algn="r">
              <a:spcBef>
                <a:spcPts val="0"/>
              </a:spcBef>
              <a:buNone/>
              <a:defRPr sz="1800">
                <a:solidFill>
                  <a:srgbClr val="888888"/>
                </a:solidFill>
                <a:latin typeface="Calibri"/>
                <a:ea typeface="Calibri"/>
                <a:cs typeface="Calibri"/>
                <a:sym typeface="Calibri"/>
              </a:defRPr>
            </a:lvl4pPr>
            <a:lvl5pPr indent="0" lvl="4" marL="0" marR="0" rtl="0" algn="r">
              <a:spcBef>
                <a:spcPts val="0"/>
              </a:spcBef>
              <a:buNone/>
              <a:defRPr sz="1800">
                <a:solidFill>
                  <a:srgbClr val="888888"/>
                </a:solidFill>
                <a:latin typeface="Calibri"/>
                <a:ea typeface="Calibri"/>
                <a:cs typeface="Calibri"/>
                <a:sym typeface="Calibri"/>
              </a:defRPr>
            </a:lvl5pPr>
            <a:lvl6pPr indent="0" lvl="5" marL="0" marR="0" rtl="0" algn="r">
              <a:spcBef>
                <a:spcPts val="0"/>
              </a:spcBef>
              <a:buNone/>
              <a:defRPr sz="1800">
                <a:solidFill>
                  <a:srgbClr val="888888"/>
                </a:solidFill>
                <a:latin typeface="Calibri"/>
                <a:ea typeface="Calibri"/>
                <a:cs typeface="Calibri"/>
                <a:sym typeface="Calibri"/>
              </a:defRPr>
            </a:lvl6pPr>
            <a:lvl7pPr indent="0" lvl="6" marL="0" marR="0" rtl="0" algn="r">
              <a:spcBef>
                <a:spcPts val="0"/>
              </a:spcBef>
              <a:buNone/>
              <a:defRPr sz="1800">
                <a:solidFill>
                  <a:srgbClr val="888888"/>
                </a:solidFill>
                <a:latin typeface="Calibri"/>
                <a:ea typeface="Calibri"/>
                <a:cs typeface="Calibri"/>
                <a:sym typeface="Calibri"/>
              </a:defRPr>
            </a:lvl7pPr>
            <a:lvl8pPr indent="0" lvl="7" marL="0" marR="0" rtl="0" algn="r">
              <a:spcBef>
                <a:spcPts val="0"/>
              </a:spcBef>
              <a:buNone/>
              <a:defRPr sz="1800">
                <a:solidFill>
                  <a:srgbClr val="888888"/>
                </a:solidFill>
                <a:latin typeface="Calibri"/>
                <a:ea typeface="Calibri"/>
                <a:cs typeface="Calibri"/>
                <a:sym typeface="Calibri"/>
              </a:defRPr>
            </a:lvl8pPr>
            <a:lvl9pPr indent="0" lvl="8" marL="0" marR="0" rtl="0" algn="r">
              <a:spcBef>
                <a:spcPts val="0"/>
              </a:spcBef>
              <a:buNone/>
              <a:defRPr sz="1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71" name="Shape 71"/>
        <p:cNvGrpSpPr/>
        <p:nvPr/>
      </p:nvGrpSpPr>
      <p:grpSpPr>
        <a:xfrm>
          <a:off x="0" y="0"/>
          <a:ext cx="0" cy="0"/>
          <a:chOff x="0" y="0"/>
          <a:chExt cx="0" cy="0"/>
        </a:xfrm>
      </p:grpSpPr>
      <p:sp>
        <p:nvSpPr>
          <p:cNvPr id="72" name="Google Shape;72;p34"/>
          <p:cNvSpPr txBox="1"/>
          <p:nvPr>
            <p:ph type="title"/>
          </p:nvPr>
        </p:nvSpPr>
        <p:spPr>
          <a:xfrm>
            <a:off x="628650" y="1204467"/>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80" name="Shape 80"/>
        <p:cNvGrpSpPr/>
        <p:nvPr/>
      </p:nvGrpSpPr>
      <p:grpSpPr>
        <a:xfrm>
          <a:off x="0" y="0"/>
          <a:ext cx="0" cy="0"/>
          <a:chOff x="0" y="0"/>
          <a:chExt cx="0" cy="0"/>
        </a:xfrm>
      </p:grpSpPr>
      <p:sp>
        <p:nvSpPr>
          <p:cNvPr id="81" name="Google Shape;81;p36"/>
          <p:cNvSpPr txBox="1"/>
          <p:nvPr>
            <p:ph type="title"/>
          </p:nvPr>
        </p:nvSpPr>
        <p:spPr>
          <a:xfrm>
            <a:off x="628650" y="365126"/>
            <a:ext cx="78867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9.png"/><Relationship Id="rId3" Type="http://schemas.openxmlformats.org/officeDocument/2006/relationships/image" Target="../media/image12.png"/><Relationship Id="rId4" Type="http://schemas.openxmlformats.org/officeDocument/2006/relationships/image" Target="../media/image71.png"/><Relationship Id="rId5" Type="http://schemas.openxmlformats.org/officeDocument/2006/relationships/slideLayout" Target="../slideLayouts/slideLayout1.xml"/><Relationship Id="rId6" Type="http://schemas.openxmlformats.org/officeDocument/2006/relationships/slideLayout" Target="../slideLayouts/slideLayout2.xml"/><Relationship Id="rId7" Type="http://schemas.openxmlformats.org/officeDocument/2006/relationships/slideLayout" Target="../slideLayouts/slideLayout3.xml"/><Relationship Id="rId8"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5.png"/><Relationship Id="rId3" Type="http://schemas.openxmlformats.org/officeDocument/2006/relationships/slideLayout" Target="../slideLayouts/slideLayout4.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5.png"/><Relationship Id="rId3" Type="http://schemas.openxmlformats.org/officeDocument/2006/relationships/slideLayout" Target="../slideLayouts/slideLayout5.xml"/><Relationship Id="rId4" Type="http://schemas.openxmlformats.org/officeDocument/2006/relationships/theme" Target="../theme/theme1.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slideLayout" Target="../slideLayouts/slideLayout6.xml"/><Relationship Id="rId5" Type="http://schemas.openxmlformats.org/officeDocument/2006/relationships/slideLayout" Target="../slideLayouts/slideLayout7.xml"/><Relationship Id="rId6" Type="http://schemas.openxmlformats.org/officeDocument/2006/relationships/slideLayout" Target="../slideLayouts/slideLayout8.xml"/><Relationship Id="rId7"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3.png"/><Relationship Id="rId3" Type="http://schemas.openxmlformats.org/officeDocument/2006/relationships/slideLayout" Target="../slideLayouts/slideLayout9.xml"/><Relationship Id="rId4" Type="http://schemas.openxmlformats.org/officeDocument/2006/relationships/theme" Target="../theme/theme7.xml"/></Relationships>
</file>

<file path=ppt/slideMasters/_rels/slideMaster6.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slideLayout" Target="../slideLayouts/slideLayout10.xml"/><Relationship Id="rId5"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1"/>
          <p:cNvSpPr txBox="1"/>
          <p:nvPr>
            <p:ph type="title"/>
          </p:nvPr>
        </p:nvSpPr>
        <p:spPr>
          <a:xfrm>
            <a:off x="628650" y="1204467"/>
            <a:ext cx="78867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1"/>
          <p:cNvSpPr/>
          <p:nvPr/>
        </p:nvSpPr>
        <p:spPr>
          <a:xfrm>
            <a:off x="0" y="6360608"/>
            <a:ext cx="9144000" cy="497393"/>
          </a:xfrm>
          <a:prstGeom prst="flowChartProcess">
            <a:avLst/>
          </a:prstGeom>
          <a:solidFill>
            <a:schemeClr val="accent6"/>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u="none" cap="none" strike="noStrike">
              <a:solidFill>
                <a:schemeClr val="lt1"/>
              </a:solidFill>
              <a:latin typeface="Calibri"/>
              <a:ea typeface="Calibri"/>
              <a:cs typeface="Calibri"/>
              <a:sym typeface="Calibri"/>
            </a:endParaRPr>
          </a:p>
        </p:txBody>
      </p:sp>
      <p:pic>
        <p:nvPicPr>
          <p:cNvPr id="8" name="Google Shape;8;p21"/>
          <p:cNvPicPr preferRelativeResize="0"/>
          <p:nvPr/>
        </p:nvPicPr>
        <p:blipFill rotWithShape="1">
          <a:blip r:embed="rId1">
            <a:alphaModFix/>
          </a:blip>
          <a:srcRect b="0" l="0" r="0" t="0"/>
          <a:stretch/>
        </p:blipFill>
        <p:spPr>
          <a:xfrm>
            <a:off x="1535441" y="6422940"/>
            <a:ext cx="339764" cy="439110"/>
          </a:xfrm>
          <a:prstGeom prst="rect">
            <a:avLst/>
          </a:prstGeom>
          <a:noFill/>
          <a:ln>
            <a:noFill/>
          </a:ln>
        </p:spPr>
      </p:pic>
      <p:pic>
        <p:nvPicPr>
          <p:cNvPr id="9" name="Google Shape;9;p21"/>
          <p:cNvPicPr preferRelativeResize="0"/>
          <p:nvPr/>
        </p:nvPicPr>
        <p:blipFill rotWithShape="1">
          <a:blip r:embed="rId2">
            <a:alphaModFix/>
          </a:blip>
          <a:srcRect b="0" l="0" r="0" t="0"/>
          <a:stretch/>
        </p:blipFill>
        <p:spPr>
          <a:xfrm>
            <a:off x="74732" y="6419058"/>
            <a:ext cx="285368" cy="380491"/>
          </a:xfrm>
          <a:prstGeom prst="rect">
            <a:avLst/>
          </a:prstGeom>
          <a:noFill/>
          <a:ln>
            <a:noFill/>
          </a:ln>
        </p:spPr>
      </p:pic>
      <p:sp>
        <p:nvSpPr>
          <p:cNvPr id="10" name="Google Shape;10;p21"/>
          <p:cNvSpPr txBox="1"/>
          <p:nvPr/>
        </p:nvSpPr>
        <p:spPr>
          <a:xfrm>
            <a:off x="360100" y="6412026"/>
            <a:ext cx="1345223" cy="30008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50" u="none" cap="none" strike="noStrike">
                <a:solidFill>
                  <a:schemeClr val="dk1"/>
                </a:solidFill>
                <a:latin typeface="Calibri"/>
                <a:ea typeface="Calibri"/>
                <a:cs typeface="Calibri"/>
                <a:sym typeface="Calibri"/>
              </a:rPr>
              <a:t>InfoTI_unpam</a:t>
            </a:r>
            <a:endParaRPr sz="1350">
              <a:solidFill>
                <a:schemeClr val="dk1"/>
              </a:solidFill>
              <a:latin typeface="Calibri"/>
              <a:ea typeface="Calibri"/>
              <a:cs typeface="Calibri"/>
              <a:sym typeface="Calibri"/>
            </a:endParaRPr>
          </a:p>
        </p:txBody>
      </p:sp>
      <p:sp>
        <p:nvSpPr>
          <p:cNvPr id="11" name="Google Shape;11;p21"/>
          <p:cNvSpPr txBox="1"/>
          <p:nvPr/>
        </p:nvSpPr>
        <p:spPr>
          <a:xfrm>
            <a:off x="1895542" y="6412026"/>
            <a:ext cx="2023316" cy="30008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350">
                <a:solidFill>
                  <a:schemeClr val="dk1"/>
                </a:solidFill>
                <a:latin typeface="Calibri"/>
                <a:ea typeface="Calibri"/>
                <a:cs typeface="Calibri"/>
                <a:sym typeface="Calibri"/>
              </a:rPr>
              <a:t>informatika.unpam.ac.id</a:t>
            </a:r>
            <a:endParaRPr sz="1350">
              <a:solidFill>
                <a:schemeClr val="dk1"/>
              </a:solidFill>
              <a:latin typeface="Calibri"/>
              <a:ea typeface="Calibri"/>
              <a:cs typeface="Calibri"/>
              <a:sym typeface="Calibri"/>
            </a:endParaRPr>
          </a:p>
        </p:txBody>
      </p:sp>
      <p:pic>
        <p:nvPicPr>
          <p:cNvPr id="12" name="Google Shape;12;p21"/>
          <p:cNvPicPr preferRelativeResize="0"/>
          <p:nvPr/>
        </p:nvPicPr>
        <p:blipFill rotWithShape="1">
          <a:blip r:embed="rId3">
            <a:alphaModFix/>
          </a:blip>
          <a:srcRect b="0" l="0" r="0" t="0"/>
          <a:stretch/>
        </p:blipFill>
        <p:spPr>
          <a:xfrm>
            <a:off x="8582997" y="6412027"/>
            <a:ext cx="486272" cy="458733"/>
          </a:xfrm>
          <a:prstGeom prst="rect">
            <a:avLst/>
          </a:prstGeom>
          <a:noFill/>
          <a:ln>
            <a:noFill/>
          </a:ln>
        </p:spPr>
      </p:pic>
      <p:pic>
        <p:nvPicPr>
          <p:cNvPr id="13" name="Google Shape;13;p21"/>
          <p:cNvPicPr preferRelativeResize="0"/>
          <p:nvPr/>
        </p:nvPicPr>
        <p:blipFill rotWithShape="1">
          <a:blip r:embed="rId4">
            <a:alphaModFix/>
          </a:blip>
          <a:srcRect b="0" l="0" r="0" t="0"/>
          <a:stretch/>
        </p:blipFill>
        <p:spPr>
          <a:xfrm>
            <a:off x="8198692" y="6366986"/>
            <a:ext cx="384305" cy="4973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5"/>
    <p:sldLayoutId id="2147483650" r:id="rId6"/>
    <p:sldLayoutId id="2147483651"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 name="Shape 26"/>
        <p:cNvGrpSpPr/>
        <p:nvPr/>
      </p:nvGrpSpPr>
      <p:grpSpPr>
        <a:xfrm>
          <a:off x="0" y="0"/>
          <a:ext cx="0" cy="0"/>
          <a:chOff x="0" y="0"/>
          <a:chExt cx="0" cy="0"/>
        </a:xfrm>
      </p:grpSpPr>
      <p:sp>
        <p:nvSpPr>
          <p:cNvPr id="27" name="Google Shape;27;p25"/>
          <p:cNvSpPr/>
          <p:nvPr/>
        </p:nvSpPr>
        <p:spPr>
          <a:xfrm rot="-5400000">
            <a:off x="7421965" y="5135961"/>
            <a:ext cx="1884065" cy="1560008"/>
          </a:xfrm>
          <a:prstGeom prst="rtTriangle">
            <a:avLst/>
          </a:prstGeom>
          <a:solidFill>
            <a:srgbClr val="A8D0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Calibri"/>
              <a:ea typeface="Calibri"/>
              <a:cs typeface="Calibri"/>
              <a:sym typeface="Calibri"/>
            </a:endParaRPr>
          </a:p>
        </p:txBody>
      </p:sp>
      <p:sp>
        <p:nvSpPr>
          <p:cNvPr id="28" name="Google Shape;28;p25"/>
          <p:cNvSpPr/>
          <p:nvPr/>
        </p:nvSpPr>
        <p:spPr>
          <a:xfrm>
            <a:off x="0" y="6211615"/>
            <a:ext cx="9144000" cy="646385"/>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500">
              <a:solidFill>
                <a:schemeClr val="dk1"/>
              </a:solidFill>
              <a:latin typeface="Calibri"/>
              <a:ea typeface="Calibri"/>
              <a:cs typeface="Calibri"/>
              <a:sym typeface="Calibri"/>
            </a:endParaRPr>
          </a:p>
          <a:p>
            <a:pPr indent="0" lvl="0" marL="0" marR="0" rtl="0" algn="ctr">
              <a:spcBef>
                <a:spcPts val="0"/>
              </a:spcBef>
              <a:spcAft>
                <a:spcPts val="0"/>
              </a:spcAft>
              <a:buNone/>
            </a:pPr>
            <a:r>
              <a:rPr lang="en-US" sz="1500">
                <a:solidFill>
                  <a:schemeClr val="dk1"/>
                </a:solidFill>
                <a:latin typeface="Calibri"/>
                <a:ea typeface="Calibri"/>
                <a:cs typeface="Calibri"/>
                <a:sym typeface="Calibri"/>
              </a:rPr>
              <a:t>Program Studi Teknik Informatika, Universitas Pamulang</a:t>
            </a:r>
            <a:endParaRPr sz="1500">
              <a:solidFill>
                <a:schemeClr val="dk1"/>
              </a:solidFill>
              <a:latin typeface="Calibri"/>
              <a:ea typeface="Calibri"/>
              <a:cs typeface="Calibri"/>
              <a:sym typeface="Calibri"/>
            </a:endParaRPr>
          </a:p>
          <a:p>
            <a:pPr indent="0" lvl="0" marL="0" marR="0" rtl="0" algn="ctr">
              <a:spcBef>
                <a:spcPts val="0"/>
              </a:spcBef>
              <a:spcAft>
                <a:spcPts val="0"/>
              </a:spcAft>
              <a:buNone/>
            </a:pPr>
            <a:r>
              <a:rPr lang="en-US" sz="1500">
                <a:solidFill>
                  <a:schemeClr val="dk1"/>
                </a:solidFill>
                <a:latin typeface="Calibri"/>
                <a:ea typeface="Calibri"/>
                <a:cs typeface="Calibri"/>
                <a:sym typeface="Calibri"/>
              </a:rPr>
              <a:t> </a:t>
            </a:r>
            <a:endParaRPr sz="1500">
              <a:solidFill>
                <a:schemeClr val="dk1"/>
              </a:solidFill>
              <a:latin typeface="Calibri"/>
              <a:ea typeface="Calibri"/>
              <a:cs typeface="Calibri"/>
              <a:sym typeface="Calibri"/>
            </a:endParaRPr>
          </a:p>
        </p:txBody>
      </p:sp>
      <p:sp>
        <p:nvSpPr>
          <p:cNvPr id="29" name="Google Shape;29;p25"/>
          <p:cNvSpPr/>
          <p:nvPr/>
        </p:nvSpPr>
        <p:spPr>
          <a:xfrm>
            <a:off x="0" y="5074416"/>
            <a:ext cx="1198266" cy="1783584"/>
          </a:xfrm>
          <a:prstGeom prst="rtTriangle">
            <a:avLst/>
          </a:prstGeom>
          <a:solidFill>
            <a:srgbClr val="A8D0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Calibri"/>
              <a:ea typeface="Calibri"/>
              <a:cs typeface="Calibri"/>
              <a:sym typeface="Calibri"/>
            </a:endParaRPr>
          </a:p>
        </p:txBody>
      </p:sp>
      <p:pic>
        <p:nvPicPr>
          <p:cNvPr id="30" name="Google Shape;30;p25"/>
          <p:cNvPicPr preferRelativeResize="0"/>
          <p:nvPr/>
        </p:nvPicPr>
        <p:blipFill rotWithShape="1">
          <a:blip r:embed="rId1">
            <a:alphaModFix/>
          </a:blip>
          <a:srcRect b="0" l="0" r="0" t="0"/>
          <a:stretch/>
        </p:blipFill>
        <p:spPr>
          <a:xfrm>
            <a:off x="8324379" y="5725289"/>
            <a:ext cx="781941" cy="1012044"/>
          </a:xfrm>
          <a:prstGeom prst="rect">
            <a:avLst/>
          </a:prstGeom>
          <a:noFill/>
          <a:ln>
            <a:noFill/>
          </a:ln>
        </p:spPr>
      </p:pic>
      <p:pic>
        <p:nvPicPr>
          <p:cNvPr id="31" name="Google Shape;31;p25"/>
          <p:cNvPicPr preferRelativeResize="0"/>
          <p:nvPr/>
        </p:nvPicPr>
        <p:blipFill rotWithShape="1">
          <a:blip r:embed="rId2">
            <a:alphaModFix/>
          </a:blip>
          <a:srcRect b="0" l="0" r="0" t="0"/>
          <a:stretch/>
        </p:blipFill>
        <p:spPr>
          <a:xfrm>
            <a:off x="-90436" y="5864994"/>
            <a:ext cx="1052616" cy="993004"/>
          </a:xfrm>
          <a:prstGeom prst="rect">
            <a:avLst/>
          </a:prstGeom>
          <a:noFill/>
          <a:ln>
            <a:noFill/>
          </a:ln>
        </p:spPr>
      </p:pic>
      <p:sp>
        <p:nvSpPr>
          <p:cNvPr id="32" name="Google Shape;32;p25"/>
          <p:cNvSpPr txBox="1"/>
          <p:nvPr/>
        </p:nvSpPr>
        <p:spPr>
          <a:xfrm>
            <a:off x="2924071" y="2622620"/>
            <a:ext cx="3896249" cy="71558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050">
                <a:solidFill>
                  <a:schemeClr val="dk1"/>
                </a:solidFill>
                <a:latin typeface="Calibri"/>
                <a:ea typeface="Calibri"/>
                <a:cs typeface="Calibri"/>
                <a:sym typeface="Calibri"/>
              </a:rPr>
              <a:t>TERIMA KASIH</a:t>
            </a:r>
            <a:endParaRPr sz="4050">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53"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 name="Shape 35"/>
        <p:cNvGrpSpPr/>
        <p:nvPr/>
      </p:nvGrpSpPr>
      <p:grpSpPr>
        <a:xfrm>
          <a:off x="0" y="0"/>
          <a:ext cx="0" cy="0"/>
          <a:chOff x="0" y="0"/>
          <a:chExt cx="0" cy="0"/>
        </a:xfrm>
      </p:grpSpPr>
      <p:sp>
        <p:nvSpPr>
          <p:cNvPr id="36" name="Google Shape;36;p27"/>
          <p:cNvSpPr/>
          <p:nvPr/>
        </p:nvSpPr>
        <p:spPr>
          <a:xfrm rot="-5400000">
            <a:off x="7421965" y="5135961"/>
            <a:ext cx="1884065" cy="1560008"/>
          </a:xfrm>
          <a:prstGeom prst="rtTriangle">
            <a:avLst/>
          </a:prstGeom>
          <a:solidFill>
            <a:srgbClr val="A8D0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Calibri"/>
              <a:ea typeface="Calibri"/>
              <a:cs typeface="Calibri"/>
              <a:sym typeface="Calibri"/>
            </a:endParaRPr>
          </a:p>
        </p:txBody>
      </p:sp>
      <p:sp>
        <p:nvSpPr>
          <p:cNvPr id="37" name="Google Shape;37;p27"/>
          <p:cNvSpPr/>
          <p:nvPr/>
        </p:nvSpPr>
        <p:spPr>
          <a:xfrm>
            <a:off x="0" y="6211615"/>
            <a:ext cx="9144000" cy="646385"/>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500">
              <a:solidFill>
                <a:schemeClr val="dk1"/>
              </a:solidFill>
              <a:latin typeface="Calibri"/>
              <a:ea typeface="Calibri"/>
              <a:cs typeface="Calibri"/>
              <a:sym typeface="Calibri"/>
            </a:endParaRPr>
          </a:p>
          <a:p>
            <a:pPr indent="0" lvl="0" marL="0" marR="0" rtl="0" algn="ctr">
              <a:spcBef>
                <a:spcPts val="0"/>
              </a:spcBef>
              <a:spcAft>
                <a:spcPts val="0"/>
              </a:spcAft>
              <a:buNone/>
            </a:pPr>
            <a:r>
              <a:rPr lang="en-US" sz="1500">
                <a:solidFill>
                  <a:schemeClr val="dk1"/>
                </a:solidFill>
                <a:latin typeface="Calibri"/>
                <a:ea typeface="Calibri"/>
                <a:cs typeface="Calibri"/>
                <a:sym typeface="Calibri"/>
              </a:rPr>
              <a:t>Program Studi Teknik Informatika, Universitas Pamulang</a:t>
            </a:r>
            <a:endParaRPr sz="1500">
              <a:solidFill>
                <a:schemeClr val="dk1"/>
              </a:solidFill>
              <a:latin typeface="Calibri"/>
              <a:ea typeface="Calibri"/>
              <a:cs typeface="Calibri"/>
              <a:sym typeface="Calibri"/>
            </a:endParaRPr>
          </a:p>
          <a:p>
            <a:pPr indent="0" lvl="0" marL="0" marR="0" rtl="0" algn="ctr">
              <a:spcBef>
                <a:spcPts val="0"/>
              </a:spcBef>
              <a:spcAft>
                <a:spcPts val="0"/>
              </a:spcAft>
              <a:buNone/>
            </a:pPr>
            <a:r>
              <a:rPr lang="en-US" sz="1500">
                <a:solidFill>
                  <a:schemeClr val="dk1"/>
                </a:solidFill>
                <a:latin typeface="Calibri"/>
                <a:ea typeface="Calibri"/>
                <a:cs typeface="Calibri"/>
                <a:sym typeface="Calibri"/>
              </a:rPr>
              <a:t> </a:t>
            </a:r>
            <a:endParaRPr sz="1500">
              <a:solidFill>
                <a:schemeClr val="dk1"/>
              </a:solidFill>
              <a:latin typeface="Calibri"/>
              <a:ea typeface="Calibri"/>
              <a:cs typeface="Calibri"/>
              <a:sym typeface="Calibri"/>
            </a:endParaRPr>
          </a:p>
        </p:txBody>
      </p:sp>
      <p:sp>
        <p:nvSpPr>
          <p:cNvPr id="38" name="Google Shape;38;p27"/>
          <p:cNvSpPr/>
          <p:nvPr/>
        </p:nvSpPr>
        <p:spPr>
          <a:xfrm>
            <a:off x="0" y="5074416"/>
            <a:ext cx="1198266" cy="1783584"/>
          </a:xfrm>
          <a:prstGeom prst="rtTriangle">
            <a:avLst/>
          </a:prstGeom>
          <a:solidFill>
            <a:srgbClr val="A8D0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Calibri"/>
              <a:ea typeface="Calibri"/>
              <a:cs typeface="Calibri"/>
              <a:sym typeface="Calibri"/>
            </a:endParaRPr>
          </a:p>
        </p:txBody>
      </p:sp>
      <p:pic>
        <p:nvPicPr>
          <p:cNvPr id="39" name="Google Shape;39;p27"/>
          <p:cNvPicPr preferRelativeResize="0"/>
          <p:nvPr/>
        </p:nvPicPr>
        <p:blipFill rotWithShape="1">
          <a:blip r:embed="rId1">
            <a:alphaModFix/>
          </a:blip>
          <a:srcRect b="0" l="0" r="0" t="0"/>
          <a:stretch/>
        </p:blipFill>
        <p:spPr>
          <a:xfrm>
            <a:off x="8324379" y="5725289"/>
            <a:ext cx="781941" cy="1012044"/>
          </a:xfrm>
          <a:prstGeom prst="rect">
            <a:avLst/>
          </a:prstGeom>
          <a:noFill/>
          <a:ln>
            <a:noFill/>
          </a:ln>
        </p:spPr>
      </p:pic>
      <p:pic>
        <p:nvPicPr>
          <p:cNvPr id="40" name="Google Shape;40;p27"/>
          <p:cNvPicPr preferRelativeResize="0"/>
          <p:nvPr/>
        </p:nvPicPr>
        <p:blipFill rotWithShape="1">
          <a:blip r:embed="rId2">
            <a:alphaModFix/>
          </a:blip>
          <a:srcRect b="0" l="0" r="0" t="0"/>
          <a:stretch/>
        </p:blipFill>
        <p:spPr>
          <a:xfrm>
            <a:off x="-90436" y="5864994"/>
            <a:ext cx="1052616" cy="993004"/>
          </a:xfrm>
          <a:prstGeom prst="rect">
            <a:avLst/>
          </a:prstGeom>
          <a:noFill/>
          <a:ln>
            <a:noFill/>
          </a:ln>
        </p:spPr>
      </p:pic>
      <p:sp>
        <p:nvSpPr>
          <p:cNvPr id="41" name="Google Shape;41;p27"/>
          <p:cNvSpPr/>
          <p:nvPr/>
        </p:nvSpPr>
        <p:spPr>
          <a:xfrm>
            <a:off x="0" y="2582427"/>
            <a:ext cx="9144000" cy="646385"/>
          </a:xfrm>
          <a:prstGeom prst="flowChartProcess">
            <a:avLst/>
          </a:prstGeom>
          <a:solidFill>
            <a:schemeClr val="accent6"/>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chemeClr val="lt1"/>
                </a:solidFill>
                <a:latin typeface="Calibri"/>
                <a:ea typeface="Calibri"/>
                <a:cs typeface="Calibri"/>
                <a:sym typeface="Calibri"/>
              </a:rPr>
              <a:t>TERIMA KASIH, MAHASISWA TEKNIK INFORMATIKA UNGGUL, ANDA SUDAH BELAJAR DENGAN LUAR BIASA</a:t>
            </a:r>
            <a:endParaRPr sz="1350">
              <a:solidFill>
                <a:schemeClr val="lt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55"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 name="Shape 44"/>
        <p:cNvGrpSpPr/>
        <p:nvPr/>
      </p:nvGrpSpPr>
      <p:grpSpPr>
        <a:xfrm>
          <a:off x="0" y="0"/>
          <a:ext cx="0" cy="0"/>
          <a:chOff x="0" y="0"/>
          <a:chExt cx="0" cy="0"/>
        </a:xfrm>
      </p:grpSpPr>
      <p:pic>
        <p:nvPicPr>
          <p:cNvPr id="45" name="Google Shape;45;p29"/>
          <p:cNvPicPr preferRelativeResize="0"/>
          <p:nvPr/>
        </p:nvPicPr>
        <p:blipFill rotWithShape="1">
          <a:blip r:embed="rId1">
            <a:alphaModFix/>
          </a:blip>
          <a:srcRect b="0" l="0" r="0" t="0"/>
          <a:stretch/>
        </p:blipFill>
        <p:spPr>
          <a:xfrm>
            <a:off x="2743200" y="2057400"/>
            <a:ext cx="3657600" cy="2743200"/>
          </a:xfrm>
          <a:prstGeom prst="rect">
            <a:avLst/>
          </a:prstGeom>
          <a:noFill/>
          <a:ln>
            <a:noFill/>
          </a:ln>
        </p:spPr>
      </p:pic>
      <p:sp>
        <p:nvSpPr>
          <p:cNvPr id="46" name="Google Shape;46;p29"/>
          <p:cNvSpPr/>
          <p:nvPr/>
        </p:nvSpPr>
        <p:spPr>
          <a:xfrm rot="-5400000">
            <a:off x="7421965" y="5135961"/>
            <a:ext cx="1884065" cy="1560008"/>
          </a:xfrm>
          <a:prstGeom prst="rtTriangle">
            <a:avLst/>
          </a:prstGeom>
          <a:solidFill>
            <a:srgbClr val="A8D0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Calibri"/>
              <a:ea typeface="Calibri"/>
              <a:cs typeface="Calibri"/>
              <a:sym typeface="Calibri"/>
            </a:endParaRPr>
          </a:p>
        </p:txBody>
      </p:sp>
      <p:sp>
        <p:nvSpPr>
          <p:cNvPr id="47" name="Google Shape;47;p29"/>
          <p:cNvSpPr/>
          <p:nvPr/>
        </p:nvSpPr>
        <p:spPr>
          <a:xfrm>
            <a:off x="0" y="6211615"/>
            <a:ext cx="9144000" cy="646385"/>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500">
              <a:solidFill>
                <a:schemeClr val="dk1"/>
              </a:solidFill>
              <a:latin typeface="Calibri"/>
              <a:ea typeface="Calibri"/>
              <a:cs typeface="Calibri"/>
              <a:sym typeface="Calibri"/>
            </a:endParaRPr>
          </a:p>
          <a:p>
            <a:pPr indent="0" lvl="0" marL="0" marR="0" rtl="0" algn="ctr">
              <a:spcBef>
                <a:spcPts val="0"/>
              </a:spcBef>
              <a:spcAft>
                <a:spcPts val="0"/>
              </a:spcAft>
              <a:buNone/>
            </a:pPr>
            <a:r>
              <a:rPr lang="en-US" sz="1500">
                <a:solidFill>
                  <a:schemeClr val="dk1"/>
                </a:solidFill>
                <a:latin typeface="Calibri"/>
                <a:ea typeface="Calibri"/>
                <a:cs typeface="Calibri"/>
                <a:sym typeface="Calibri"/>
              </a:rPr>
              <a:t>Program Studi Teknik Informatika, Universitas Pamulang</a:t>
            </a:r>
            <a:endParaRPr sz="1500">
              <a:solidFill>
                <a:schemeClr val="dk1"/>
              </a:solidFill>
              <a:latin typeface="Calibri"/>
              <a:ea typeface="Calibri"/>
              <a:cs typeface="Calibri"/>
              <a:sym typeface="Calibri"/>
            </a:endParaRPr>
          </a:p>
          <a:p>
            <a:pPr indent="0" lvl="0" marL="0" marR="0" rtl="0" algn="ctr">
              <a:spcBef>
                <a:spcPts val="0"/>
              </a:spcBef>
              <a:spcAft>
                <a:spcPts val="0"/>
              </a:spcAft>
              <a:buNone/>
            </a:pPr>
            <a:r>
              <a:rPr lang="en-US" sz="1500">
                <a:solidFill>
                  <a:schemeClr val="dk1"/>
                </a:solidFill>
                <a:latin typeface="Calibri"/>
                <a:ea typeface="Calibri"/>
                <a:cs typeface="Calibri"/>
                <a:sym typeface="Calibri"/>
              </a:rPr>
              <a:t> </a:t>
            </a:r>
            <a:endParaRPr sz="1500">
              <a:solidFill>
                <a:schemeClr val="dk1"/>
              </a:solidFill>
              <a:latin typeface="Calibri"/>
              <a:ea typeface="Calibri"/>
              <a:cs typeface="Calibri"/>
              <a:sym typeface="Calibri"/>
            </a:endParaRPr>
          </a:p>
        </p:txBody>
      </p:sp>
      <p:sp>
        <p:nvSpPr>
          <p:cNvPr id="48" name="Google Shape;48;p29"/>
          <p:cNvSpPr/>
          <p:nvPr/>
        </p:nvSpPr>
        <p:spPr>
          <a:xfrm>
            <a:off x="0" y="5074416"/>
            <a:ext cx="1198266" cy="1783584"/>
          </a:xfrm>
          <a:prstGeom prst="rtTriangle">
            <a:avLst/>
          </a:prstGeom>
          <a:solidFill>
            <a:srgbClr val="A8D0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Calibri"/>
              <a:ea typeface="Calibri"/>
              <a:cs typeface="Calibri"/>
              <a:sym typeface="Calibri"/>
            </a:endParaRPr>
          </a:p>
        </p:txBody>
      </p:sp>
      <p:pic>
        <p:nvPicPr>
          <p:cNvPr id="49" name="Google Shape;49;p29"/>
          <p:cNvPicPr preferRelativeResize="0"/>
          <p:nvPr/>
        </p:nvPicPr>
        <p:blipFill rotWithShape="1">
          <a:blip r:embed="rId2">
            <a:alphaModFix/>
          </a:blip>
          <a:srcRect b="0" l="0" r="0" t="0"/>
          <a:stretch/>
        </p:blipFill>
        <p:spPr>
          <a:xfrm>
            <a:off x="8324379" y="5725289"/>
            <a:ext cx="781941" cy="1012044"/>
          </a:xfrm>
          <a:prstGeom prst="rect">
            <a:avLst/>
          </a:prstGeom>
          <a:noFill/>
          <a:ln>
            <a:noFill/>
          </a:ln>
        </p:spPr>
      </p:pic>
      <p:pic>
        <p:nvPicPr>
          <p:cNvPr id="50" name="Google Shape;50;p29"/>
          <p:cNvPicPr preferRelativeResize="0"/>
          <p:nvPr/>
        </p:nvPicPr>
        <p:blipFill rotWithShape="1">
          <a:blip r:embed="rId3">
            <a:alphaModFix/>
          </a:blip>
          <a:srcRect b="0" l="0" r="0" t="0"/>
          <a:stretch/>
        </p:blipFill>
        <p:spPr>
          <a:xfrm>
            <a:off x="-90436" y="5864994"/>
            <a:ext cx="1052616" cy="993004"/>
          </a:xfrm>
          <a:prstGeom prst="rect">
            <a:avLst/>
          </a:prstGeom>
          <a:noFill/>
          <a:ln>
            <a:noFill/>
          </a:ln>
        </p:spPr>
      </p:pic>
      <p:sp>
        <p:nvSpPr>
          <p:cNvPr id="51" name="Google Shape;51;p29"/>
          <p:cNvSpPr/>
          <p:nvPr/>
        </p:nvSpPr>
        <p:spPr>
          <a:xfrm>
            <a:off x="0" y="1"/>
            <a:ext cx="9144000" cy="646385"/>
          </a:xfrm>
          <a:prstGeom prst="flowChartProcess">
            <a:avLst/>
          </a:prstGeom>
          <a:solidFill>
            <a:schemeClr val="accent6"/>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chemeClr val="lt1"/>
                </a:solidFill>
                <a:latin typeface="Calibri"/>
                <a:ea typeface="Calibri"/>
                <a:cs typeface="Calibri"/>
                <a:sym typeface="Calibri"/>
              </a:rPr>
              <a:t>TERIMA KASIH, MAHASISWA TEKNIK INFORMATIKA UNGGUL, ANDA SUDAH BELAJAR DENGAN LUAR BIASA</a:t>
            </a:r>
            <a:endParaRPr sz="1350">
              <a:solidFill>
                <a:schemeClr val="lt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57" r:id="rId4"/>
    <p:sldLayoutId id="2147483658" r:id="rId5"/>
    <p:sldLayoutId id="2147483659"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4" name="Shape 64"/>
        <p:cNvGrpSpPr/>
        <p:nvPr/>
      </p:nvGrpSpPr>
      <p:grpSpPr>
        <a:xfrm>
          <a:off x="0" y="0"/>
          <a:ext cx="0" cy="0"/>
          <a:chOff x="0" y="0"/>
          <a:chExt cx="0" cy="0"/>
        </a:xfrm>
      </p:grpSpPr>
      <p:sp>
        <p:nvSpPr>
          <p:cNvPr id="65" name="Google Shape;65;p33"/>
          <p:cNvSpPr/>
          <p:nvPr/>
        </p:nvSpPr>
        <p:spPr>
          <a:xfrm>
            <a:off x="0" y="1"/>
            <a:ext cx="9144000" cy="1204466"/>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500">
              <a:solidFill>
                <a:schemeClr val="dk1"/>
              </a:solidFill>
              <a:latin typeface="Calibri"/>
              <a:ea typeface="Calibri"/>
              <a:cs typeface="Calibri"/>
              <a:sym typeface="Calibri"/>
            </a:endParaRPr>
          </a:p>
          <a:p>
            <a:pPr indent="0" lvl="0" marL="0" marR="0" rtl="0" algn="ctr">
              <a:spcBef>
                <a:spcPts val="0"/>
              </a:spcBef>
              <a:spcAft>
                <a:spcPts val="0"/>
              </a:spcAft>
              <a:buNone/>
            </a:pPr>
            <a:r>
              <a:rPr lang="en-US" sz="1500">
                <a:solidFill>
                  <a:schemeClr val="dk1"/>
                </a:solidFill>
                <a:latin typeface="Calibri"/>
                <a:ea typeface="Calibri"/>
                <a:cs typeface="Calibri"/>
                <a:sym typeface="Calibri"/>
              </a:rPr>
              <a:t> </a:t>
            </a:r>
            <a:endParaRPr sz="1500">
              <a:solidFill>
                <a:schemeClr val="dk1"/>
              </a:solidFill>
              <a:latin typeface="Calibri"/>
              <a:ea typeface="Calibri"/>
              <a:cs typeface="Calibri"/>
              <a:sym typeface="Calibri"/>
            </a:endParaRPr>
          </a:p>
        </p:txBody>
      </p:sp>
      <p:pic>
        <p:nvPicPr>
          <p:cNvPr id="66" name="Google Shape;66;p33"/>
          <p:cNvPicPr preferRelativeResize="0"/>
          <p:nvPr/>
        </p:nvPicPr>
        <p:blipFill rotWithShape="1">
          <a:blip r:embed="rId1">
            <a:alphaModFix/>
          </a:blip>
          <a:srcRect b="0" l="0" r="0" t="0"/>
          <a:stretch/>
        </p:blipFill>
        <p:spPr>
          <a:xfrm>
            <a:off x="74731" y="38925"/>
            <a:ext cx="839462" cy="1086491"/>
          </a:xfrm>
          <a:prstGeom prst="rect">
            <a:avLst/>
          </a:prstGeom>
          <a:noFill/>
          <a:ln>
            <a:noFill/>
          </a:ln>
        </p:spPr>
      </p:pic>
      <p:sp>
        <p:nvSpPr>
          <p:cNvPr id="67" name="Google Shape;67;p33"/>
          <p:cNvSpPr txBox="1"/>
          <p:nvPr/>
        </p:nvSpPr>
        <p:spPr>
          <a:xfrm>
            <a:off x="914194" y="166671"/>
            <a:ext cx="4414577" cy="64633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800">
                <a:solidFill>
                  <a:schemeClr val="dk1"/>
                </a:solidFill>
                <a:latin typeface="Calibri"/>
                <a:ea typeface="Calibri"/>
                <a:cs typeface="Calibri"/>
                <a:sym typeface="Calibri"/>
              </a:rPr>
              <a:t>PROGRAM STUDI S1 TEKNIK INFORMATIKA</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UNIVERSITAS PAMULANG</a:t>
            </a:r>
            <a:endParaRPr sz="1800">
              <a:solidFill>
                <a:schemeClr val="dk1"/>
              </a:solidFill>
              <a:latin typeface="Calibri"/>
              <a:ea typeface="Calibri"/>
              <a:cs typeface="Calibri"/>
              <a:sym typeface="Calibri"/>
            </a:endParaRPr>
          </a:p>
        </p:txBody>
      </p:sp>
      <p:pic>
        <p:nvPicPr>
          <p:cNvPr id="68" name="Google Shape;68;p33"/>
          <p:cNvPicPr preferRelativeResize="0"/>
          <p:nvPr/>
        </p:nvPicPr>
        <p:blipFill rotWithShape="1">
          <a:blip r:embed="rId2">
            <a:alphaModFix/>
          </a:blip>
          <a:srcRect b="0" l="0" r="0" t="0"/>
          <a:stretch/>
        </p:blipFill>
        <p:spPr>
          <a:xfrm>
            <a:off x="7536264" y="0"/>
            <a:ext cx="1607736" cy="1205802"/>
          </a:xfrm>
          <a:prstGeom prst="rect">
            <a:avLst/>
          </a:prstGeom>
          <a:noFill/>
          <a:ln>
            <a:noFill/>
          </a:ln>
        </p:spPr>
      </p:pic>
      <p:sp>
        <p:nvSpPr>
          <p:cNvPr id="69" name="Google Shape;69;p33"/>
          <p:cNvSpPr txBox="1"/>
          <p:nvPr>
            <p:ph type="title"/>
          </p:nvPr>
        </p:nvSpPr>
        <p:spPr>
          <a:xfrm>
            <a:off x="628650" y="1204467"/>
            <a:ext cx="78867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0" name="Google Shape;70;p33"/>
          <p:cNvSpPr txBox="1"/>
          <p:nvPr>
            <p:ph idx="1" type="body"/>
          </p:nvPr>
        </p:nvSpPr>
        <p:spPr>
          <a:xfrm>
            <a:off x="628650" y="2329881"/>
            <a:ext cx="7886700" cy="4351338"/>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61"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3" name="Shape 73"/>
        <p:cNvGrpSpPr/>
        <p:nvPr/>
      </p:nvGrpSpPr>
      <p:grpSpPr>
        <a:xfrm>
          <a:off x="0" y="0"/>
          <a:ext cx="0" cy="0"/>
          <a:chOff x="0" y="0"/>
          <a:chExt cx="0" cy="0"/>
        </a:xfrm>
      </p:grpSpPr>
      <p:pic>
        <p:nvPicPr>
          <p:cNvPr id="74" name="Google Shape;74;p35"/>
          <p:cNvPicPr preferRelativeResize="0"/>
          <p:nvPr/>
        </p:nvPicPr>
        <p:blipFill rotWithShape="1">
          <a:blip r:embed="rId1">
            <a:alphaModFix/>
          </a:blip>
          <a:srcRect b="0" l="0" r="0" t="0"/>
          <a:stretch/>
        </p:blipFill>
        <p:spPr>
          <a:xfrm>
            <a:off x="0" y="0"/>
            <a:ext cx="9144000" cy="6858000"/>
          </a:xfrm>
          <a:prstGeom prst="rect">
            <a:avLst/>
          </a:prstGeom>
          <a:noFill/>
          <a:ln>
            <a:noFill/>
          </a:ln>
        </p:spPr>
      </p:pic>
      <p:sp>
        <p:nvSpPr>
          <p:cNvPr id="75" name="Google Shape;75;p35"/>
          <p:cNvSpPr/>
          <p:nvPr/>
        </p:nvSpPr>
        <p:spPr>
          <a:xfrm rot="-5400000">
            <a:off x="7421965" y="5135961"/>
            <a:ext cx="1884065" cy="1560008"/>
          </a:xfrm>
          <a:prstGeom prst="rtTriangle">
            <a:avLst/>
          </a:prstGeom>
          <a:solidFill>
            <a:srgbClr val="A8D0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Calibri"/>
              <a:ea typeface="Calibri"/>
              <a:cs typeface="Calibri"/>
              <a:sym typeface="Calibri"/>
            </a:endParaRPr>
          </a:p>
        </p:txBody>
      </p:sp>
      <p:sp>
        <p:nvSpPr>
          <p:cNvPr id="76" name="Google Shape;76;p35"/>
          <p:cNvSpPr/>
          <p:nvPr/>
        </p:nvSpPr>
        <p:spPr>
          <a:xfrm>
            <a:off x="0" y="6211615"/>
            <a:ext cx="9144000" cy="646385"/>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500">
              <a:solidFill>
                <a:schemeClr val="dk1"/>
              </a:solidFill>
              <a:latin typeface="Calibri"/>
              <a:ea typeface="Calibri"/>
              <a:cs typeface="Calibri"/>
              <a:sym typeface="Calibri"/>
            </a:endParaRPr>
          </a:p>
          <a:p>
            <a:pPr indent="0" lvl="0" marL="0" marR="0" rtl="0" algn="ctr">
              <a:spcBef>
                <a:spcPts val="0"/>
              </a:spcBef>
              <a:spcAft>
                <a:spcPts val="0"/>
              </a:spcAft>
              <a:buNone/>
            </a:pPr>
            <a:r>
              <a:rPr lang="en-US" sz="1500">
                <a:solidFill>
                  <a:schemeClr val="dk1"/>
                </a:solidFill>
                <a:latin typeface="Calibri"/>
                <a:ea typeface="Calibri"/>
                <a:cs typeface="Calibri"/>
                <a:sym typeface="Calibri"/>
              </a:rPr>
              <a:t>Program Studi Teknik Informatika, Universitas Pamulang</a:t>
            </a:r>
            <a:endParaRPr sz="1500">
              <a:solidFill>
                <a:schemeClr val="dk1"/>
              </a:solidFill>
              <a:latin typeface="Calibri"/>
              <a:ea typeface="Calibri"/>
              <a:cs typeface="Calibri"/>
              <a:sym typeface="Calibri"/>
            </a:endParaRPr>
          </a:p>
          <a:p>
            <a:pPr indent="0" lvl="0" marL="0" marR="0" rtl="0" algn="ctr">
              <a:spcBef>
                <a:spcPts val="0"/>
              </a:spcBef>
              <a:spcAft>
                <a:spcPts val="0"/>
              </a:spcAft>
              <a:buNone/>
            </a:pPr>
            <a:r>
              <a:rPr lang="en-US" sz="1500">
                <a:solidFill>
                  <a:schemeClr val="dk1"/>
                </a:solidFill>
                <a:latin typeface="Calibri"/>
                <a:ea typeface="Calibri"/>
                <a:cs typeface="Calibri"/>
                <a:sym typeface="Calibri"/>
              </a:rPr>
              <a:t> </a:t>
            </a:r>
            <a:endParaRPr sz="1500">
              <a:solidFill>
                <a:schemeClr val="dk1"/>
              </a:solidFill>
              <a:latin typeface="Calibri"/>
              <a:ea typeface="Calibri"/>
              <a:cs typeface="Calibri"/>
              <a:sym typeface="Calibri"/>
            </a:endParaRPr>
          </a:p>
        </p:txBody>
      </p:sp>
      <p:sp>
        <p:nvSpPr>
          <p:cNvPr id="77" name="Google Shape;77;p35"/>
          <p:cNvSpPr/>
          <p:nvPr/>
        </p:nvSpPr>
        <p:spPr>
          <a:xfrm>
            <a:off x="0" y="5074416"/>
            <a:ext cx="1198266" cy="1783584"/>
          </a:xfrm>
          <a:prstGeom prst="rtTriangle">
            <a:avLst/>
          </a:prstGeom>
          <a:solidFill>
            <a:srgbClr val="A8D0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Calibri"/>
              <a:ea typeface="Calibri"/>
              <a:cs typeface="Calibri"/>
              <a:sym typeface="Calibri"/>
            </a:endParaRPr>
          </a:p>
        </p:txBody>
      </p:sp>
      <p:pic>
        <p:nvPicPr>
          <p:cNvPr id="78" name="Google Shape;78;p35"/>
          <p:cNvPicPr preferRelativeResize="0"/>
          <p:nvPr/>
        </p:nvPicPr>
        <p:blipFill rotWithShape="1">
          <a:blip r:embed="rId2">
            <a:alphaModFix/>
          </a:blip>
          <a:srcRect b="0" l="0" r="0" t="0"/>
          <a:stretch/>
        </p:blipFill>
        <p:spPr>
          <a:xfrm>
            <a:off x="8324379" y="5725289"/>
            <a:ext cx="781941" cy="1012044"/>
          </a:xfrm>
          <a:prstGeom prst="rect">
            <a:avLst/>
          </a:prstGeom>
          <a:noFill/>
          <a:ln>
            <a:noFill/>
          </a:ln>
        </p:spPr>
      </p:pic>
      <p:pic>
        <p:nvPicPr>
          <p:cNvPr id="79" name="Google Shape;79;p35"/>
          <p:cNvPicPr preferRelativeResize="0"/>
          <p:nvPr/>
        </p:nvPicPr>
        <p:blipFill rotWithShape="1">
          <a:blip r:embed="rId3">
            <a:alphaModFix/>
          </a:blip>
          <a:srcRect b="0" l="0" r="0" t="0"/>
          <a:stretch/>
        </p:blipFill>
        <p:spPr>
          <a:xfrm>
            <a:off x="-90436" y="5864994"/>
            <a:ext cx="1052616" cy="99300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3"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g"/><Relationship Id="rId4" Type="http://schemas.openxmlformats.org/officeDocument/2006/relationships/image" Target="../media/image7.png"/><Relationship Id="rId5"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5.png"/><Relationship Id="rId5" Type="http://schemas.openxmlformats.org/officeDocument/2006/relationships/image" Target="../media/image24.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21.png"/><Relationship Id="rId11" Type="http://schemas.openxmlformats.org/officeDocument/2006/relationships/image" Target="../media/image20.png"/><Relationship Id="rId10" Type="http://schemas.openxmlformats.org/officeDocument/2006/relationships/image" Target="../media/image64.png"/><Relationship Id="rId9" Type="http://schemas.openxmlformats.org/officeDocument/2006/relationships/image" Target="../media/image17.png"/><Relationship Id="rId5" Type="http://schemas.openxmlformats.org/officeDocument/2006/relationships/image" Target="../media/image11.png"/><Relationship Id="rId6" Type="http://schemas.openxmlformats.org/officeDocument/2006/relationships/image" Target="../media/image26.png"/><Relationship Id="rId7" Type="http://schemas.openxmlformats.org/officeDocument/2006/relationships/image" Target="../media/image25.png"/><Relationship Id="rId8" Type="http://schemas.openxmlformats.org/officeDocument/2006/relationships/image" Target="../media/image4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36.png"/><Relationship Id="rId11" Type="http://schemas.openxmlformats.org/officeDocument/2006/relationships/image" Target="../media/image27.png"/><Relationship Id="rId10" Type="http://schemas.openxmlformats.org/officeDocument/2006/relationships/image" Target="../media/image28.png"/><Relationship Id="rId9" Type="http://schemas.openxmlformats.org/officeDocument/2006/relationships/image" Target="../media/image34.png"/><Relationship Id="rId5" Type="http://schemas.openxmlformats.org/officeDocument/2006/relationships/image" Target="../media/image33.png"/><Relationship Id="rId6" Type="http://schemas.openxmlformats.org/officeDocument/2006/relationships/image" Target="../media/image22.png"/><Relationship Id="rId7" Type="http://schemas.openxmlformats.org/officeDocument/2006/relationships/image" Target="../media/image31.png"/><Relationship Id="rId8" Type="http://schemas.openxmlformats.org/officeDocument/2006/relationships/image" Target="../media/image4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0.png"/><Relationship Id="rId4" Type="http://schemas.openxmlformats.org/officeDocument/2006/relationships/image" Target="../media/image45.png"/><Relationship Id="rId9" Type="http://schemas.openxmlformats.org/officeDocument/2006/relationships/image" Target="../media/image32.jpg"/><Relationship Id="rId5" Type="http://schemas.openxmlformats.org/officeDocument/2006/relationships/image" Target="../media/image35.png"/><Relationship Id="rId6" Type="http://schemas.openxmlformats.org/officeDocument/2006/relationships/image" Target="../media/image53.png"/><Relationship Id="rId7" Type="http://schemas.openxmlformats.org/officeDocument/2006/relationships/image" Target="../media/image50.png"/><Relationship Id="rId8" Type="http://schemas.openxmlformats.org/officeDocument/2006/relationships/image" Target="../media/image38.png"/></Relationships>
</file>

<file path=ppt/slides/_rels/slide7.xml.rels><?xml version="1.0" encoding="UTF-8" standalone="yes"?><Relationships xmlns="http://schemas.openxmlformats.org/package/2006/relationships"><Relationship Id="rId11" Type="http://schemas.openxmlformats.org/officeDocument/2006/relationships/image" Target="../media/image73.png"/><Relationship Id="rId10" Type="http://schemas.openxmlformats.org/officeDocument/2006/relationships/image" Target="../media/image57.png"/><Relationship Id="rId13" Type="http://schemas.openxmlformats.org/officeDocument/2006/relationships/image" Target="../media/image44.png"/><Relationship Id="rId12" Type="http://schemas.openxmlformats.org/officeDocument/2006/relationships/image" Target="../media/image49.png"/><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9.png"/><Relationship Id="rId4" Type="http://schemas.openxmlformats.org/officeDocument/2006/relationships/image" Target="../media/image46.png"/><Relationship Id="rId9" Type="http://schemas.openxmlformats.org/officeDocument/2006/relationships/image" Target="../media/image42.png"/><Relationship Id="rId14" Type="http://schemas.openxmlformats.org/officeDocument/2006/relationships/image" Target="../media/image52.png"/><Relationship Id="rId5" Type="http://schemas.openxmlformats.org/officeDocument/2006/relationships/image" Target="../media/image41.png"/><Relationship Id="rId6" Type="http://schemas.openxmlformats.org/officeDocument/2006/relationships/image" Target="../media/image43.png"/><Relationship Id="rId7" Type="http://schemas.openxmlformats.org/officeDocument/2006/relationships/image" Target="../media/image37.png"/><Relationship Id="rId8" Type="http://schemas.openxmlformats.org/officeDocument/2006/relationships/image" Target="../media/image5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7.png"/><Relationship Id="rId4" Type="http://schemas.openxmlformats.org/officeDocument/2006/relationships/image" Target="../media/image8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0.png"/><Relationship Id="rId4" Type="http://schemas.openxmlformats.org/officeDocument/2006/relationships/image" Target="../media/image59.png"/><Relationship Id="rId9" Type="http://schemas.openxmlformats.org/officeDocument/2006/relationships/image" Target="../media/image55.png"/><Relationship Id="rId5" Type="http://schemas.openxmlformats.org/officeDocument/2006/relationships/image" Target="../media/image60.png"/><Relationship Id="rId6" Type="http://schemas.openxmlformats.org/officeDocument/2006/relationships/image" Target="../media/image70.png"/><Relationship Id="rId7" Type="http://schemas.openxmlformats.org/officeDocument/2006/relationships/image" Target="../media/image54.png"/><Relationship Id="rId8" Type="http://schemas.openxmlformats.org/officeDocument/2006/relationships/image" Target="../media/image5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5.png"/><Relationship Id="rId4" Type="http://schemas.openxmlformats.org/officeDocument/2006/relationships/image" Target="../media/image58.png"/><Relationship Id="rId5" Type="http://schemas.openxmlformats.org/officeDocument/2006/relationships/image" Target="../media/image96.png"/><Relationship Id="rId6" Type="http://schemas.openxmlformats.org/officeDocument/2006/relationships/image" Target="../media/image6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66.png"/><Relationship Id="rId6" Type="http://schemas.openxmlformats.org/officeDocument/2006/relationships/image" Target="../media/image69.png"/></Relationships>
</file>

<file path=ppt/slides/_rels/slide12.xml.rels><?xml version="1.0" encoding="UTF-8" standalone="yes"?><Relationships xmlns="http://schemas.openxmlformats.org/package/2006/relationships"><Relationship Id="rId10" Type="http://schemas.openxmlformats.org/officeDocument/2006/relationships/image" Target="../media/image74.png"/><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8.png"/><Relationship Id="rId4" Type="http://schemas.openxmlformats.org/officeDocument/2006/relationships/image" Target="../media/image67.png"/><Relationship Id="rId9" Type="http://schemas.openxmlformats.org/officeDocument/2006/relationships/image" Target="../media/image78.png"/><Relationship Id="rId5" Type="http://schemas.openxmlformats.org/officeDocument/2006/relationships/image" Target="../media/image76.png"/><Relationship Id="rId6" Type="http://schemas.openxmlformats.org/officeDocument/2006/relationships/image" Target="../media/image111.png"/><Relationship Id="rId7" Type="http://schemas.openxmlformats.org/officeDocument/2006/relationships/image" Target="../media/image72.png"/><Relationship Id="rId8" Type="http://schemas.openxmlformats.org/officeDocument/2006/relationships/image" Target="../media/image82.png"/></Relationships>
</file>

<file path=ppt/slides/_rels/slide13.xml.rels><?xml version="1.0" encoding="UTF-8" standalone="yes"?><Relationships xmlns="http://schemas.openxmlformats.org/package/2006/relationships"><Relationship Id="rId20" Type="http://schemas.openxmlformats.org/officeDocument/2006/relationships/image" Target="../media/image88.png"/><Relationship Id="rId11" Type="http://schemas.openxmlformats.org/officeDocument/2006/relationships/image" Target="../media/image75.png"/><Relationship Id="rId10" Type="http://schemas.openxmlformats.org/officeDocument/2006/relationships/image" Target="../media/image79.png"/><Relationship Id="rId21" Type="http://schemas.openxmlformats.org/officeDocument/2006/relationships/image" Target="../media/image109.png"/><Relationship Id="rId13" Type="http://schemas.openxmlformats.org/officeDocument/2006/relationships/image" Target="../media/image77.png"/><Relationship Id="rId12" Type="http://schemas.openxmlformats.org/officeDocument/2006/relationships/image" Target="../media/image81.png"/><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04.png"/><Relationship Id="rId4" Type="http://schemas.openxmlformats.org/officeDocument/2006/relationships/image" Target="../media/image103.png"/><Relationship Id="rId9" Type="http://schemas.openxmlformats.org/officeDocument/2006/relationships/image" Target="../media/image98.png"/><Relationship Id="rId15" Type="http://schemas.openxmlformats.org/officeDocument/2006/relationships/image" Target="../media/image90.png"/><Relationship Id="rId14" Type="http://schemas.openxmlformats.org/officeDocument/2006/relationships/image" Target="../media/image87.png"/><Relationship Id="rId17" Type="http://schemas.openxmlformats.org/officeDocument/2006/relationships/image" Target="../media/image119.png"/><Relationship Id="rId16" Type="http://schemas.openxmlformats.org/officeDocument/2006/relationships/image" Target="../media/image83.png"/><Relationship Id="rId5" Type="http://schemas.openxmlformats.org/officeDocument/2006/relationships/image" Target="../media/image91.png"/><Relationship Id="rId19" Type="http://schemas.openxmlformats.org/officeDocument/2006/relationships/image" Target="../media/image118.png"/><Relationship Id="rId6" Type="http://schemas.openxmlformats.org/officeDocument/2006/relationships/image" Target="../media/image94.png"/><Relationship Id="rId18" Type="http://schemas.openxmlformats.org/officeDocument/2006/relationships/image" Target="../media/image100.png"/><Relationship Id="rId7" Type="http://schemas.openxmlformats.org/officeDocument/2006/relationships/image" Target="../media/image85.png"/><Relationship Id="rId8" Type="http://schemas.openxmlformats.org/officeDocument/2006/relationships/image" Target="../media/image8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95.png"/><Relationship Id="rId4" Type="http://schemas.openxmlformats.org/officeDocument/2006/relationships/image" Target="../media/image108.png"/><Relationship Id="rId5" Type="http://schemas.openxmlformats.org/officeDocument/2006/relationships/image" Target="../media/image93.png"/><Relationship Id="rId6" Type="http://schemas.openxmlformats.org/officeDocument/2006/relationships/image" Target="../media/image9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0.png"/><Relationship Id="rId4" Type="http://schemas.openxmlformats.org/officeDocument/2006/relationships/image" Target="../media/image45.png"/><Relationship Id="rId5" Type="http://schemas.openxmlformats.org/officeDocument/2006/relationships/image" Target="../media/image121.png"/><Relationship Id="rId6" Type="http://schemas.openxmlformats.org/officeDocument/2006/relationships/image" Target="../media/image102.png"/><Relationship Id="rId7" Type="http://schemas.openxmlformats.org/officeDocument/2006/relationships/image" Target="../media/image112.png"/><Relationship Id="rId8" Type="http://schemas.openxmlformats.org/officeDocument/2006/relationships/image" Target="../media/image1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06.png"/><Relationship Id="rId4" Type="http://schemas.openxmlformats.org/officeDocument/2006/relationships/image" Target="../media/image10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22.png"/><Relationship Id="rId4" Type="http://schemas.openxmlformats.org/officeDocument/2006/relationships/image" Target="../media/image15.png"/><Relationship Id="rId5" Type="http://schemas.openxmlformats.org/officeDocument/2006/relationships/image" Target="../media/image105.png"/><Relationship Id="rId6" Type="http://schemas.openxmlformats.org/officeDocument/2006/relationships/image" Target="../media/image1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16.png"/><Relationship Id="rId4" Type="http://schemas.openxmlformats.org/officeDocument/2006/relationships/image" Target="../media/image120.png"/><Relationship Id="rId5" Type="http://schemas.openxmlformats.org/officeDocument/2006/relationships/image" Target="../media/image113.png"/><Relationship Id="rId6" Type="http://schemas.openxmlformats.org/officeDocument/2006/relationships/image" Target="../media/image1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pic>
        <p:nvPicPr>
          <p:cNvPr id="86" name="Google Shape;86;p1"/>
          <p:cNvPicPr preferRelativeResize="0"/>
          <p:nvPr/>
        </p:nvPicPr>
        <p:blipFill rotWithShape="1">
          <a:blip r:embed="rId3">
            <a:alphaModFix/>
          </a:blip>
          <a:srcRect b="0" l="0" r="0" t="0"/>
          <a:stretch/>
        </p:blipFill>
        <p:spPr>
          <a:xfrm>
            <a:off x="0" y="0"/>
            <a:ext cx="9144000" cy="6857999"/>
          </a:xfrm>
          <a:prstGeom prst="rect">
            <a:avLst/>
          </a:prstGeom>
          <a:noFill/>
          <a:ln>
            <a:noFill/>
          </a:ln>
        </p:spPr>
      </p:pic>
      <p:grpSp>
        <p:nvGrpSpPr>
          <p:cNvPr id="87" name="Google Shape;87;p1"/>
          <p:cNvGrpSpPr/>
          <p:nvPr/>
        </p:nvGrpSpPr>
        <p:grpSpPr>
          <a:xfrm>
            <a:off x="182880" y="2590800"/>
            <a:ext cx="9049512" cy="1026602"/>
            <a:chOff x="30480" y="630936"/>
            <a:chExt cx="9049512" cy="2834067"/>
          </a:xfrm>
        </p:grpSpPr>
        <p:pic>
          <p:nvPicPr>
            <p:cNvPr id="88" name="Google Shape;88;p1"/>
            <p:cNvPicPr preferRelativeResize="0"/>
            <p:nvPr/>
          </p:nvPicPr>
          <p:blipFill rotWithShape="1">
            <a:blip r:embed="rId4">
              <a:alphaModFix/>
            </a:blip>
            <a:srcRect b="0" l="0" r="0" t="0"/>
            <a:stretch/>
          </p:blipFill>
          <p:spPr>
            <a:xfrm>
              <a:off x="30480" y="630936"/>
              <a:ext cx="9049512" cy="780288"/>
            </a:xfrm>
            <a:prstGeom prst="rect">
              <a:avLst/>
            </a:prstGeom>
            <a:noFill/>
            <a:ln>
              <a:noFill/>
            </a:ln>
          </p:spPr>
        </p:pic>
        <p:pic>
          <p:nvPicPr>
            <p:cNvPr id="89" name="Google Shape;89;p1"/>
            <p:cNvPicPr preferRelativeResize="0"/>
            <p:nvPr/>
          </p:nvPicPr>
          <p:blipFill rotWithShape="1">
            <a:blip r:embed="rId5">
              <a:alphaModFix/>
            </a:blip>
            <a:srcRect b="0" l="0" r="0" t="0"/>
            <a:stretch/>
          </p:blipFill>
          <p:spPr>
            <a:xfrm>
              <a:off x="237236" y="3088194"/>
              <a:ext cx="8364728" cy="376809"/>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id="94" name="Google Shape;94;p2"/>
          <p:cNvPicPr preferRelativeResize="0"/>
          <p:nvPr/>
        </p:nvPicPr>
        <p:blipFill rotWithShape="1">
          <a:blip r:embed="rId3">
            <a:alphaModFix/>
          </a:blip>
          <a:srcRect b="0" l="0" r="0" t="0"/>
          <a:stretch/>
        </p:blipFill>
        <p:spPr>
          <a:xfrm>
            <a:off x="24383" y="18879"/>
            <a:ext cx="9144000" cy="6858000"/>
          </a:xfrm>
          <a:prstGeom prst="rect">
            <a:avLst/>
          </a:prstGeom>
          <a:noFill/>
          <a:ln>
            <a:noFill/>
          </a:ln>
        </p:spPr>
      </p:pic>
      <p:grpSp>
        <p:nvGrpSpPr>
          <p:cNvPr id="95" name="Google Shape;95;p2"/>
          <p:cNvGrpSpPr/>
          <p:nvPr/>
        </p:nvGrpSpPr>
        <p:grpSpPr>
          <a:xfrm>
            <a:off x="7323" y="-19177"/>
            <a:ext cx="9144000" cy="5105400"/>
            <a:chOff x="7323" y="-19177"/>
            <a:chExt cx="9144000" cy="5105400"/>
          </a:xfrm>
        </p:grpSpPr>
        <p:pic>
          <p:nvPicPr>
            <p:cNvPr id="96" name="Google Shape;96;p2"/>
            <p:cNvPicPr preferRelativeResize="0"/>
            <p:nvPr/>
          </p:nvPicPr>
          <p:blipFill rotWithShape="1">
            <a:blip r:embed="rId4">
              <a:alphaModFix/>
            </a:blip>
            <a:srcRect b="0" l="0" r="0" t="0"/>
            <a:stretch/>
          </p:blipFill>
          <p:spPr>
            <a:xfrm>
              <a:off x="7323" y="-19177"/>
              <a:ext cx="9144000" cy="5105400"/>
            </a:xfrm>
            <a:prstGeom prst="rect">
              <a:avLst/>
            </a:prstGeom>
            <a:noFill/>
            <a:ln>
              <a:noFill/>
            </a:ln>
          </p:spPr>
        </p:pic>
        <p:pic>
          <p:nvPicPr>
            <p:cNvPr id="97" name="Google Shape;97;p2"/>
            <p:cNvPicPr preferRelativeResize="0"/>
            <p:nvPr/>
          </p:nvPicPr>
          <p:blipFill rotWithShape="1">
            <a:blip r:embed="rId5">
              <a:alphaModFix/>
            </a:blip>
            <a:srcRect b="0" l="0" r="0" t="0"/>
            <a:stretch/>
          </p:blipFill>
          <p:spPr>
            <a:xfrm>
              <a:off x="48767" y="2575560"/>
              <a:ext cx="9095232" cy="780288"/>
            </a:xfrm>
            <a:prstGeom prst="rect">
              <a:avLst/>
            </a:prstGeom>
            <a:noFill/>
            <a:ln>
              <a:noFill/>
            </a:ln>
          </p:spPr>
        </p:pic>
        <p:pic>
          <p:nvPicPr>
            <p:cNvPr id="98" name="Google Shape;98;p2"/>
            <p:cNvPicPr preferRelativeResize="0"/>
            <p:nvPr/>
          </p:nvPicPr>
          <p:blipFill rotWithShape="1">
            <a:blip r:embed="rId6">
              <a:alphaModFix/>
            </a:blip>
            <a:srcRect b="0" l="0" r="0" t="0"/>
            <a:stretch/>
          </p:blipFill>
          <p:spPr>
            <a:xfrm>
              <a:off x="3236976" y="3185160"/>
              <a:ext cx="2865120" cy="780288"/>
            </a:xfrm>
            <a:prstGeom prst="rect">
              <a:avLst/>
            </a:prstGeom>
            <a:noFill/>
            <a:ln>
              <a:noFill/>
            </a:ln>
          </p:spPr>
        </p:pic>
        <p:pic>
          <p:nvPicPr>
            <p:cNvPr id="99" name="Google Shape;99;p2"/>
            <p:cNvPicPr preferRelativeResize="0"/>
            <p:nvPr/>
          </p:nvPicPr>
          <p:blipFill rotWithShape="1">
            <a:blip r:embed="rId7">
              <a:alphaModFix/>
            </a:blip>
            <a:srcRect b="0" l="0" r="0" t="0"/>
            <a:stretch/>
          </p:blipFill>
          <p:spPr>
            <a:xfrm>
              <a:off x="383679" y="2301748"/>
              <a:ext cx="8554834" cy="463550"/>
            </a:xfrm>
            <a:prstGeom prst="rect">
              <a:avLst/>
            </a:prstGeom>
            <a:noFill/>
            <a:ln>
              <a:noFill/>
            </a:ln>
          </p:spPr>
        </p:pic>
        <p:pic>
          <p:nvPicPr>
            <p:cNvPr id="100" name="Google Shape;100;p2"/>
            <p:cNvPicPr preferRelativeResize="0"/>
            <p:nvPr/>
          </p:nvPicPr>
          <p:blipFill rotWithShape="1">
            <a:blip r:embed="rId8">
              <a:alphaModFix/>
            </a:blip>
            <a:srcRect b="0" l="0" r="0" t="0"/>
            <a:stretch/>
          </p:blipFill>
          <p:spPr>
            <a:xfrm>
              <a:off x="3571874" y="2911601"/>
              <a:ext cx="2180336" cy="376555"/>
            </a:xfrm>
            <a:prstGeom prst="rect">
              <a:avLst/>
            </a:prstGeom>
            <a:noFill/>
            <a:ln>
              <a:noFill/>
            </a:ln>
          </p:spPr>
        </p:pic>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grpSp>
        <p:nvGrpSpPr>
          <p:cNvPr id="105" name="Google Shape;105;p3"/>
          <p:cNvGrpSpPr/>
          <p:nvPr/>
        </p:nvGrpSpPr>
        <p:grpSpPr>
          <a:xfrm>
            <a:off x="30480" y="357504"/>
            <a:ext cx="9049512" cy="1053720"/>
            <a:chOff x="30480" y="357504"/>
            <a:chExt cx="9049512" cy="1053720"/>
          </a:xfrm>
        </p:grpSpPr>
        <p:pic>
          <p:nvPicPr>
            <p:cNvPr id="106" name="Google Shape;106;p3"/>
            <p:cNvPicPr preferRelativeResize="0"/>
            <p:nvPr/>
          </p:nvPicPr>
          <p:blipFill rotWithShape="1">
            <a:blip r:embed="rId3">
              <a:alphaModFix/>
            </a:blip>
            <a:srcRect b="0" l="0" r="0" t="0"/>
            <a:stretch/>
          </p:blipFill>
          <p:spPr>
            <a:xfrm>
              <a:off x="30480" y="630936"/>
              <a:ext cx="9049512" cy="780288"/>
            </a:xfrm>
            <a:prstGeom prst="rect">
              <a:avLst/>
            </a:prstGeom>
            <a:noFill/>
            <a:ln>
              <a:noFill/>
            </a:ln>
          </p:spPr>
        </p:pic>
        <p:pic>
          <p:nvPicPr>
            <p:cNvPr id="107" name="Google Shape;107;p3"/>
            <p:cNvPicPr preferRelativeResize="0"/>
            <p:nvPr/>
          </p:nvPicPr>
          <p:blipFill rotWithShape="1">
            <a:blip r:embed="rId4">
              <a:alphaModFix/>
            </a:blip>
            <a:srcRect b="0" l="0" r="0" t="0"/>
            <a:stretch/>
          </p:blipFill>
          <p:spPr>
            <a:xfrm>
              <a:off x="362838" y="357504"/>
              <a:ext cx="8364728" cy="376809"/>
            </a:xfrm>
            <a:prstGeom prst="rect">
              <a:avLst/>
            </a:prstGeom>
            <a:noFill/>
            <a:ln>
              <a:noFill/>
            </a:ln>
          </p:spPr>
        </p:pic>
      </p:grpSp>
      <p:sp>
        <p:nvSpPr>
          <p:cNvPr id="108" name="Google Shape;108;p3"/>
          <p:cNvSpPr txBox="1"/>
          <p:nvPr>
            <p:ph type="title"/>
          </p:nvPr>
        </p:nvSpPr>
        <p:spPr>
          <a:xfrm>
            <a:off x="448462" y="1058672"/>
            <a:ext cx="8225790" cy="1693545"/>
          </a:xfrm>
          <a:prstGeom prst="rect">
            <a:avLst/>
          </a:prstGeom>
          <a:noFill/>
          <a:ln>
            <a:noFill/>
          </a:ln>
        </p:spPr>
        <p:txBody>
          <a:bodyPr anchorCtr="0" anchor="ctr" bIns="0" lIns="0" spcFirstLastPara="1" rIns="0" wrap="square" tIns="36825">
            <a:spAutoFit/>
          </a:bodyPr>
          <a:lstStyle/>
          <a:p>
            <a:pPr indent="-182880" lvl="0" marL="195580" marR="5080" rtl="0" algn="l">
              <a:lnSpc>
                <a:spcPct val="95400"/>
              </a:lnSpc>
              <a:spcBef>
                <a:spcPts val="0"/>
              </a:spcBef>
              <a:spcAft>
                <a:spcPts val="0"/>
              </a:spcAft>
              <a:buClr>
                <a:srgbClr val="C3250C"/>
              </a:buClr>
              <a:buSzPts val="3100"/>
              <a:buFont typeface="Georgia"/>
              <a:buNone/>
            </a:pPr>
            <a:r>
              <a:rPr i="0" lang="en-US" sz="3100">
                <a:solidFill>
                  <a:srgbClr val="C3250C"/>
                </a:solidFill>
                <a:latin typeface="Georgia"/>
                <a:ea typeface="Georgia"/>
                <a:cs typeface="Georgia"/>
                <a:sym typeface="Georgia"/>
              </a:rPr>
              <a:t>*</a:t>
            </a:r>
            <a:r>
              <a:rPr i="0" lang="en-US" sz="2400">
                <a:latin typeface="Trebuchet MS"/>
                <a:ea typeface="Trebuchet MS"/>
                <a:cs typeface="Trebuchet MS"/>
                <a:sym typeface="Trebuchet MS"/>
              </a:rPr>
              <a:t>Sistem Informasi dan Organisasi mempengaruhi satu sama  lain.</a:t>
            </a:r>
            <a:endParaRPr sz="2400">
              <a:latin typeface="Trebuchet MS"/>
              <a:ea typeface="Trebuchet MS"/>
              <a:cs typeface="Trebuchet MS"/>
              <a:sym typeface="Trebuchet MS"/>
            </a:endParaRPr>
          </a:p>
          <a:p>
            <a:pPr indent="-182880" lvl="0" marL="195580" marR="8890" rtl="0" algn="l">
              <a:lnSpc>
                <a:spcPct val="95500"/>
              </a:lnSpc>
              <a:spcBef>
                <a:spcPts val="355"/>
              </a:spcBef>
              <a:spcAft>
                <a:spcPts val="0"/>
              </a:spcAft>
              <a:buClr>
                <a:srgbClr val="C3250C"/>
              </a:buClr>
              <a:buSzPts val="3100"/>
              <a:buFont typeface="Georgia"/>
              <a:buNone/>
            </a:pPr>
            <a:r>
              <a:rPr i="0" lang="en-US" sz="3100">
                <a:solidFill>
                  <a:srgbClr val="C3250C"/>
                </a:solidFill>
                <a:latin typeface="Georgia"/>
                <a:ea typeface="Georgia"/>
                <a:cs typeface="Georgia"/>
                <a:sym typeface="Georgia"/>
              </a:rPr>
              <a:t>*</a:t>
            </a:r>
            <a:r>
              <a:rPr i="0" lang="en-US" sz="2400">
                <a:latin typeface="Trebuchet MS"/>
                <a:ea typeface="Trebuchet MS"/>
                <a:cs typeface="Trebuchet MS"/>
                <a:sym typeface="Trebuchet MS"/>
              </a:rPr>
              <a:t>Sistem	informasi	dibangun	oleh	manajer	untuk	melayani  kepentingan perusahaan.</a:t>
            </a:r>
            <a:endParaRPr sz="2400">
              <a:latin typeface="Trebuchet MS"/>
              <a:ea typeface="Trebuchet MS"/>
              <a:cs typeface="Trebuchet MS"/>
              <a:sym typeface="Trebuchet MS"/>
            </a:endParaRPr>
          </a:p>
        </p:txBody>
      </p:sp>
      <p:sp>
        <p:nvSpPr>
          <p:cNvPr id="109" name="Google Shape;109;p3"/>
          <p:cNvSpPr txBox="1"/>
          <p:nvPr/>
        </p:nvSpPr>
        <p:spPr>
          <a:xfrm>
            <a:off x="448462" y="2744850"/>
            <a:ext cx="8226425" cy="2791460"/>
          </a:xfrm>
          <a:prstGeom prst="rect">
            <a:avLst/>
          </a:prstGeom>
          <a:noFill/>
          <a:ln>
            <a:noFill/>
          </a:ln>
        </p:spPr>
        <p:txBody>
          <a:bodyPr anchorCtr="0" anchor="t" bIns="0" lIns="0" spcFirstLastPara="1" rIns="0" wrap="square" tIns="26025">
            <a:spAutoFit/>
          </a:bodyPr>
          <a:lstStyle/>
          <a:p>
            <a:pPr indent="-182880" lvl="0" marL="195580" marR="5080" rtl="0" algn="just">
              <a:lnSpc>
                <a:spcPct val="97700"/>
              </a:lnSpc>
              <a:spcBef>
                <a:spcPts val="0"/>
              </a:spcBef>
              <a:spcAft>
                <a:spcPts val="0"/>
              </a:spcAft>
              <a:buNone/>
            </a:pPr>
            <a:r>
              <a:rPr lang="en-US" sz="3100">
                <a:solidFill>
                  <a:srgbClr val="C3250C"/>
                </a:solidFill>
                <a:latin typeface="Georgia"/>
                <a:ea typeface="Georgia"/>
                <a:cs typeface="Georgia"/>
                <a:sym typeface="Georgia"/>
              </a:rPr>
              <a:t>*</a:t>
            </a:r>
            <a:r>
              <a:rPr lang="en-US" sz="2400">
                <a:solidFill>
                  <a:srgbClr val="404040"/>
                </a:solidFill>
                <a:latin typeface="Trebuchet MS"/>
                <a:ea typeface="Trebuchet MS"/>
                <a:cs typeface="Trebuchet MS"/>
                <a:sym typeface="Trebuchet MS"/>
              </a:rPr>
              <a:t>Pada saat yang bersamaan organisasi harus waspada dan  terbuka terhadap pengaruh sistem informasi untuk  mendapatkan maanfaat dari teknologi baru.</a:t>
            </a:r>
            <a:endParaRPr sz="2400">
              <a:solidFill>
                <a:schemeClr val="dk1"/>
              </a:solidFill>
              <a:latin typeface="Trebuchet MS"/>
              <a:ea typeface="Trebuchet MS"/>
              <a:cs typeface="Trebuchet MS"/>
              <a:sym typeface="Trebuchet MS"/>
            </a:endParaRPr>
          </a:p>
          <a:p>
            <a:pPr indent="-182880" lvl="0" marL="195580" marR="6350" rtl="0" algn="just">
              <a:lnSpc>
                <a:spcPct val="98500"/>
              </a:lnSpc>
              <a:spcBef>
                <a:spcPts val="244"/>
              </a:spcBef>
              <a:spcAft>
                <a:spcPts val="0"/>
              </a:spcAft>
              <a:buNone/>
            </a:pPr>
            <a:r>
              <a:rPr lang="en-US" sz="3100">
                <a:solidFill>
                  <a:srgbClr val="C3250C"/>
                </a:solidFill>
                <a:latin typeface="Georgia"/>
                <a:ea typeface="Georgia"/>
                <a:cs typeface="Georgia"/>
                <a:sym typeface="Georgia"/>
              </a:rPr>
              <a:t>*</a:t>
            </a:r>
            <a:r>
              <a:rPr lang="en-US" sz="2400">
                <a:solidFill>
                  <a:srgbClr val="404040"/>
                </a:solidFill>
                <a:latin typeface="Trebuchet MS"/>
                <a:ea typeface="Trebuchet MS"/>
                <a:cs typeface="Trebuchet MS"/>
                <a:sym typeface="Trebuchet MS"/>
              </a:rPr>
              <a:t>Interaksi antara TI dan Organisasi merupakan hal yang  rumit dan dipengaruhi banyak faktor penengah, termasuk  struktur, proses bisnis, politik, kebudayaan, lingkungan  sekitar dan keputusan manajemen pada organisasi</a:t>
            </a:r>
            <a:endParaRPr sz="2400">
              <a:solidFill>
                <a:schemeClr val="dk1"/>
              </a:solidFill>
              <a:latin typeface="Trebuchet MS"/>
              <a:ea typeface="Trebuchet MS"/>
              <a:cs typeface="Trebuchet MS"/>
              <a:sym typeface="Trebuchet M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grpSp>
        <p:nvGrpSpPr>
          <p:cNvPr id="114" name="Google Shape;114;p4"/>
          <p:cNvGrpSpPr/>
          <p:nvPr/>
        </p:nvGrpSpPr>
        <p:grpSpPr>
          <a:xfrm>
            <a:off x="579119" y="710183"/>
            <a:ext cx="7431023" cy="1048512"/>
            <a:chOff x="579119" y="710183"/>
            <a:chExt cx="7431023" cy="1048512"/>
          </a:xfrm>
        </p:grpSpPr>
        <p:pic>
          <p:nvPicPr>
            <p:cNvPr id="115" name="Google Shape;115;p4"/>
            <p:cNvPicPr preferRelativeResize="0"/>
            <p:nvPr/>
          </p:nvPicPr>
          <p:blipFill rotWithShape="1">
            <a:blip r:embed="rId3">
              <a:alphaModFix/>
            </a:blip>
            <a:srcRect b="0" l="0" r="0" t="0"/>
            <a:stretch/>
          </p:blipFill>
          <p:spPr>
            <a:xfrm>
              <a:off x="579119" y="710183"/>
              <a:ext cx="1222248" cy="1048512"/>
            </a:xfrm>
            <a:prstGeom prst="rect">
              <a:avLst/>
            </a:prstGeom>
            <a:noFill/>
            <a:ln>
              <a:noFill/>
            </a:ln>
          </p:spPr>
        </p:pic>
        <p:pic>
          <p:nvPicPr>
            <p:cNvPr id="116" name="Google Shape;116;p4"/>
            <p:cNvPicPr preferRelativeResize="0"/>
            <p:nvPr/>
          </p:nvPicPr>
          <p:blipFill rotWithShape="1">
            <a:blip r:embed="rId4">
              <a:alphaModFix/>
            </a:blip>
            <a:srcRect b="0" l="0" r="0" t="0"/>
            <a:stretch/>
          </p:blipFill>
          <p:spPr>
            <a:xfrm>
              <a:off x="1005840" y="765048"/>
              <a:ext cx="2703576" cy="893063"/>
            </a:xfrm>
            <a:prstGeom prst="rect">
              <a:avLst/>
            </a:prstGeom>
            <a:noFill/>
            <a:ln>
              <a:noFill/>
            </a:ln>
          </p:spPr>
        </p:pic>
        <p:pic>
          <p:nvPicPr>
            <p:cNvPr id="117" name="Google Shape;117;p4"/>
            <p:cNvPicPr preferRelativeResize="0"/>
            <p:nvPr/>
          </p:nvPicPr>
          <p:blipFill rotWithShape="1">
            <a:blip r:embed="rId5">
              <a:alphaModFix/>
            </a:blip>
            <a:srcRect b="0" l="0" r="0" t="0"/>
            <a:stretch/>
          </p:blipFill>
          <p:spPr>
            <a:xfrm>
              <a:off x="3160776" y="765048"/>
              <a:ext cx="3493008" cy="893063"/>
            </a:xfrm>
            <a:prstGeom prst="rect">
              <a:avLst/>
            </a:prstGeom>
            <a:noFill/>
            <a:ln>
              <a:noFill/>
            </a:ln>
          </p:spPr>
        </p:pic>
        <p:pic>
          <p:nvPicPr>
            <p:cNvPr id="118" name="Google Shape;118;p4"/>
            <p:cNvPicPr preferRelativeResize="0"/>
            <p:nvPr/>
          </p:nvPicPr>
          <p:blipFill rotWithShape="1">
            <a:blip r:embed="rId6">
              <a:alphaModFix/>
            </a:blip>
            <a:srcRect b="0" l="0" r="0" t="0"/>
            <a:stretch/>
          </p:blipFill>
          <p:spPr>
            <a:xfrm>
              <a:off x="6108191" y="765048"/>
              <a:ext cx="1469136" cy="893063"/>
            </a:xfrm>
            <a:prstGeom prst="rect">
              <a:avLst/>
            </a:prstGeom>
            <a:noFill/>
            <a:ln>
              <a:noFill/>
            </a:ln>
          </p:spPr>
        </p:pic>
        <p:pic>
          <p:nvPicPr>
            <p:cNvPr id="119" name="Google Shape;119;p4"/>
            <p:cNvPicPr preferRelativeResize="0"/>
            <p:nvPr/>
          </p:nvPicPr>
          <p:blipFill rotWithShape="1">
            <a:blip r:embed="rId7">
              <a:alphaModFix/>
            </a:blip>
            <a:srcRect b="0" l="0" r="0" t="0"/>
            <a:stretch/>
          </p:blipFill>
          <p:spPr>
            <a:xfrm>
              <a:off x="7034783" y="765048"/>
              <a:ext cx="975359" cy="893063"/>
            </a:xfrm>
            <a:prstGeom prst="rect">
              <a:avLst/>
            </a:prstGeom>
            <a:noFill/>
            <a:ln>
              <a:noFill/>
            </a:ln>
          </p:spPr>
        </p:pic>
      </p:grpSp>
      <p:sp>
        <p:nvSpPr>
          <p:cNvPr id="120" name="Google Shape;120;p4"/>
          <p:cNvSpPr txBox="1"/>
          <p:nvPr>
            <p:ph type="title"/>
          </p:nvPr>
        </p:nvSpPr>
        <p:spPr>
          <a:xfrm>
            <a:off x="1011631" y="113741"/>
            <a:ext cx="353060" cy="922019"/>
          </a:xfrm>
          <a:prstGeom prst="rect">
            <a:avLst/>
          </a:prstGeom>
          <a:noFill/>
          <a:ln>
            <a:noFill/>
          </a:ln>
        </p:spPr>
        <p:txBody>
          <a:bodyPr anchorCtr="0" anchor="ctr" bIns="0" lIns="0" spcFirstLastPara="1" rIns="0" wrap="square" tIns="16500">
            <a:spAutoFit/>
          </a:bodyPr>
          <a:lstStyle/>
          <a:p>
            <a:pPr indent="0" lvl="0" marL="0" rtl="0" algn="l">
              <a:lnSpc>
                <a:spcPct val="100000"/>
              </a:lnSpc>
              <a:spcBef>
                <a:spcPts val="0"/>
              </a:spcBef>
              <a:spcAft>
                <a:spcPts val="0"/>
              </a:spcAft>
              <a:buClr>
                <a:srgbClr val="C3250C"/>
              </a:buClr>
              <a:buSzPts val="5850"/>
              <a:buFont typeface="Georgia"/>
              <a:buNone/>
            </a:pPr>
            <a:r>
              <a:rPr i="0" lang="en-US" sz="5850">
                <a:solidFill>
                  <a:srgbClr val="C3250C"/>
                </a:solidFill>
                <a:latin typeface="Georgia"/>
                <a:ea typeface="Georgia"/>
                <a:cs typeface="Georgia"/>
                <a:sym typeface="Georgia"/>
              </a:rPr>
              <a:t>*</a:t>
            </a:r>
            <a:endParaRPr sz="5850">
              <a:latin typeface="Georgia"/>
              <a:ea typeface="Georgia"/>
              <a:cs typeface="Georgia"/>
              <a:sym typeface="Georgia"/>
            </a:endParaRPr>
          </a:p>
        </p:txBody>
      </p:sp>
      <p:grpSp>
        <p:nvGrpSpPr>
          <p:cNvPr id="121" name="Google Shape;121;p4"/>
          <p:cNvGrpSpPr/>
          <p:nvPr/>
        </p:nvGrpSpPr>
        <p:grpSpPr>
          <a:xfrm>
            <a:off x="1366266" y="436118"/>
            <a:ext cx="6262115" cy="557149"/>
            <a:chOff x="1366266" y="436118"/>
            <a:chExt cx="6262115" cy="557149"/>
          </a:xfrm>
        </p:grpSpPr>
        <p:pic>
          <p:nvPicPr>
            <p:cNvPr id="122" name="Google Shape;122;p4"/>
            <p:cNvPicPr preferRelativeResize="0"/>
            <p:nvPr/>
          </p:nvPicPr>
          <p:blipFill rotWithShape="1">
            <a:blip r:embed="rId8">
              <a:alphaModFix/>
            </a:blip>
            <a:srcRect b="0" l="0" r="0" t="0"/>
            <a:stretch/>
          </p:blipFill>
          <p:spPr>
            <a:xfrm>
              <a:off x="1366266" y="436118"/>
              <a:ext cx="1943608" cy="557149"/>
            </a:xfrm>
            <a:prstGeom prst="rect">
              <a:avLst/>
            </a:prstGeom>
            <a:noFill/>
            <a:ln>
              <a:noFill/>
            </a:ln>
          </p:spPr>
        </p:pic>
        <p:pic>
          <p:nvPicPr>
            <p:cNvPr id="123" name="Google Shape;123;p4"/>
            <p:cNvPicPr preferRelativeResize="0"/>
            <p:nvPr/>
          </p:nvPicPr>
          <p:blipFill rotWithShape="1">
            <a:blip r:embed="rId9">
              <a:alphaModFix/>
            </a:blip>
            <a:srcRect b="0" l="0" r="0" t="0"/>
            <a:stretch/>
          </p:blipFill>
          <p:spPr>
            <a:xfrm>
              <a:off x="3542538" y="447294"/>
              <a:ext cx="2713101" cy="545972"/>
            </a:xfrm>
            <a:prstGeom prst="rect">
              <a:avLst/>
            </a:prstGeom>
            <a:noFill/>
            <a:ln>
              <a:noFill/>
            </a:ln>
          </p:spPr>
        </p:pic>
        <p:pic>
          <p:nvPicPr>
            <p:cNvPr id="124" name="Google Shape;124;p4"/>
            <p:cNvPicPr preferRelativeResize="0"/>
            <p:nvPr/>
          </p:nvPicPr>
          <p:blipFill rotWithShape="1">
            <a:blip r:embed="rId10">
              <a:alphaModFix/>
            </a:blip>
            <a:srcRect b="0" l="0" r="0" t="0"/>
            <a:stretch/>
          </p:blipFill>
          <p:spPr>
            <a:xfrm>
              <a:off x="6485762" y="448691"/>
              <a:ext cx="693928" cy="430275"/>
            </a:xfrm>
            <a:prstGeom prst="rect">
              <a:avLst/>
            </a:prstGeom>
            <a:noFill/>
            <a:ln>
              <a:noFill/>
            </a:ln>
          </p:spPr>
        </p:pic>
        <p:pic>
          <p:nvPicPr>
            <p:cNvPr id="125" name="Google Shape;125;p4"/>
            <p:cNvPicPr preferRelativeResize="0"/>
            <p:nvPr/>
          </p:nvPicPr>
          <p:blipFill rotWithShape="1">
            <a:blip r:embed="rId11">
              <a:alphaModFix/>
            </a:blip>
            <a:srcRect b="0" l="0" r="0" t="0"/>
            <a:stretch/>
          </p:blipFill>
          <p:spPr>
            <a:xfrm>
              <a:off x="7423150" y="447294"/>
              <a:ext cx="205231" cy="431672"/>
            </a:xfrm>
            <a:prstGeom prst="rect">
              <a:avLst/>
            </a:prstGeom>
            <a:noFill/>
            <a:ln>
              <a:noFill/>
            </a:ln>
          </p:spPr>
        </p:pic>
      </p:grpSp>
      <p:sp>
        <p:nvSpPr>
          <p:cNvPr id="126" name="Google Shape;126;p4"/>
          <p:cNvSpPr txBox="1"/>
          <p:nvPr/>
        </p:nvSpPr>
        <p:spPr>
          <a:xfrm>
            <a:off x="532485" y="1417396"/>
            <a:ext cx="8286115" cy="4221480"/>
          </a:xfrm>
          <a:prstGeom prst="rect">
            <a:avLst/>
          </a:prstGeom>
          <a:noFill/>
          <a:ln>
            <a:noFill/>
          </a:ln>
        </p:spPr>
        <p:txBody>
          <a:bodyPr anchorCtr="0" anchor="t" bIns="0" lIns="0" spcFirstLastPara="1" rIns="0" wrap="square" tIns="26025">
            <a:spAutoFit/>
          </a:bodyPr>
          <a:lstStyle/>
          <a:p>
            <a:pPr indent="-182880" lvl="0" marL="182880" marR="3810" rtl="0" algn="just">
              <a:lnSpc>
                <a:spcPct val="97700"/>
              </a:lnSpc>
              <a:spcBef>
                <a:spcPts val="0"/>
              </a:spcBef>
              <a:spcAft>
                <a:spcPts val="0"/>
              </a:spcAft>
              <a:buNone/>
            </a:pPr>
            <a:r>
              <a:rPr lang="en-US" sz="3100">
                <a:solidFill>
                  <a:srgbClr val="C3250C"/>
                </a:solidFill>
                <a:latin typeface="Georgia"/>
                <a:ea typeface="Georgia"/>
                <a:cs typeface="Georgia"/>
                <a:sym typeface="Georgia"/>
              </a:rPr>
              <a:t>*</a:t>
            </a:r>
            <a:r>
              <a:rPr lang="en-US" sz="2400">
                <a:solidFill>
                  <a:srgbClr val="404040"/>
                </a:solidFill>
                <a:latin typeface="Trebuchet MS"/>
                <a:ea typeface="Trebuchet MS"/>
                <a:cs typeface="Trebuchet MS"/>
                <a:sym typeface="Trebuchet MS"/>
              </a:rPr>
              <a:t>Organisasi adalah struktur formal yang stabil dan formal  yang mengambil sumber daya dari lingkungan dan  memrposesnya untuk menciptakan Output</a:t>
            </a:r>
            <a:endParaRPr sz="2400">
              <a:solidFill>
                <a:schemeClr val="dk1"/>
              </a:solidFill>
              <a:latin typeface="Trebuchet MS"/>
              <a:ea typeface="Trebuchet MS"/>
              <a:cs typeface="Trebuchet MS"/>
              <a:sym typeface="Trebuchet MS"/>
            </a:endParaRPr>
          </a:p>
          <a:p>
            <a:pPr indent="0" lvl="0" marL="0" marR="0" rtl="0" algn="just">
              <a:lnSpc>
                <a:spcPct val="100000"/>
              </a:lnSpc>
              <a:spcBef>
                <a:spcPts val="190"/>
              </a:spcBef>
              <a:spcAft>
                <a:spcPts val="0"/>
              </a:spcAft>
              <a:buNone/>
            </a:pPr>
            <a:r>
              <a:rPr lang="en-US" sz="3100">
                <a:solidFill>
                  <a:srgbClr val="C3250C"/>
                </a:solidFill>
                <a:latin typeface="Georgia"/>
                <a:ea typeface="Georgia"/>
                <a:cs typeface="Georgia"/>
                <a:sym typeface="Georgia"/>
              </a:rPr>
              <a:t>*</a:t>
            </a:r>
            <a:r>
              <a:rPr lang="en-US" sz="2400">
                <a:solidFill>
                  <a:srgbClr val="404040"/>
                </a:solidFill>
                <a:latin typeface="Trebuchet MS"/>
                <a:ea typeface="Trebuchet MS"/>
                <a:cs typeface="Trebuchet MS"/>
                <a:sym typeface="Trebuchet MS"/>
              </a:rPr>
              <a:t>3 Elemen dalam Organisasi</a:t>
            </a:r>
            <a:endParaRPr sz="2400">
              <a:solidFill>
                <a:schemeClr val="dk1"/>
              </a:solidFill>
              <a:latin typeface="Trebuchet MS"/>
              <a:ea typeface="Trebuchet MS"/>
              <a:cs typeface="Trebuchet MS"/>
              <a:sym typeface="Trebuchet MS"/>
            </a:endParaRPr>
          </a:p>
          <a:p>
            <a:pPr indent="-182879" lvl="0" marL="502919" marR="4445" rtl="0" algn="l">
              <a:lnSpc>
                <a:spcPct val="95400"/>
              </a:lnSpc>
              <a:spcBef>
                <a:spcPts val="195"/>
              </a:spcBef>
              <a:spcAft>
                <a:spcPts val="0"/>
              </a:spcAft>
              <a:buNone/>
            </a:pPr>
            <a:r>
              <a:rPr lang="en-US" sz="3100">
                <a:solidFill>
                  <a:srgbClr val="C3250C"/>
                </a:solidFill>
                <a:latin typeface="Georgia"/>
                <a:ea typeface="Georgia"/>
                <a:cs typeface="Georgia"/>
                <a:sym typeface="Georgia"/>
              </a:rPr>
              <a:t>*</a:t>
            </a:r>
            <a:r>
              <a:rPr lang="en-US" sz="2400">
                <a:solidFill>
                  <a:srgbClr val="404040"/>
                </a:solidFill>
                <a:latin typeface="Trebuchet MS"/>
                <a:ea typeface="Trebuchet MS"/>
                <a:cs typeface="Trebuchet MS"/>
                <a:sym typeface="Trebuchet MS"/>
              </a:rPr>
              <a:t>Modal	dan	tenaga	kerja	adalah	faktor	produksi	utama  yang disediakan oleh lingkungan.</a:t>
            </a:r>
            <a:endParaRPr sz="2400">
              <a:solidFill>
                <a:schemeClr val="dk1"/>
              </a:solidFill>
              <a:latin typeface="Trebuchet MS"/>
              <a:ea typeface="Trebuchet MS"/>
              <a:cs typeface="Trebuchet MS"/>
              <a:sym typeface="Trebuchet MS"/>
            </a:endParaRPr>
          </a:p>
          <a:p>
            <a:pPr indent="-182879" lvl="0" marL="502919" marR="6350" rtl="0" algn="l">
              <a:lnSpc>
                <a:spcPct val="95500"/>
              </a:lnSpc>
              <a:spcBef>
                <a:spcPts val="355"/>
              </a:spcBef>
              <a:spcAft>
                <a:spcPts val="0"/>
              </a:spcAft>
              <a:buNone/>
            </a:pPr>
            <a:r>
              <a:rPr lang="en-US" sz="3100">
                <a:solidFill>
                  <a:srgbClr val="C3250C"/>
                </a:solidFill>
                <a:latin typeface="Georgia"/>
                <a:ea typeface="Georgia"/>
                <a:cs typeface="Georgia"/>
                <a:sym typeface="Georgia"/>
              </a:rPr>
              <a:t>*</a:t>
            </a:r>
            <a:r>
              <a:rPr lang="en-US" sz="2400">
                <a:solidFill>
                  <a:srgbClr val="404040"/>
                </a:solidFill>
                <a:latin typeface="Trebuchet MS"/>
                <a:ea typeface="Trebuchet MS"/>
                <a:cs typeface="Trebuchet MS"/>
                <a:sym typeface="Trebuchet MS"/>
              </a:rPr>
              <a:t>Organisasi	(perusahaan)	dapat	mengubah	masukan  menjadi produk dan jasa pada fungsi produksi.</a:t>
            </a:r>
            <a:endParaRPr sz="2400">
              <a:solidFill>
                <a:schemeClr val="dk1"/>
              </a:solidFill>
              <a:latin typeface="Trebuchet MS"/>
              <a:ea typeface="Trebuchet MS"/>
              <a:cs typeface="Trebuchet MS"/>
              <a:sym typeface="Trebuchet MS"/>
            </a:endParaRPr>
          </a:p>
          <a:p>
            <a:pPr indent="0" lvl="0" marL="320040" marR="0" rtl="0" algn="l">
              <a:lnSpc>
                <a:spcPct val="117741"/>
              </a:lnSpc>
              <a:spcBef>
                <a:spcPts val="170"/>
              </a:spcBef>
              <a:spcAft>
                <a:spcPts val="0"/>
              </a:spcAft>
              <a:buNone/>
            </a:pPr>
            <a:r>
              <a:rPr lang="en-US" sz="3100">
                <a:solidFill>
                  <a:srgbClr val="C3250C"/>
                </a:solidFill>
                <a:latin typeface="Georgia"/>
                <a:ea typeface="Georgia"/>
                <a:cs typeface="Georgia"/>
                <a:sym typeface="Georgia"/>
              </a:rPr>
              <a:t>*</a:t>
            </a:r>
            <a:r>
              <a:rPr lang="en-US" sz="2400">
                <a:solidFill>
                  <a:srgbClr val="404040"/>
                </a:solidFill>
                <a:latin typeface="Trebuchet MS"/>
                <a:ea typeface="Trebuchet MS"/>
                <a:cs typeface="Trebuchet MS"/>
                <a:sym typeface="Trebuchet MS"/>
              </a:rPr>
              <a:t>Produk	dan	jasa	dikonsumsi	oleh	lingkungan	untuk</a:t>
            </a:r>
            <a:endParaRPr sz="2400">
              <a:solidFill>
                <a:schemeClr val="dk1"/>
              </a:solidFill>
              <a:latin typeface="Trebuchet MS"/>
              <a:ea typeface="Trebuchet MS"/>
              <a:cs typeface="Trebuchet MS"/>
              <a:sym typeface="Trebuchet MS"/>
            </a:endParaRPr>
          </a:p>
          <a:p>
            <a:pPr indent="0" lvl="0" marL="502919" marR="0" rtl="0" algn="l">
              <a:lnSpc>
                <a:spcPct val="117083"/>
              </a:lnSpc>
              <a:spcBef>
                <a:spcPts val="0"/>
              </a:spcBef>
              <a:spcAft>
                <a:spcPts val="0"/>
              </a:spcAft>
              <a:buNone/>
            </a:pPr>
            <a:r>
              <a:rPr lang="en-US" sz="2400">
                <a:solidFill>
                  <a:srgbClr val="404040"/>
                </a:solidFill>
                <a:latin typeface="Trebuchet MS"/>
                <a:ea typeface="Trebuchet MS"/>
                <a:cs typeface="Trebuchet MS"/>
                <a:sym typeface="Trebuchet MS"/>
              </a:rPr>
              <a:t>pengembalian persediaan input.</a:t>
            </a:r>
            <a:endParaRPr sz="2400">
              <a:solidFill>
                <a:schemeClr val="dk1"/>
              </a:solidFill>
              <a:latin typeface="Trebuchet MS"/>
              <a:ea typeface="Trebuchet MS"/>
              <a:cs typeface="Trebuchet MS"/>
              <a:sym typeface="Trebuchet M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pic>
        <p:nvPicPr>
          <p:cNvPr id="131" name="Google Shape;131;p5"/>
          <p:cNvPicPr preferRelativeResize="0"/>
          <p:nvPr/>
        </p:nvPicPr>
        <p:blipFill rotWithShape="1">
          <a:blip r:embed="rId3">
            <a:alphaModFix/>
          </a:blip>
          <a:srcRect b="0" l="0" r="0" t="0"/>
          <a:stretch/>
        </p:blipFill>
        <p:spPr>
          <a:xfrm>
            <a:off x="0" y="0"/>
            <a:ext cx="9144000" cy="6858000"/>
          </a:xfrm>
          <a:prstGeom prst="rect">
            <a:avLst/>
          </a:prstGeom>
          <a:noFill/>
          <a:ln>
            <a:noFill/>
          </a:ln>
        </p:spPr>
      </p:pic>
      <p:grpSp>
        <p:nvGrpSpPr>
          <p:cNvPr id="132" name="Google Shape;132;p5"/>
          <p:cNvGrpSpPr/>
          <p:nvPr/>
        </p:nvGrpSpPr>
        <p:grpSpPr>
          <a:xfrm>
            <a:off x="771144" y="447548"/>
            <a:ext cx="5654040" cy="1210563"/>
            <a:chOff x="771144" y="447548"/>
            <a:chExt cx="5654040" cy="1210563"/>
          </a:xfrm>
        </p:grpSpPr>
        <p:pic>
          <p:nvPicPr>
            <p:cNvPr id="133" name="Google Shape;133;p5"/>
            <p:cNvPicPr preferRelativeResize="0"/>
            <p:nvPr/>
          </p:nvPicPr>
          <p:blipFill rotWithShape="1">
            <a:blip r:embed="rId4">
              <a:alphaModFix/>
            </a:blip>
            <a:srcRect b="0" l="0" r="0" t="0"/>
            <a:stretch/>
          </p:blipFill>
          <p:spPr>
            <a:xfrm>
              <a:off x="771144" y="765048"/>
              <a:ext cx="1673352" cy="893063"/>
            </a:xfrm>
            <a:prstGeom prst="rect">
              <a:avLst/>
            </a:prstGeom>
            <a:noFill/>
            <a:ln>
              <a:noFill/>
            </a:ln>
          </p:spPr>
        </p:pic>
        <p:pic>
          <p:nvPicPr>
            <p:cNvPr id="134" name="Google Shape;134;p5"/>
            <p:cNvPicPr preferRelativeResize="0"/>
            <p:nvPr/>
          </p:nvPicPr>
          <p:blipFill rotWithShape="1">
            <a:blip r:embed="rId5">
              <a:alphaModFix/>
            </a:blip>
            <a:srcRect b="0" l="0" r="0" t="0"/>
            <a:stretch/>
          </p:blipFill>
          <p:spPr>
            <a:xfrm>
              <a:off x="1725167" y="765048"/>
              <a:ext cx="935736" cy="893063"/>
            </a:xfrm>
            <a:prstGeom prst="rect">
              <a:avLst/>
            </a:prstGeom>
            <a:noFill/>
            <a:ln>
              <a:noFill/>
            </a:ln>
          </p:spPr>
        </p:pic>
        <p:pic>
          <p:nvPicPr>
            <p:cNvPr id="135" name="Google Shape;135;p5"/>
            <p:cNvPicPr preferRelativeResize="0"/>
            <p:nvPr/>
          </p:nvPicPr>
          <p:blipFill rotWithShape="1">
            <a:blip r:embed="rId6">
              <a:alphaModFix/>
            </a:blip>
            <a:srcRect b="0" l="0" r="0" t="0"/>
            <a:stretch/>
          </p:blipFill>
          <p:spPr>
            <a:xfrm>
              <a:off x="1941576" y="765048"/>
              <a:ext cx="1615439" cy="893063"/>
            </a:xfrm>
            <a:prstGeom prst="rect">
              <a:avLst/>
            </a:prstGeom>
            <a:noFill/>
            <a:ln>
              <a:noFill/>
            </a:ln>
          </p:spPr>
        </p:pic>
        <p:pic>
          <p:nvPicPr>
            <p:cNvPr id="136" name="Google Shape;136;p5"/>
            <p:cNvPicPr preferRelativeResize="0"/>
            <p:nvPr/>
          </p:nvPicPr>
          <p:blipFill rotWithShape="1">
            <a:blip r:embed="rId7">
              <a:alphaModFix/>
            </a:blip>
            <a:srcRect b="0" l="0" r="0" t="0"/>
            <a:stretch/>
          </p:blipFill>
          <p:spPr>
            <a:xfrm>
              <a:off x="3011424" y="765048"/>
              <a:ext cx="3413760" cy="893063"/>
            </a:xfrm>
            <a:prstGeom prst="rect">
              <a:avLst/>
            </a:prstGeom>
            <a:noFill/>
            <a:ln>
              <a:noFill/>
            </a:ln>
          </p:spPr>
        </p:pic>
        <p:pic>
          <p:nvPicPr>
            <p:cNvPr id="137" name="Google Shape;137;p5"/>
            <p:cNvPicPr preferRelativeResize="0"/>
            <p:nvPr/>
          </p:nvPicPr>
          <p:blipFill rotWithShape="1">
            <a:blip r:embed="rId8">
              <a:alphaModFix/>
            </a:blip>
            <a:srcRect b="0" l="0" r="0" t="0"/>
            <a:stretch/>
          </p:blipFill>
          <p:spPr>
            <a:xfrm>
              <a:off x="1152575" y="447548"/>
              <a:ext cx="893394" cy="432942"/>
            </a:xfrm>
            <a:prstGeom prst="rect">
              <a:avLst/>
            </a:prstGeom>
            <a:noFill/>
            <a:ln>
              <a:noFill/>
            </a:ln>
          </p:spPr>
        </p:pic>
        <p:pic>
          <p:nvPicPr>
            <p:cNvPr id="138" name="Google Shape;138;p5"/>
            <p:cNvPicPr preferRelativeResize="0"/>
            <p:nvPr/>
          </p:nvPicPr>
          <p:blipFill rotWithShape="1">
            <a:blip r:embed="rId9">
              <a:alphaModFix/>
            </a:blip>
            <a:srcRect b="0" l="0" r="0" t="0"/>
            <a:stretch/>
          </p:blipFill>
          <p:spPr>
            <a:xfrm>
              <a:off x="2114930" y="670083"/>
              <a:ext cx="151155" cy="67151"/>
            </a:xfrm>
            <a:prstGeom prst="rect">
              <a:avLst/>
            </a:prstGeom>
            <a:noFill/>
            <a:ln>
              <a:noFill/>
            </a:ln>
          </p:spPr>
        </p:pic>
        <p:pic>
          <p:nvPicPr>
            <p:cNvPr id="139" name="Google Shape;139;p5"/>
            <p:cNvPicPr preferRelativeResize="0"/>
            <p:nvPr/>
          </p:nvPicPr>
          <p:blipFill rotWithShape="1">
            <a:blip r:embed="rId10">
              <a:alphaModFix/>
            </a:blip>
            <a:srcRect b="0" l="0" r="0" t="0"/>
            <a:stretch/>
          </p:blipFill>
          <p:spPr>
            <a:xfrm>
              <a:off x="2318765" y="448691"/>
              <a:ext cx="839723" cy="430275"/>
            </a:xfrm>
            <a:prstGeom prst="rect">
              <a:avLst/>
            </a:prstGeom>
            <a:noFill/>
            <a:ln>
              <a:noFill/>
            </a:ln>
          </p:spPr>
        </p:pic>
        <p:pic>
          <p:nvPicPr>
            <p:cNvPr id="140" name="Google Shape;140;p5"/>
            <p:cNvPicPr preferRelativeResize="0"/>
            <p:nvPr/>
          </p:nvPicPr>
          <p:blipFill rotWithShape="1">
            <a:blip r:embed="rId11">
              <a:alphaModFix/>
            </a:blip>
            <a:srcRect b="0" l="0" r="0" t="0"/>
            <a:stretch/>
          </p:blipFill>
          <p:spPr>
            <a:xfrm>
              <a:off x="3388614" y="448691"/>
              <a:ext cx="2638044" cy="544576"/>
            </a:xfrm>
            <a:prstGeom prst="rect">
              <a:avLst/>
            </a:prstGeom>
            <a:noFill/>
            <a:ln>
              <a:noFill/>
            </a:ln>
          </p:spPr>
        </p:pic>
      </p:grpSp>
      <p:sp>
        <p:nvSpPr>
          <p:cNvPr id="141" name="Google Shape;141;p5"/>
          <p:cNvSpPr txBox="1"/>
          <p:nvPr/>
        </p:nvSpPr>
        <p:spPr>
          <a:xfrm>
            <a:off x="1167790" y="1633474"/>
            <a:ext cx="3795395" cy="2410460"/>
          </a:xfrm>
          <a:prstGeom prst="rect">
            <a:avLst/>
          </a:prstGeom>
          <a:noFill/>
          <a:ln>
            <a:noFill/>
          </a:ln>
        </p:spPr>
        <p:txBody>
          <a:bodyPr anchorCtr="0" anchor="t" bIns="0" lIns="0" spcFirstLastPara="1" rIns="0" wrap="square" tIns="15225">
            <a:spAutoFit/>
          </a:bodyPr>
          <a:lstStyle/>
          <a:p>
            <a:pPr indent="0" lvl="0" marL="12700" marR="0" rtl="0" algn="l">
              <a:lnSpc>
                <a:spcPct val="100000"/>
              </a:lnSpc>
              <a:spcBef>
                <a:spcPts val="0"/>
              </a:spcBef>
              <a:spcAft>
                <a:spcPts val="0"/>
              </a:spcAft>
              <a:buNone/>
            </a:pPr>
            <a:r>
              <a:rPr lang="en-US" sz="3100">
                <a:solidFill>
                  <a:srgbClr val="C3250C"/>
                </a:solidFill>
                <a:latin typeface="Georgia"/>
                <a:ea typeface="Georgia"/>
                <a:cs typeface="Georgia"/>
                <a:sym typeface="Georgia"/>
              </a:rPr>
              <a:t>*</a:t>
            </a:r>
            <a:r>
              <a:rPr lang="en-US" sz="2400">
                <a:solidFill>
                  <a:srgbClr val="404040"/>
                </a:solidFill>
                <a:latin typeface="Trebuchet MS"/>
                <a:ea typeface="Trebuchet MS"/>
                <a:cs typeface="Trebuchet MS"/>
                <a:sym typeface="Trebuchet MS"/>
              </a:rPr>
              <a:t>Rutinitas dan Proses Bisnis</a:t>
            </a:r>
            <a:endParaRPr sz="2400">
              <a:solidFill>
                <a:schemeClr val="dk1"/>
              </a:solidFill>
              <a:latin typeface="Trebuchet MS"/>
              <a:ea typeface="Trebuchet MS"/>
              <a:cs typeface="Trebuchet MS"/>
              <a:sym typeface="Trebuchet MS"/>
            </a:endParaRPr>
          </a:p>
          <a:p>
            <a:pPr indent="0" lvl="0" marL="12700" marR="0" rtl="0" algn="l">
              <a:lnSpc>
                <a:spcPct val="100000"/>
              </a:lnSpc>
              <a:spcBef>
                <a:spcPts val="50"/>
              </a:spcBef>
              <a:spcAft>
                <a:spcPts val="0"/>
              </a:spcAft>
              <a:buNone/>
            </a:pPr>
            <a:r>
              <a:rPr lang="en-US" sz="3100">
                <a:solidFill>
                  <a:srgbClr val="C3250C"/>
                </a:solidFill>
                <a:latin typeface="Georgia"/>
                <a:ea typeface="Georgia"/>
                <a:cs typeface="Georgia"/>
                <a:sym typeface="Georgia"/>
              </a:rPr>
              <a:t>*</a:t>
            </a:r>
            <a:r>
              <a:rPr lang="en-US" sz="2400">
                <a:solidFill>
                  <a:srgbClr val="404040"/>
                </a:solidFill>
                <a:latin typeface="Trebuchet MS"/>
                <a:ea typeface="Trebuchet MS"/>
                <a:cs typeface="Trebuchet MS"/>
                <a:sym typeface="Trebuchet MS"/>
              </a:rPr>
              <a:t>Politik Organisasi</a:t>
            </a:r>
            <a:endParaRPr sz="2400">
              <a:solidFill>
                <a:schemeClr val="dk1"/>
              </a:solidFill>
              <a:latin typeface="Trebuchet MS"/>
              <a:ea typeface="Trebuchet MS"/>
              <a:cs typeface="Trebuchet MS"/>
              <a:sym typeface="Trebuchet MS"/>
            </a:endParaRPr>
          </a:p>
          <a:p>
            <a:pPr indent="0" lvl="0" marL="12700" marR="0" rtl="0" algn="l">
              <a:lnSpc>
                <a:spcPct val="100000"/>
              </a:lnSpc>
              <a:spcBef>
                <a:spcPts val="25"/>
              </a:spcBef>
              <a:spcAft>
                <a:spcPts val="0"/>
              </a:spcAft>
              <a:buNone/>
            </a:pPr>
            <a:r>
              <a:rPr lang="en-US" sz="3100">
                <a:solidFill>
                  <a:srgbClr val="C3250C"/>
                </a:solidFill>
                <a:latin typeface="Georgia"/>
                <a:ea typeface="Georgia"/>
                <a:cs typeface="Georgia"/>
                <a:sym typeface="Georgia"/>
              </a:rPr>
              <a:t>*</a:t>
            </a:r>
            <a:r>
              <a:rPr lang="en-US" sz="2400">
                <a:solidFill>
                  <a:srgbClr val="404040"/>
                </a:solidFill>
                <a:latin typeface="Trebuchet MS"/>
                <a:ea typeface="Trebuchet MS"/>
                <a:cs typeface="Trebuchet MS"/>
                <a:sym typeface="Trebuchet MS"/>
              </a:rPr>
              <a:t>Budaya Organisasi</a:t>
            </a:r>
            <a:endParaRPr sz="2400">
              <a:solidFill>
                <a:schemeClr val="dk1"/>
              </a:solidFill>
              <a:latin typeface="Trebuchet MS"/>
              <a:ea typeface="Trebuchet MS"/>
              <a:cs typeface="Trebuchet MS"/>
              <a:sym typeface="Trebuchet MS"/>
            </a:endParaRPr>
          </a:p>
          <a:p>
            <a:pPr indent="0" lvl="0" marL="12700" marR="0" rtl="0" algn="l">
              <a:lnSpc>
                <a:spcPct val="100000"/>
              </a:lnSpc>
              <a:spcBef>
                <a:spcPts val="50"/>
              </a:spcBef>
              <a:spcAft>
                <a:spcPts val="0"/>
              </a:spcAft>
              <a:buNone/>
            </a:pPr>
            <a:r>
              <a:rPr lang="en-US" sz="3100">
                <a:solidFill>
                  <a:srgbClr val="C3250C"/>
                </a:solidFill>
                <a:latin typeface="Georgia"/>
                <a:ea typeface="Georgia"/>
                <a:cs typeface="Georgia"/>
                <a:sym typeface="Georgia"/>
              </a:rPr>
              <a:t>*</a:t>
            </a:r>
            <a:r>
              <a:rPr lang="en-US" sz="2400">
                <a:solidFill>
                  <a:srgbClr val="404040"/>
                </a:solidFill>
                <a:latin typeface="Trebuchet MS"/>
                <a:ea typeface="Trebuchet MS"/>
                <a:cs typeface="Trebuchet MS"/>
                <a:sym typeface="Trebuchet MS"/>
              </a:rPr>
              <a:t>Lingkungan Organisasi</a:t>
            </a:r>
            <a:endParaRPr sz="2400">
              <a:solidFill>
                <a:schemeClr val="dk1"/>
              </a:solidFill>
              <a:latin typeface="Trebuchet MS"/>
              <a:ea typeface="Trebuchet MS"/>
              <a:cs typeface="Trebuchet MS"/>
              <a:sym typeface="Trebuchet MS"/>
            </a:endParaRPr>
          </a:p>
          <a:p>
            <a:pPr indent="0" lvl="0" marL="12700" marR="0" rtl="0" algn="l">
              <a:lnSpc>
                <a:spcPct val="100000"/>
              </a:lnSpc>
              <a:spcBef>
                <a:spcPts val="25"/>
              </a:spcBef>
              <a:spcAft>
                <a:spcPts val="0"/>
              </a:spcAft>
              <a:buNone/>
            </a:pPr>
            <a:r>
              <a:rPr lang="en-US" sz="3100">
                <a:solidFill>
                  <a:srgbClr val="C3250C"/>
                </a:solidFill>
                <a:latin typeface="Georgia"/>
                <a:ea typeface="Georgia"/>
                <a:cs typeface="Georgia"/>
                <a:sym typeface="Georgia"/>
              </a:rPr>
              <a:t>*</a:t>
            </a:r>
            <a:r>
              <a:rPr lang="en-US" sz="2400">
                <a:solidFill>
                  <a:srgbClr val="404040"/>
                </a:solidFill>
                <a:latin typeface="Trebuchet MS"/>
                <a:ea typeface="Trebuchet MS"/>
                <a:cs typeface="Trebuchet MS"/>
                <a:sym typeface="Trebuchet MS"/>
              </a:rPr>
              <a:t>Stuktur Organisasi</a:t>
            </a:r>
            <a:endParaRPr sz="2400">
              <a:solidFill>
                <a:schemeClr val="dk1"/>
              </a:solidFill>
              <a:latin typeface="Trebuchet MS"/>
              <a:ea typeface="Trebuchet MS"/>
              <a:cs typeface="Trebuchet MS"/>
              <a:sym typeface="Trebuchet M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grpSp>
        <p:nvGrpSpPr>
          <p:cNvPr id="146" name="Google Shape;146;p6"/>
          <p:cNvGrpSpPr/>
          <p:nvPr/>
        </p:nvGrpSpPr>
        <p:grpSpPr>
          <a:xfrm>
            <a:off x="0" y="0"/>
            <a:ext cx="9144000" cy="6857999"/>
            <a:chOff x="0" y="0"/>
            <a:chExt cx="9144000" cy="6857999"/>
          </a:xfrm>
        </p:grpSpPr>
        <p:pic>
          <p:nvPicPr>
            <p:cNvPr id="147" name="Google Shape;147;p6"/>
            <p:cNvPicPr preferRelativeResize="0"/>
            <p:nvPr/>
          </p:nvPicPr>
          <p:blipFill rotWithShape="1">
            <a:blip r:embed="rId3">
              <a:alphaModFix/>
            </a:blip>
            <a:srcRect b="0" l="0" r="0" t="0"/>
            <a:stretch/>
          </p:blipFill>
          <p:spPr>
            <a:xfrm>
              <a:off x="0" y="0"/>
              <a:ext cx="9144000" cy="6857999"/>
            </a:xfrm>
            <a:prstGeom prst="rect">
              <a:avLst/>
            </a:prstGeom>
            <a:noFill/>
            <a:ln>
              <a:noFill/>
            </a:ln>
          </p:spPr>
        </p:pic>
        <p:pic>
          <p:nvPicPr>
            <p:cNvPr id="148" name="Google Shape;148;p6"/>
            <p:cNvPicPr preferRelativeResize="0"/>
            <p:nvPr/>
          </p:nvPicPr>
          <p:blipFill rotWithShape="1">
            <a:blip r:embed="rId4">
              <a:alphaModFix/>
            </a:blip>
            <a:srcRect b="0" l="0" r="0" t="0"/>
            <a:stretch/>
          </p:blipFill>
          <p:spPr>
            <a:xfrm>
              <a:off x="0" y="1600212"/>
              <a:ext cx="9144000" cy="5105400"/>
            </a:xfrm>
            <a:prstGeom prst="rect">
              <a:avLst/>
            </a:prstGeom>
            <a:noFill/>
            <a:ln>
              <a:noFill/>
            </a:ln>
          </p:spPr>
        </p:pic>
        <p:pic>
          <p:nvPicPr>
            <p:cNvPr id="149" name="Google Shape;149;p6"/>
            <p:cNvPicPr preferRelativeResize="0"/>
            <p:nvPr/>
          </p:nvPicPr>
          <p:blipFill rotWithShape="1">
            <a:blip r:embed="rId5">
              <a:alphaModFix/>
            </a:blip>
            <a:srcRect b="0" l="0" r="0" t="0"/>
            <a:stretch/>
          </p:blipFill>
          <p:spPr>
            <a:xfrm>
              <a:off x="0" y="454151"/>
              <a:ext cx="8037576" cy="798576"/>
            </a:xfrm>
            <a:prstGeom prst="rect">
              <a:avLst/>
            </a:prstGeom>
            <a:noFill/>
            <a:ln>
              <a:noFill/>
            </a:ln>
          </p:spPr>
        </p:pic>
        <p:pic>
          <p:nvPicPr>
            <p:cNvPr id="150" name="Google Shape;150;p6"/>
            <p:cNvPicPr preferRelativeResize="0"/>
            <p:nvPr/>
          </p:nvPicPr>
          <p:blipFill rotWithShape="1">
            <a:blip r:embed="rId6">
              <a:alphaModFix/>
            </a:blip>
            <a:srcRect b="0" l="0" r="0" t="0"/>
            <a:stretch/>
          </p:blipFill>
          <p:spPr>
            <a:xfrm>
              <a:off x="0" y="1078991"/>
              <a:ext cx="3642359" cy="798576"/>
            </a:xfrm>
            <a:prstGeom prst="rect">
              <a:avLst/>
            </a:prstGeom>
            <a:noFill/>
            <a:ln>
              <a:noFill/>
            </a:ln>
          </p:spPr>
        </p:pic>
        <p:pic>
          <p:nvPicPr>
            <p:cNvPr id="151" name="Google Shape;151;p6"/>
            <p:cNvPicPr preferRelativeResize="0"/>
            <p:nvPr/>
          </p:nvPicPr>
          <p:blipFill rotWithShape="1">
            <a:blip r:embed="rId7">
              <a:alphaModFix/>
            </a:blip>
            <a:srcRect b="0" l="0" r="0" t="0"/>
            <a:stretch/>
          </p:blipFill>
          <p:spPr>
            <a:xfrm>
              <a:off x="129616" y="172212"/>
              <a:ext cx="7388656" cy="474599"/>
            </a:xfrm>
            <a:prstGeom prst="rect">
              <a:avLst/>
            </a:prstGeom>
            <a:noFill/>
            <a:ln>
              <a:noFill/>
            </a:ln>
          </p:spPr>
        </p:pic>
        <p:pic>
          <p:nvPicPr>
            <p:cNvPr id="152" name="Google Shape;152;p6"/>
            <p:cNvPicPr preferRelativeResize="0"/>
            <p:nvPr/>
          </p:nvPicPr>
          <p:blipFill rotWithShape="1">
            <a:blip r:embed="rId8">
              <a:alphaModFix/>
            </a:blip>
            <a:srcRect b="0" l="0" r="0" t="0"/>
            <a:stretch/>
          </p:blipFill>
          <p:spPr>
            <a:xfrm>
              <a:off x="129616" y="797305"/>
              <a:ext cx="3151936" cy="385572"/>
            </a:xfrm>
            <a:prstGeom prst="rect">
              <a:avLst/>
            </a:prstGeom>
            <a:noFill/>
            <a:ln>
              <a:noFill/>
            </a:ln>
          </p:spPr>
        </p:pic>
        <p:pic>
          <p:nvPicPr>
            <p:cNvPr id="153" name="Google Shape;153;p6"/>
            <p:cNvPicPr preferRelativeResize="0"/>
            <p:nvPr/>
          </p:nvPicPr>
          <p:blipFill rotWithShape="1">
            <a:blip r:embed="rId9">
              <a:alphaModFix/>
            </a:blip>
            <a:srcRect b="0" l="0" r="0" t="0"/>
            <a:stretch/>
          </p:blipFill>
          <p:spPr>
            <a:xfrm>
              <a:off x="1714499" y="1285875"/>
              <a:ext cx="5715000" cy="5232400"/>
            </a:xfrm>
            <a:prstGeom prst="rect">
              <a:avLst/>
            </a:prstGeom>
            <a:noFill/>
            <a:ln>
              <a:noFill/>
            </a:ln>
          </p:spPr>
        </p:pic>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grpSp>
        <p:nvGrpSpPr>
          <p:cNvPr id="158" name="Google Shape;158;p7"/>
          <p:cNvGrpSpPr/>
          <p:nvPr/>
        </p:nvGrpSpPr>
        <p:grpSpPr>
          <a:xfrm>
            <a:off x="310895" y="292100"/>
            <a:ext cx="8449057" cy="1920746"/>
            <a:chOff x="310895" y="292100"/>
            <a:chExt cx="8449057" cy="1920746"/>
          </a:xfrm>
        </p:grpSpPr>
        <p:pic>
          <p:nvPicPr>
            <p:cNvPr id="159" name="Google Shape;159;p7"/>
            <p:cNvPicPr preferRelativeResize="0"/>
            <p:nvPr/>
          </p:nvPicPr>
          <p:blipFill rotWithShape="1">
            <a:blip r:embed="rId3">
              <a:alphaModFix/>
            </a:blip>
            <a:srcRect b="0" l="0" r="0" t="0"/>
            <a:stretch/>
          </p:blipFill>
          <p:spPr>
            <a:xfrm>
              <a:off x="310895" y="618744"/>
              <a:ext cx="3624072" cy="893063"/>
            </a:xfrm>
            <a:prstGeom prst="rect">
              <a:avLst/>
            </a:prstGeom>
            <a:noFill/>
            <a:ln>
              <a:noFill/>
            </a:ln>
          </p:spPr>
        </p:pic>
        <p:pic>
          <p:nvPicPr>
            <p:cNvPr id="160" name="Google Shape;160;p7"/>
            <p:cNvPicPr preferRelativeResize="0"/>
            <p:nvPr/>
          </p:nvPicPr>
          <p:blipFill rotWithShape="1">
            <a:blip r:embed="rId4">
              <a:alphaModFix/>
            </a:blip>
            <a:srcRect b="0" l="0" r="0" t="0"/>
            <a:stretch/>
          </p:blipFill>
          <p:spPr>
            <a:xfrm>
              <a:off x="3389376" y="618744"/>
              <a:ext cx="1356360" cy="893063"/>
            </a:xfrm>
            <a:prstGeom prst="rect">
              <a:avLst/>
            </a:prstGeom>
            <a:noFill/>
            <a:ln>
              <a:noFill/>
            </a:ln>
          </p:spPr>
        </p:pic>
        <p:pic>
          <p:nvPicPr>
            <p:cNvPr id="161" name="Google Shape;161;p7"/>
            <p:cNvPicPr preferRelativeResize="0"/>
            <p:nvPr/>
          </p:nvPicPr>
          <p:blipFill rotWithShape="1">
            <a:blip r:embed="rId5">
              <a:alphaModFix/>
            </a:blip>
            <a:srcRect b="0" l="0" r="0" t="0"/>
            <a:stretch/>
          </p:blipFill>
          <p:spPr>
            <a:xfrm>
              <a:off x="4026408" y="618744"/>
              <a:ext cx="4733544" cy="893063"/>
            </a:xfrm>
            <a:prstGeom prst="rect">
              <a:avLst/>
            </a:prstGeom>
            <a:noFill/>
            <a:ln>
              <a:noFill/>
            </a:ln>
          </p:spPr>
        </p:pic>
        <p:pic>
          <p:nvPicPr>
            <p:cNvPr id="162" name="Google Shape;162;p7"/>
            <p:cNvPicPr preferRelativeResize="0"/>
            <p:nvPr/>
          </p:nvPicPr>
          <p:blipFill rotWithShape="1">
            <a:blip r:embed="rId6">
              <a:alphaModFix/>
            </a:blip>
            <a:srcRect b="0" l="0" r="0" t="0"/>
            <a:stretch/>
          </p:blipFill>
          <p:spPr>
            <a:xfrm>
              <a:off x="554736" y="1319783"/>
              <a:ext cx="3493008" cy="893063"/>
            </a:xfrm>
            <a:prstGeom prst="rect">
              <a:avLst/>
            </a:prstGeom>
            <a:noFill/>
            <a:ln>
              <a:noFill/>
            </a:ln>
          </p:spPr>
        </p:pic>
        <p:pic>
          <p:nvPicPr>
            <p:cNvPr id="163" name="Google Shape;163;p7"/>
            <p:cNvPicPr preferRelativeResize="0"/>
            <p:nvPr/>
          </p:nvPicPr>
          <p:blipFill rotWithShape="1">
            <a:blip r:embed="rId7">
              <a:alphaModFix/>
            </a:blip>
            <a:srcRect b="0" l="0" r="0" t="0"/>
            <a:stretch/>
          </p:blipFill>
          <p:spPr>
            <a:xfrm>
              <a:off x="3499103" y="1319783"/>
              <a:ext cx="1712976" cy="893063"/>
            </a:xfrm>
            <a:prstGeom prst="rect">
              <a:avLst/>
            </a:prstGeom>
            <a:noFill/>
            <a:ln>
              <a:noFill/>
            </a:ln>
          </p:spPr>
        </p:pic>
        <p:pic>
          <p:nvPicPr>
            <p:cNvPr id="164" name="Google Shape;164;p7"/>
            <p:cNvPicPr preferRelativeResize="0"/>
            <p:nvPr/>
          </p:nvPicPr>
          <p:blipFill rotWithShape="1">
            <a:blip r:embed="rId8">
              <a:alphaModFix/>
            </a:blip>
            <a:srcRect b="0" l="0" r="0" t="0"/>
            <a:stretch/>
          </p:blipFill>
          <p:spPr>
            <a:xfrm>
              <a:off x="4672584" y="1319783"/>
              <a:ext cx="3843527" cy="893063"/>
            </a:xfrm>
            <a:prstGeom prst="rect">
              <a:avLst/>
            </a:prstGeom>
            <a:noFill/>
            <a:ln>
              <a:noFill/>
            </a:ln>
          </p:spPr>
        </p:pic>
        <p:pic>
          <p:nvPicPr>
            <p:cNvPr id="165" name="Google Shape;165;p7"/>
            <p:cNvPicPr preferRelativeResize="0"/>
            <p:nvPr/>
          </p:nvPicPr>
          <p:blipFill rotWithShape="1">
            <a:blip r:embed="rId9">
              <a:alphaModFix/>
            </a:blip>
            <a:srcRect b="0" l="0" r="0" t="0"/>
            <a:stretch/>
          </p:blipFill>
          <p:spPr>
            <a:xfrm>
              <a:off x="713206" y="304672"/>
              <a:ext cx="2848762" cy="544576"/>
            </a:xfrm>
            <a:prstGeom prst="rect">
              <a:avLst/>
            </a:prstGeom>
            <a:noFill/>
            <a:ln>
              <a:noFill/>
            </a:ln>
          </p:spPr>
        </p:pic>
        <p:pic>
          <p:nvPicPr>
            <p:cNvPr id="166" name="Google Shape;166;p7"/>
            <p:cNvPicPr preferRelativeResize="0"/>
            <p:nvPr/>
          </p:nvPicPr>
          <p:blipFill rotWithShape="1">
            <a:blip r:embed="rId10">
              <a:alphaModFix/>
            </a:blip>
            <a:srcRect b="0" l="0" r="0" t="0"/>
            <a:stretch/>
          </p:blipFill>
          <p:spPr>
            <a:xfrm>
              <a:off x="3771646" y="303529"/>
              <a:ext cx="394462" cy="432943"/>
            </a:xfrm>
            <a:prstGeom prst="rect">
              <a:avLst/>
            </a:prstGeom>
            <a:noFill/>
            <a:ln>
              <a:noFill/>
            </a:ln>
          </p:spPr>
        </p:pic>
        <p:pic>
          <p:nvPicPr>
            <p:cNvPr id="167" name="Google Shape;167;p7"/>
            <p:cNvPicPr preferRelativeResize="0"/>
            <p:nvPr/>
          </p:nvPicPr>
          <p:blipFill rotWithShape="1">
            <a:blip r:embed="rId11">
              <a:alphaModFix/>
            </a:blip>
            <a:srcRect b="0" l="0" r="0" t="0"/>
            <a:stretch/>
          </p:blipFill>
          <p:spPr>
            <a:xfrm>
              <a:off x="4391533" y="292100"/>
              <a:ext cx="3970782" cy="557149"/>
            </a:xfrm>
            <a:prstGeom prst="rect">
              <a:avLst/>
            </a:prstGeom>
            <a:noFill/>
            <a:ln>
              <a:noFill/>
            </a:ln>
          </p:spPr>
        </p:pic>
        <p:pic>
          <p:nvPicPr>
            <p:cNvPr id="168" name="Google Shape;168;p7"/>
            <p:cNvPicPr preferRelativeResize="0"/>
            <p:nvPr/>
          </p:nvPicPr>
          <p:blipFill rotWithShape="1">
            <a:blip r:embed="rId12">
              <a:alphaModFix/>
            </a:blip>
            <a:srcRect b="0" l="0" r="0" t="0"/>
            <a:stretch/>
          </p:blipFill>
          <p:spPr>
            <a:xfrm>
              <a:off x="3882897" y="993139"/>
              <a:ext cx="931799" cy="442849"/>
            </a:xfrm>
            <a:prstGeom prst="rect">
              <a:avLst/>
            </a:prstGeom>
            <a:noFill/>
            <a:ln>
              <a:noFill/>
            </a:ln>
          </p:spPr>
        </p:pic>
        <p:pic>
          <p:nvPicPr>
            <p:cNvPr id="169" name="Google Shape;169;p7"/>
            <p:cNvPicPr preferRelativeResize="0"/>
            <p:nvPr/>
          </p:nvPicPr>
          <p:blipFill rotWithShape="1">
            <a:blip r:embed="rId13">
              <a:alphaModFix/>
            </a:blip>
            <a:srcRect b="0" l="0" r="0" t="0"/>
            <a:stretch/>
          </p:blipFill>
          <p:spPr>
            <a:xfrm>
              <a:off x="937044" y="1004316"/>
              <a:ext cx="2713062" cy="545973"/>
            </a:xfrm>
            <a:prstGeom prst="rect">
              <a:avLst/>
            </a:prstGeom>
            <a:noFill/>
            <a:ln>
              <a:noFill/>
            </a:ln>
          </p:spPr>
        </p:pic>
        <p:pic>
          <p:nvPicPr>
            <p:cNvPr id="170" name="Google Shape;170;p7"/>
            <p:cNvPicPr preferRelativeResize="0"/>
            <p:nvPr/>
          </p:nvPicPr>
          <p:blipFill rotWithShape="1">
            <a:blip r:embed="rId14">
              <a:alphaModFix/>
            </a:blip>
            <a:srcRect b="0" l="0" r="0" t="0"/>
            <a:stretch/>
          </p:blipFill>
          <p:spPr>
            <a:xfrm>
              <a:off x="5074920" y="993139"/>
              <a:ext cx="3043808" cy="442849"/>
            </a:xfrm>
            <a:prstGeom prst="rect">
              <a:avLst/>
            </a:prstGeom>
            <a:noFill/>
            <a:ln>
              <a:noFill/>
            </a:ln>
          </p:spPr>
        </p:pic>
      </p:grpSp>
      <p:sp>
        <p:nvSpPr>
          <p:cNvPr id="171" name="Google Shape;171;p7"/>
          <p:cNvSpPr txBox="1"/>
          <p:nvPr>
            <p:ph type="title"/>
          </p:nvPr>
        </p:nvSpPr>
        <p:spPr>
          <a:xfrm>
            <a:off x="448462" y="1994154"/>
            <a:ext cx="8225155" cy="848994"/>
          </a:xfrm>
          <a:prstGeom prst="rect">
            <a:avLst/>
          </a:prstGeom>
          <a:noFill/>
          <a:ln>
            <a:noFill/>
          </a:ln>
        </p:spPr>
        <p:txBody>
          <a:bodyPr anchorCtr="0" anchor="ctr" bIns="0" lIns="0" spcFirstLastPara="1" rIns="0" wrap="square" tIns="36825">
            <a:spAutoFit/>
          </a:bodyPr>
          <a:lstStyle/>
          <a:p>
            <a:pPr indent="-182880" lvl="0" marL="195580" marR="5080" rtl="0" algn="l">
              <a:lnSpc>
                <a:spcPct val="95400"/>
              </a:lnSpc>
              <a:spcBef>
                <a:spcPts val="0"/>
              </a:spcBef>
              <a:spcAft>
                <a:spcPts val="0"/>
              </a:spcAft>
              <a:buClr>
                <a:srgbClr val="C3250C"/>
              </a:buClr>
              <a:buSzPts val="3100"/>
              <a:buFont typeface="Georgia"/>
              <a:buNone/>
            </a:pPr>
            <a:r>
              <a:rPr i="0" lang="en-US" sz="3100">
                <a:solidFill>
                  <a:srgbClr val="C3250C"/>
                </a:solidFill>
                <a:latin typeface="Georgia"/>
                <a:ea typeface="Georgia"/>
                <a:cs typeface="Georgia"/>
                <a:sym typeface="Georgia"/>
              </a:rPr>
              <a:t>*</a:t>
            </a:r>
            <a:r>
              <a:rPr i="0" lang="en-US" sz="2400">
                <a:latin typeface="Trebuchet MS"/>
                <a:ea typeface="Trebuchet MS"/>
                <a:cs typeface="Trebuchet MS"/>
                <a:sym typeface="Trebuchet MS"/>
              </a:rPr>
              <a:t>Sistem	Informasi telah	menjadi	Alat	Integral,	online	dan  interaktif	yang	sangat		terlibat		pada	operasi		menit		ke</a:t>
            </a:r>
            <a:endParaRPr sz="2400">
              <a:latin typeface="Trebuchet MS"/>
              <a:ea typeface="Trebuchet MS"/>
              <a:cs typeface="Trebuchet MS"/>
              <a:sym typeface="Trebuchet MS"/>
            </a:endParaRPr>
          </a:p>
        </p:txBody>
      </p:sp>
      <p:sp>
        <p:nvSpPr>
          <p:cNvPr id="172" name="Google Shape;172;p7"/>
          <p:cNvSpPr txBox="1"/>
          <p:nvPr/>
        </p:nvSpPr>
        <p:spPr>
          <a:xfrm>
            <a:off x="448462" y="2817367"/>
            <a:ext cx="8225155" cy="1968500"/>
          </a:xfrm>
          <a:prstGeom prst="rect">
            <a:avLst/>
          </a:prstGeom>
          <a:noFill/>
          <a:ln>
            <a:noFill/>
          </a:ln>
        </p:spPr>
        <p:txBody>
          <a:bodyPr anchorCtr="0" anchor="t" bIns="0" lIns="0" spcFirstLastPara="1" rIns="0" wrap="square" tIns="12700">
            <a:spAutoFit/>
          </a:bodyPr>
          <a:lstStyle/>
          <a:p>
            <a:pPr indent="0" lvl="0" marL="195580" marR="5080" rtl="0" algn="just">
              <a:lnSpc>
                <a:spcPct val="100000"/>
              </a:lnSpc>
              <a:spcBef>
                <a:spcPts val="0"/>
              </a:spcBef>
              <a:spcAft>
                <a:spcPts val="0"/>
              </a:spcAft>
              <a:buNone/>
            </a:pPr>
            <a:r>
              <a:rPr lang="en-US" sz="2400">
                <a:solidFill>
                  <a:srgbClr val="404040"/>
                </a:solidFill>
                <a:latin typeface="Trebuchet MS"/>
                <a:ea typeface="Trebuchet MS"/>
                <a:cs typeface="Trebuchet MS"/>
                <a:sym typeface="Trebuchet MS"/>
              </a:rPr>
              <a:t>menit dan proses pembuatan keputusan pada sebuah  organisasi.</a:t>
            </a:r>
            <a:endParaRPr sz="2400">
              <a:solidFill>
                <a:schemeClr val="dk1"/>
              </a:solidFill>
              <a:latin typeface="Trebuchet MS"/>
              <a:ea typeface="Trebuchet MS"/>
              <a:cs typeface="Trebuchet MS"/>
              <a:sym typeface="Trebuchet MS"/>
            </a:endParaRPr>
          </a:p>
          <a:p>
            <a:pPr indent="-182880" lvl="0" marL="195580" marR="6350" rtl="0" algn="just">
              <a:lnSpc>
                <a:spcPct val="97700"/>
              </a:lnSpc>
              <a:spcBef>
                <a:spcPts val="275"/>
              </a:spcBef>
              <a:spcAft>
                <a:spcPts val="0"/>
              </a:spcAft>
              <a:buNone/>
            </a:pPr>
            <a:r>
              <a:rPr lang="en-US" sz="3100">
                <a:solidFill>
                  <a:srgbClr val="C3250C"/>
                </a:solidFill>
                <a:latin typeface="Georgia"/>
                <a:ea typeface="Georgia"/>
                <a:cs typeface="Georgia"/>
                <a:sym typeface="Georgia"/>
              </a:rPr>
              <a:t>*</a:t>
            </a:r>
            <a:r>
              <a:rPr lang="en-US" sz="2400">
                <a:solidFill>
                  <a:srgbClr val="404040"/>
                </a:solidFill>
                <a:latin typeface="Trebuchet MS"/>
                <a:ea typeface="Trebuchet MS"/>
                <a:cs typeface="Trebuchet MS"/>
                <a:sym typeface="Trebuchet MS"/>
              </a:rPr>
              <a:t>Sistem Informasi pada dekade terakhir telah mengubah  ekonomi organisasi dan meningkatkan kemungkinan  mengelola pekerjaan.</a:t>
            </a:r>
            <a:endParaRPr sz="2400">
              <a:solidFill>
                <a:schemeClr val="dk1"/>
              </a:solidFill>
              <a:latin typeface="Trebuchet MS"/>
              <a:ea typeface="Trebuchet MS"/>
              <a:cs typeface="Trebuchet MS"/>
              <a:sym typeface="Trebuchet M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grpSp>
        <p:nvGrpSpPr>
          <p:cNvPr id="177" name="Google Shape;177;p8"/>
          <p:cNvGrpSpPr/>
          <p:nvPr/>
        </p:nvGrpSpPr>
        <p:grpSpPr>
          <a:xfrm>
            <a:off x="457199" y="375284"/>
            <a:ext cx="8086344" cy="1209674"/>
            <a:chOff x="457199" y="375284"/>
            <a:chExt cx="8086344" cy="1209674"/>
          </a:xfrm>
        </p:grpSpPr>
        <p:pic>
          <p:nvPicPr>
            <p:cNvPr id="178" name="Google Shape;178;p8"/>
            <p:cNvPicPr preferRelativeResize="0"/>
            <p:nvPr/>
          </p:nvPicPr>
          <p:blipFill rotWithShape="1">
            <a:blip r:embed="rId3">
              <a:alphaModFix/>
            </a:blip>
            <a:srcRect b="0" l="0" r="0" t="0"/>
            <a:stretch/>
          </p:blipFill>
          <p:spPr>
            <a:xfrm>
              <a:off x="457199" y="691895"/>
              <a:ext cx="8086344" cy="893063"/>
            </a:xfrm>
            <a:prstGeom prst="rect">
              <a:avLst/>
            </a:prstGeom>
            <a:noFill/>
            <a:ln>
              <a:noFill/>
            </a:ln>
          </p:spPr>
        </p:pic>
        <p:pic>
          <p:nvPicPr>
            <p:cNvPr id="179" name="Google Shape;179;p8"/>
            <p:cNvPicPr preferRelativeResize="0"/>
            <p:nvPr/>
          </p:nvPicPr>
          <p:blipFill rotWithShape="1">
            <a:blip r:embed="rId4">
              <a:alphaModFix/>
            </a:blip>
            <a:srcRect b="0" l="0" r="0" t="0"/>
            <a:stretch/>
          </p:blipFill>
          <p:spPr>
            <a:xfrm>
              <a:off x="861440" y="375284"/>
              <a:ext cx="7279766" cy="433197"/>
            </a:xfrm>
            <a:prstGeom prst="rect">
              <a:avLst/>
            </a:prstGeom>
            <a:noFill/>
            <a:ln>
              <a:noFill/>
            </a:ln>
          </p:spPr>
        </p:pic>
      </p:grpSp>
      <p:sp>
        <p:nvSpPr>
          <p:cNvPr id="180" name="Google Shape;180;p8"/>
          <p:cNvSpPr txBox="1"/>
          <p:nvPr>
            <p:ph type="title"/>
          </p:nvPr>
        </p:nvSpPr>
        <p:spPr>
          <a:xfrm>
            <a:off x="448462" y="1346073"/>
            <a:ext cx="8368665" cy="501015"/>
          </a:xfrm>
          <a:prstGeom prst="rect">
            <a:avLst/>
          </a:prstGeom>
          <a:noFill/>
          <a:ln>
            <a:noFill/>
          </a:ln>
        </p:spPr>
        <p:txBody>
          <a:bodyPr anchorCtr="0" anchor="ctr" bIns="0" lIns="0" spcFirstLastPara="1" rIns="0" wrap="square" tIns="15225">
            <a:spAutoFit/>
          </a:bodyPr>
          <a:lstStyle/>
          <a:p>
            <a:pPr indent="0" lvl="0" marL="12700" rtl="0" algn="l">
              <a:lnSpc>
                <a:spcPct val="100000"/>
              </a:lnSpc>
              <a:spcBef>
                <a:spcPts val="0"/>
              </a:spcBef>
              <a:spcAft>
                <a:spcPts val="0"/>
              </a:spcAft>
              <a:buClr>
                <a:srgbClr val="C3250C"/>
              </a:buClr>
              <a:buSzPts val="3100"/>
              <a:buFont typeface="Georgia"/>
              <a:buNone/>
            </a:pPr>
            <a:r>
              <a:rPr i="0" lang="en-US" sz="3100">
                <a:solidFill>
                  <a:srgbClr val="C3250C"/>
                </a:solidFill>
                <a:latin typeface="Georgia"/>
                <a:ea typeface="Georgia"/>
                <a:cs typeface="Georgia"/>
                <a:sym typeface="Georgia"/>
              </a:rPr>
              <a:t>*</a:t>
            </a:r>
            <a:r>
              <a:rPr i="0" lang="en-US" sz="2400">
                <a:latin typeface="Trebuchet MS"/>
                <a:ea typeface="Trebuchet MS"/>
                <a:cs typeface="Trebuchet MS"/>
                <a:sym typeface="Trebuchet MS"/>
              </a:rPr>
              <a:t>Internet	Terutama	Word	Wide	Web	(WWW),	Adalah	awal</a:t>
            </a:r>
            <a:endParaRPr sz="2400">
              <a:latin typeface="Trebuchet MS"/>
              <a:ea typeface="Trebuchet MS"/>
              <a:cs typeface="Trebuchet MS"/>
              <a:sym typeface="Trebuchet MS"/>
            </a:endParaRPr>
          </a:p>
        </p:txBody>
      </p:sp>
      <p:sp>
        <p:nvSpPr>
          <p:cNvPr id="181" name="Google Shape;181;p8"/>
          <p:cNvSpPr txBox="1"/>
          <p:nvPr/>
        </p:nvSpPr>
        <p:spPr>
          <a:xfrm>
            <a:off x="631342" y="1803349"/>
            <a:ext cx="2359660" cy="39179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2400">
                <a:solidFill>
                  <a:srgbClr val="404040"/>
                </a:solidFill>
                <a:latin typeface="Trebuchet MS"/>
                <a:ea typeface="Trebuchet MS"/>
                <a:cs typeface="Trebuchet MS"/>
                <a:sym typeface="Trebuchet MS"/>
              </a:rPr>
              <a:t>untuk	memiliki</a:t>
            </a:r>
            <a:endParaRPr sz="2400">
              <a:solidFill>
                <a:schemeClr val="dk1"/>
              </a:solidFill>
              <a:latin typeface="Trebuchet MS"/>
              <a:ea typeface="Trebuchet MS"/>
              <a:cs typeface="Trebuchet MS"/>
              <a:sym typeface="Trebuchet MS"/>
            </a:endParaRPr>
          </a:p>
        </p:txBody>
      </p:sp>
      <p:sp>
        <p:nvSpPr>
          <p:cNvPr id="182" name="Google Shape;182;p8"/>
          <p:cNvSpPr txBox="1"/>
          <p:nvPr/>
        </p:nvSpPr>
        <p:spPr>
          <a:xfrm>
            <a:off x="631342" y="1803349"/>
            <a:ext cx="3810635" cy="757555"/>
          </a:xfrm>
          <a:prstGeom prst="rect">
            <a:avLst/>
          </a:prstGeom>
          <a:noFill/>
          <a:ln>
            <a:noFill/>
          </a:ln>
        </p:spPr>
        <p:txBody>
          <a:bodyPr anchorCtr="0" anchor="t" bIns="0" lIns="0" spcFirstLastPara="1" rIns="0" wrap="square" tIns="12700">
            <a:spAutoFit/>
          </a:bodyPr>
          <a:lstStyle/>
          <a:p>
            <a:pPr indent="0" lvl="0" marL="2729230" marR="0" rtl="0" algn="l">
              <a:lnSpc>
                <a:spcPct val="100000"/>
              </a:lnSpc>
              <a:spcBef>
                <a:spcPts val="0"/>
              </a:spcBef>
              <a:spcAft>
                <a:spcPts val="0"/>
              </a:spcAft>
              <a:buNone/>
            </a:pPr>
            <a:r>
              <a:rPr lang="en-US" sz="2400">
                <a:solidFill>
                  <a:srgbClr val="404040"/>
                </a:solidFill>
                <a:latin typeface="Trebuchet MS"/>
                <a:ea typeface="Trebuchet MS"/>
                <a:cs typeface="Trebuchet MS"/>
                <a:sym typeface="Trebuchet MS"/>
              </a:rPr>
              <a:t>dampak</a:t>
            </a:r>
            <a:endParaRPr sz="2400">
              <a:solidFill>
                <a:schemeClr val="dk1"/>
              </a:solidFill>
              <a:latin typeface="Trebuchet MS"/>
              <a:ea typeface="Trebuchet MS"/>
              <a:cs typeface="Trebuchet MS"/>
              <a:sym typeface="Trebuchet MS"/>
            </a:endParaRPr>
          </a:p>
          <a:p>
            <a:pPr indent="0" lvl="0" marL="12700" marR="0" rtl="0" algn="l">
              <a:lnSpc>
                <a:spcPct val="100000"/>
              </a:lnSpc>
              <a:spcBef>
                <a:spcPts val="0"/>
              </a:spcBef>
              <a:spcAft>
                <a:spcPts val="0"/>
              </a:spcAft>
              <a:buNone/>
            </a:pPr>
            <a:r>
              <a:rPr lang="en-US" sz="2400">
                <a:solidFill>
                  <a:srgbClr val="404040"/>
                </a:solidFill>
                <a:latin typeface="Trebuchet MS"/>
                <a:ea typeface="Trebuchet MS"/>
                <a:cs typeface="Trebuchet MS"/>
                <a:sym typeface="Trebuchet MS"/>
              </a:rPr>
              <a:t>perusahaan	dan	entitas</a:t>
            </a:r>
            <a:endParaRPr sz="2400">
              <a:solidFill>
                <a:schemeClr val="dk1"/>
              </a:solidFill>
              <a:latin typeface="Trebuchet MS"/>
              <a:ea typeface="Trebuchet MS"/>
              <a:cs typeface="Trebuchet MS"/>
              <a:sym typeface="Trebuchet MS"/>
            </a:endParaRPr>
          </a:p>
        </p:txBody>
      </p:sp>
      <p:sp>
        <p:nvSpPr>
          <p:cNvPr id="183" name="Google Shape;183;p8"/>
          <p:cNvSpPr txBox="1"/>
          <p:nvPr/>
        </p:nvSpPr>
        <p:spPr>
          <a:xfrm>
            <a:off x="4509896" y="1803349"/>
            <a:ext cx="4307205" cy="757555"/>
          </a:xfrm>
          <a:prstGeom prst="rect">
            <a:avLst/>
          </a:prstGeom>
          <a:noFill/>
          <a:ln>
            <a:noFill/>
          </a:ln>
        </p:spPr>
        <p:txBody>
          <a:bodyPr anchorCtr="0" anchor="t" bIns="0" lIns="0" spcFirstLastPara="1" rIns="0" wrap="square" tIns="12700">
            <a:spAutoFit/>
          </a:bodyPr>
          <a:lstStyle/>
          <a:p>
            <a:pPr indent="0" lvl="0" marL="0" marR="5080" rtl="0" algn="r">
              <a:lnSpc>
                <a:spcPct val="100000"/>
              </a:lnSpc>
              <a:spcBef>
                <a:spcPts val="0"/>
              </a:spcBef>
              <a:spcAft>
                <a:spcPts val="0"/>
              </a:spcAft>
              <a:buNone/>
            </a:pPr>
            <a:r>
              <a:rPr lang="en-US" sz="2400">
                <a:solidFill>
                  <a:srgbClr val="404040"/>
                </a:solidFill>
                <a:latin typeface="Trebuchet MS"/>
                <a:ea typeface="Trebuchet MS"/>
                <a:cs typeface="Trebuchet MS"/>
                <a:sym typeface="Trebuchet MS"/>
              </a:rPr>
              <a:t>penting	hubungan	antara</a:t>
            </a:r>
            <a:endParaRPr sz="2400">
              <a:solidFill>
                <a:schemeClr val="dk1"/>
              </a:solidFill>
              <a:latin typeface="Trebuchet MS"/>
              <a:ea typeface="Trebuchet MS"/>
              <a:cs typeface="Trebuchet MS"/>
              <a:sym typeface="Trebuchet MS"/>
            </a:endParaRPr>
          </a:p>
          <a:p>
            <a:pPr indent="0" lvl="0" marL="0" marR="5080" rtl="0" algn="r">
              <a:lnSpc>
                <a:spcPct val="100000"/>
              </a:lnSpc>
              <a:spcBef>
                <a:spcPts val="0"/>
              </a:spcBef>
              <a:spcAft>
                <a:spcPts val="0"/>
              </a:spcAft>
              <a:buNone/>
            </a:pPr>
            <a:r>
              <a:rPr lang="en-US" sz="2400">
                <a:solidFill>
                  <a:srgbClr val="404040"/>
                </a:solidFill>
                <a:latin typeface="Trebuchet MS"/>
                <a:ea typeface="Trebuchet MS"/>
                <a:cs typeface="Trebuchet MS"/>
                <a:sym typeface="Trebuchet MS"/>
              </a:rPr>
              <a:t>eksternal	dan	bahkan	pada</a:t>
            </a:r>
            <a:endParaRPr sz="2400">
              <a:solidFill>
                <a:schemeClr val="dk1"/>
              </a:solidFill>
              <a:latin typeface="Trebuchet MS"/>
              <a:ea typeface="Trebuchet MS"/>
              <a:cs typeface="Trebuchet MS"/>
              <a:sym typeface="Trebuchet MS"/>
            </a:endParaRPr>
          </a:p>
        </p:txBody>
      </p:sp>
      <p:sp>
        <p:nvSpPr>
          <p:cNvPr id="184" name="Google Shape;184;p8"/>
          <p:cNvSpPr txBox="1"/>
          <p:nvPr/>
        </p:nvSpPr>
        <p:spPr>
          <a:xfrm>
            <a:off x="631342" y="2535123"/>
            <a:ext cx="6223635" cy="39179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2400">
                <a:solidFill>
                  <a:srgbClr val="404040"/>
                </a:solidFill>
                <a:latin typeface="Trebuchet MS"/>
                <a:ea typeface="Trebuchet MS"/>
                <a:cs typeface="Trebuchet MS"/>
                <a:sym typeface="Trebuchet MS"/>
              </a:rPr>
              <a:t>organisasi proses bisnis di dalam perusahaan.</a:t>
            </a:r>
            <a:endParaRPr sz="2400">
              <a:solidFill>
                <a:schemeClr val="dk1"/>
              </a:solidFill>
              <a:latin typeface="Trebuchet MS"/>
              <a:ea typeface="Trebuchet MS"/>
              <a:cs typeface="Trebuchet MS"/>
              <a:sym typeface="Trebuchet MS"/>
            </a:endParaRPr>
          </a:p>
        </p:txBody>
      </p:sp>
      <p:sp>
        <p:nvSpPr>
          <p:cNvPr id="185" name="Google Shape;185;p8"/>
          <p:cNvSpPr txBox="1"/>
          <p:nvPr/>
        </p:nvSpPr>
        <p:spPr>
          <a:xfrm>
            <a:off x="448462" y="2922524"/>
            <a:ext cx="1324610" cy="501015"/>
          </a:xfrm>
          <a:prstGeom prst="rect">
            <a:avLst/>
          </a:prstGeom>
          <a:noFill/>
          <a:ln>
            <a:noFill/>
          </a:ln>
        </p:spPr>
        <p:txBody>
          <a:bodyPr anchorCtr="0" anchor="t" bIns="0" lIns="0" spcFirstLastPara="1" rIns="0" wrap="square" tIns="15225">
            <a:spAutoFit/>
          </a:bodyPr>
          <a:lstStyle/>
          <a:p>
            <a:pPr indent="0" lvl="0" marL="12700" marR="0" rtl="0" algn="l">
              <a:lnSpc>
                <a:spcPct val="100000"/>
              </a:lnSpc>
              <a:spcBef>
                <a:spcPts val="0"/>
              </a:spcBef>
              <a:spcAft>
                <a:spcPts val="0"/>
              </a:spcAft>
              <a:buNone/>
            </a:pPr>
            <a:r>
              <a:rPr lang="en-US" sz="3100">
                <a:solidFill>
                  <a:srgbClr val="C3250C"/>
                </a:solidFill>
                <a:latin typeface="Georgia"/>
                <a:ea typeface="Georgia"/>
                <a:cs typeface="Georgia"/>
                <a:sym typeface="Georgia"/>
              </a:rPr>
              <a:t>*</a:t>
            </a:r>
            <a:r>
              <a:rPr lang="en-US" sz="2400">
                <a:solidFill>
                  <a:srgbClr val="404040"/>
                </a:solidFill>
                <a:latin typeface="Trebuchet MS"/>
                <a:ea typeface="Trebuchet MS"/>
                <a:cs typeface="Trebuchet MS"/>
                <a:sym typeface="Trebuchet MS"/>
              </a:rPr>
              <a:t>Internet</a:t>
            </a:r>
            <a:endParaRPr sz="2400">
              <a:solidFill>
                <a:schemeClr val="dk1"/>
              </a:solidFill>
              <a:latin typeface="Trebuchet MS"/>
              <a:ea typeface="Trebuchet MS"/>
              <a:cs typeface="Trebuchet MS"/>
              <a:sym typeface="Trebuchet MS"/>
            </a:endParaRPr>
          </a:p>
        </p:txBody>
      </p:sp>
      <p:sp>
        <p:nvSpPr>
          <p:cNvPr id="186" name="Google Shape;186;p8"/>
          <p:cNvSpPr txBox="1"/>
          <p:nvPr/>
        </p:nvSpPr>
        <p:spPr>
          <a:xfrm>
            <a:off x="2012695" y="3013964"/>
            <a:ext cx="6805295" cy="3911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2400">
                <a:solidFill>
                  <a:srgbClr val="404040"/>
                </a:solidFill>
                <a:latin typeface="Trebuchet MS"/>
                <a:ea typeface="Trebuchet MS"/>
                <a:cs typeface="Trebuchet MS"/>
                <a:sym typeface="Trebuchet MS"/>
              </a:rPr>
              <a:t>meningkatkan	aksesibilitas,	penyimpanan	dan</a:t>
            </a:r>
            <a:endParaRPr sz="2400">
              <a:solidFill>
                <a:schemeClr val="dk1"/>
              </a:solidFill>
              <a:latin typeface="Trebuchet MS"/>
              <a:ea typeface="Trebuchet MS"/>
              <a:cs typeface="Trebuchet MS"/>
              <a:sym typeface="Trebuchet MS"/>
            </a:endParaRPr>
          </a:p>
        </p:txBody>
      </p:sp>
      <p:sp>
        <p:nvSpPr>
          <p:cNvPr id="187" name="Google Shape;187;p8"/>
          <p:cNvSpPr txBox="1"/>
          <p:nvPr/>
        </p:nvSpPr>
        <p:spPr>
          <a:xfrm>
            <a:off x="631342" y="3379978"/>
            <a:ext cx="7510780" cy="3911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2400">
                <a:solidFill>
                  <a:srgbClr val="404040"/>
                </a:solidFill>
                <a:latin typeface="Trebuchet MS"/>
                <a:ea typeface="Trebuchet MS"/>
                <a:cs typeface="Trebuchet MS"/>
                <a:sym typeface="Trebuchet MS"/>
              </a:rPr>
              <a:t>distribusi informasi dan pengetahuan untuk organisasi.</a:t>
            </a:r>
            <a:endParaRPr sz="2400">
              <a:solidFill>
                <a:schemeClr val="dk1"/>
              </a:solidFill>
              <a:latin typeface="Trebuchet MS"/>
              <a:ea typeface="Trebuchet MS"/>
              <a:cs typeface="Trebuchet MS"/>
              <a:sym typeface="Trebuchet MS"/>
            </a:endParaRPr>
          </a:p>
        </p:txBody>
      </p:sp>
      <p:sp>
        <p:nvSpPr>
          <p:cNvPr id="188" name="Google Shape;188;p8"/>
          <p:cNvSpPr txBox="1"/>
          <p:nvPr/>
        </p:nvSpPr>
        <p:spPr>
          <a:xfrm>
            <a:off x="448462" y="3764102"/>
            <a:ext cx="1324610" cy="501650"/>
          </a:xfrm>
          <a:prstGeom prst="rect">
            <a:avLst/>
          </a:prstGeom>
          <a:noFill/>
          <a:ln>
            <a:noFill/>
          </a:ln>
        </p:spPr>
        <p:txBody>
          <a:bodyPr anchorCtr="0" anchor="t" bIns="0" lIns="0" spcFirstLastPara="1" rIns="0" wrap="square" tIns="15225">
            <a:spAutoFit/>
          </a:bodyPr>
          <a:lstStyle/>
          <a:p>
            <a:pPr indent="0" lvl="0" marL="12700" marR="0" rtl="0" algn="l">
              <a:lnSpc>
                <a:spcPct val="100000"/>
              </a:lnSpc>
              <a:spcBef>
                <a:spcPts val="0"/>
              </a:spcBef>
              <a:spcAft>
                <a:spcPts val="0"/>
              </a:spcAft>
              <a:buNone/>
            </a:pPr>
            <a:r>
              <a:rPr lang="en-US" sz="3100">
                <a:solidFill>
                  <a:srgbClr val="C3250C"/>
                </a:solidFill>
                <a:latin typeface="Georgia"/>
                <a:ea typeface="Georgia"/>
                <a:cs typeface="Georgia"/>
                <a:sym typeface="Georgia"/>
              </a:rPr>
              <a:t>*</a:t>
            </a:r>
            <a:r>
              <a:rPr lang="en-US" sz="2400">
                <a:solidFill>
                  <a:srgbClr val="404040"/>
                </a:solidFill>
                <a:latin typeface="Trebuchet MS"/>
                <a:ea typeface="Trebuchet MS"/>
                <a:cs typeface="Trebuchet MS"/>
                <a:sym typeface="Trebuchet MS"/>
              </a:rPr>
              <a:t>Internet</a:t>
            </a:r>
            <a:endParaRPr sz="2400">
              <a:solidFill>
                <a:schemeClr val="dk1"/>
              </a:solidFill>
              <a:latin typeface="Trebuchet MS"/>
              <a:ea typeface="Trebuchet MS"/>
              <a:cs typeface="Trebuchet MS"/>
              <a:sym typeface="Trebuchet MS"/>
            </a:endParaRPr>
          </a:p>
        </p:txBody>
      </p:sp>
      <p:sp>
        <p:nvSpPr>
          <p:cNvPr id="189" name="Google Shape;189;p8"/>
          <p:cNvSpPr txBox="1"/>
          <p:nvPr/>
        </p:nvSpPr>
        <p:spPr>
          <a:xfrm>
            <a:off x="6140958" y="3855542"/>
            <a:ext cx="2673350" cy="39179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2400">
                <a:solidFill>
                  <a:srgbClr val="404040"/>
                </a:solidFill>
                <a:latin typeface="Trebuchet MS"/>
                <a:ea typeface="Trebuchet MS"/>
                <a:cs typeface="Trebuchet MS"/>
                <a:sym typeface="Trebuchet MS"/>
              </a:rPr>
              <a:t>mengurangi	biaya</a:t>
            </a:r>
            <a:endParaRPr sz="2400">
              <a:solidFill>
                <a:schemeClr val="dk1"/>
              </a:solidFill>
              <a:latin typeface="Trebuchet MS"/>
              <a:ea typeface="Trebuchet MS"/>
              <a:cs typeface="Trebuchet MS"/>
              <a:sym typeface="Trebuchet MS"/>
            </a:endParaRPr>
          </a:p>
        </p:txBody>
      </p:sp>
      <p:sp>
        <p:nvSpPr>
          <p:cNvPr id="190" name="Google Shape;190;p8"/>
          <p:cNvSpPr txBox="1"/>
          <p:nvPr/>
        </p:nvSpPr>
        <p:spPr>
          <a:xfrm>
            <a:off x="631342" y="4221607"/>
            <a:ext cx="1239520" cy="3911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2400">
                <a:solidFill>
                  <a:srgbClr val="404040"/>
                </a:solidFill>
                <a:latin typeface="Trebuchet MS"/>
                <a:ea typeface="Trebuchet MS"/>
                <a:cs typeface="Trebuchet MS"/>
                <a:sym typeface="Trebuchet MS"/>
              </a:rPr>
              <a:t>transaksi</a:t>
            </a:r>
            <a:endParaRPr sz="2400">
              <a:solidFill>
                <a:schemeClr val="dk1"/>
              </a:solidFill>
              <a:latin typeface="Trebuchet MS"/>
              <a:ea typeface="Trebuchet MS"/>
              <a:cs typeface="Trebuchet MS"/>
              <a:sym typeface="Trebuchet MS"/>
            </a:endParaRPr>
          </a:p>
        </p:txBody>
      </p:sp>
      <p:sp>
        <p:nvSpPr>
          <p:cNvPr id="191" name="Google Shape;191;p8"/>
          <p:cNvSpPr txBox="1"/>
          <p:nvPr/>
        </p:nvSpPr>
        <p:spPr>
          <a:xfrm>
            <a:off x="2076704" y="3855542"/>
            <a:ext cx="1026794" cy="75755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2400">
                <a:solidFill>
                  <a:srgbClr val="404040"/>
                </a:solidFill>
                <a:latin typeface="Trebuchet MS"/>
                <a:ea typeface="Trebuchet MS"/>
                <a:cs typeface="Trebuchet MS"/>
                <a:sym typeface="Trebuchet MS"/>
              </a:rPr>
              <a:t>mampu</a:t>
            </a:r>
            <a:endParaRPr sz="2400">
              <a:solidFill>
                <a:schemeClr val="dk1"/>
              </a:solidFill>
              <a:latin typeface="Trebuchet MS"/>
              <a:ea typeface="Trebuchet MS"/>
              <a:cs typeface="Trebuchet MS"/>
              <a:sym typeface="Trebuchet MS"/>
            </a:endParaRPr>
          </a:p>
          <a:p>
            <a:pPr indent="0" lvl="0" marL="165100" marR="0" rtl="0" algn="l">
              <a:lnSpc>
                <a:spcPct val="100000"/>
              </a:lnSpc>
              <a:spcBef>
                <a:spcPts val="0"/>
              </a:spcBef>
              <a:spcAft>
                <a:spcPts val="0"/>
              </a:spcAft>
              <a:buNone/>
            </a:pPr>
            <a:r>
              <a:rPr lang="en-US" sz="2400">
                <a:solidFill>
                  <a:srgbClr val="404040"/>
                </a:solidFill>
                <a:latin typeface="Trebuchet MS"/>
                <a:ea typeface="Trebuchet MS"/>
                <a:cs typeface="Trebuchet MS"/>
                <a:sym typeface="Trebuchet MS"/>
              </a:rPr>
              <a:t>dan</a:t>
            </a:r>
            <a:endParaRPr sz="2400">
              <a:solidFill>
                <a:schemeClr val="dk1"/>
              </a:solidFill>
              <a:latin typeface="Trebuchet MS"/>
              <a:ea typeface="Trebuchet MS"/>
              <a:cs typeface="Trebuchet MS"/>
              <a:sym typeface="Trebuchet MS"/>
            </a:endParaRPr>
          </a:p>
        </p:txBody>
      </p:sp>
      <p:sp>
        <p:nvSpPr>
          <p:cNvPr id="192" name="Google Shape;192;p8"/>
          <p:cNvSpPr txBox="1"/>
          <p:nvPr/>
        </p:nvSpPr>
        <p:spPr>
          <a:xfrm>
            <a:off x="3110229" y="3855542"/>
            <a:ext cx="2727325" cy="757555"/>
          </a:xfrm>
          <a:prstGeom prst="rect">
            <a:avLst/>
          </a:prstGeom>
          <a:noFill/>
          <a:ln>
            <a:noFill/>
          </a:ln>
        </p:spPr>
        <p:txBody>
          <a:bodyPr anchorCtr="0" anchor="t" bIns="0" lIns="0" spcFirstLastPara="1" rIns="0" wrap="square" tIns="12700">
            <a:spAutoFit/>
          </a:bodyPr>
          <a:lstStyle/>
          <a:p>
            <a:pPr indent="0" lvl="0" marL="311150" marR="0" rtl="0" algn="l">
              <a:lnSpc>
                <a:spcPct val="100000"/>
              </a:lnSpc>
              <a:spcBef>
                <a:spcPts val="0"/>
              </a:spcBef>
              <a:spcAft>
                <a:spcPts val="0"/>
              </a:spcAft>
              <a:buNone/>
            </a:pPr>
            <a:r>
              <a:rPr lang="en-US" sz="2400">
                <a:solidFill>
                  <a:srgbClr val="404040"/>
                </a:solidFill>
                <a:latin typeface="Trebuchet MS"/>
                <a:ea typeface="Trebuchet MS"/>
                <a:cs typeface="Trebuchet MS"/>
                <a:sym typeface="Trebuchet MS"/>
              </a:rPr>
              <a:t>secara	dramatis</a:t>
            </a:r>
            <a:endParaRPr sz="2400">
              <a:solidFill>
                <a:schemeClr val="dk1"/>
              </a:solidFill>
              <a:latin typeface="Trebuchet MS"/>
              <a:ea typeface="Trebuchet MS"/>
              <a:cs typeface="Trebuchet MS"/>
              <a:sym typeface="Trebuchet MS"/>
            </a:endParaRPr>
          </a:p>
          <a:p>
            <a:pPr indent="0" lvl="0" marL="12700" marR="0" rtl="0" algn="l">
              <a:lnSpc>
                <a:spcPct val="100000"/>
              </a:lnSpc>
              <a:spcBef>
                <a:spcPts val="0"/>
              </a:spcBef>
              <a:spcAft>
                <a:spcPts val="0"/>
              </a:spcAft>
              <a:buNone/>
            </a:pPr>
            <a:r>
              <a:rPr lang="en-US" sz="2400">
                <a:solidFill>
                  <a:srgbClr val="404040"/>
                </a:solidFill>
                <a:latin typeface="Trebuchet MS"/>
                <a:ea typeface="Trebuchet MS"/>
                <a:cs typeface="Trebuchet MS"/>
                <a:sym typeface="Trebuchet MS"/>
              </a:rPr>
              <a:t>keagenan	yang</a:t>
            </a:r>
            <a:endParaRPr sz="2400">
              <a:solidFill>
                <a:schemeClr val="dk1"/>
              </a:solidFill>
              <a:latin typeface="Trebuchet MS"/>
              <a:ea typeface="Trebuchet MS"/>
              <a:cs typeface="Trebuchet MS"/>
              <a:sym typeface="Trebuchet MS"/>
            </a:endParaRPr>
          </a:p>
        </p:txBody>
      </p:sp>
      <p:sp>
        <p:nvSpPr>
          <p:cNvPr id="193" name="Google Shape;193;p8"/>
          <p:cNvSpPr txBox="1"/>
          <p:nvPr/>
        </p:nvSpPr>
        <p:spPr>
          <a:xfrm>
            <a:off x="5796534" y="4221607"/>
            <a:ext cx="3020060" cy="3911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2400">
                <a:solidFill>
                  <a:srgbClr val="404040"/>
                </a:solidFill>
                <a:latin typeface="Trebuchet MS"/>
                <a:ea typeface="Trebuchet MS"/>
                <a:cs typeface="Trebuchet MS"/>
                <a:sym typeface="Trebuchet MS"/>
              </a:rPr>
              <a:t>dihadapi	kebayakan</a:t>
            </a:r>
            <a:endParaRPr sz="2400">
              <a:solidFill>
                <a:schemeClr val="dk1"/>
              </a:solidFill>
              <a:latin typeface="Trebuchet MS"/>
              <a:ea typeface="Trebuchet MS"/>
              <a:cs typeface="Trebuchet MS"/>
              <a:sym typeface="Trebuchet MS"/>
            </a:endParaRPr>
          </a:p>
        </p:txBody>
      </p:sp>
      <p:sp>
        <p:nvSpPr>
          <p:cNvPr id="194" name="Google Shape;194;p8"/>
          <p:cNvSpPr txBox="1"/>
          <p:nvPr/>
        </p:nvSpPr>
        <p:spPr>
          <a:xfrm>
            <a:off x="631342" y="4587316"/>
            <a:ext cx="1485265" cy="39179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2400">
                <a:solidFill>
                  <a:srgbClr val="404040"/>
                </a:solidFill>
                <a:latin typeface="Trebuchet MS"/>
                <a:ea typeface="Trebuchet MS"/>
                <a:cs typeface="Trebuchet MS"/>
                <a:sym typeface="Trebuchet MS"/>
              </a:rPr>
              <a:t>organisasi.</a:t>
            </a:r>
            <a:endParaRPr sz="2400">
              <a:solidFill>
                <a:schemeClr val="dk1"/>
              </a:solidFill>
              <a:latin typeface="Trebuchet MS"/>
              <a:ea typeface="Trebuchet MS"/>
              <a:cs typeface="Trebuchet MS"/>
              <a:sym typeface="Trebuchet M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grpSp>
        <p:nvGrpSpPr>
          <p:cNvPr id="199" name="Google Shape;199;p9"/>
          <p:cNvGrpSpPr/>
          <p:nvPr/>
        </p:nvGrpSpPr>
        <p:grpSpPr>
          <a:xfrm>
            <a:off x="1386840" y="448944"/>
            <a:ext cx="5604510" cy="6194743"/>
            <a:chOff x="1386840" y="448944"/>
            <a:chExt cx="5604510" cy="6194743"/>
          </a:xfrm>
        </p:grpSpPr>
        <p:pic>
          <p:nvPicPr>
            <p:cNvPr id="200" name="Google Shape;200;p9"/>
            <p:cNvPicPr preferRelativeResize="0"/>
            <p:nvPr/>
          </p:nvPicPr>
          <p:blipFill rotWithShape="1">
            <a:blip r:embed="rId3">
              <a:alphaModFix/>
            </a:blip>
            <a:srcRect b="0" l="0" r="0" t="0"/>
            <a:stretch/>
          </p:blipFill>
          <p:spPr>
            <a:xfrm>
              <a:off x="1428750" y="2805112"/>
              <a:ext cx="5562600" cy="3838575"/>
            </a:xfrm>
            <a:prstGeom prst="rect">
              <a:avLst/>
            </a:prstGeom>
            <a:noFill/>
            <a:ln>
              <a:noFill/>
            </a:ln>
          </p:spPr>
        </p:pic>
        <p:pic>
          <p:nvPicPr>
            <p:cNvPr id="201" name="Google Shape;201;p9"/>
            <p:cNvPicPr preferRelativeResize="0"/>
            <p:nvPr/>
          </p:nvPicPr>
          <p:blipFill rotWithShape="1">
            <a:blip r:embed="rId4">
              <a:alphaModFix/>
            </a:blip>
            <a:srcRect b="0" l="0" r="0" t="0"/>
            <a:stretch/>
          </p:blipFill>
          <p:spPr>
            <a:xfrm>
              <a:off x="1386840" y="765048"/>
              <a:ext cx="1743456" cy="893063"/>
            </a:xfrm>
            <a:prstGeom prst="rect">
              <a:avLst/>
            </a:prstGeom>
            <a:noFill/>
            <a:ln>
              <a:noFill/>
            </a:ln>
          </p:spPr>
        </p:pic>
        <p:pic>
          <p:nvPicPr>
            <p:cNvPr id="202" name="Google Shape;202;p9"/>
            <p:cNvPicPr preferRelativeResize="0"/>
            <p:nvPr/>
          </p:nvPicPr>
          <p:blipFill rotWithShape="1">
            <a:blip r:embed="rId5">
              <a:alphaModFix/>
            </a:blip>
            <a:srcRect b="0" l="0" r="0" t="0"/>
            <a:stretch/>
          </p:blipFill>
          <p:spPr>
            <a:xfrm>
              <a:off x="2581655" y="765048"/>
              <a:ext cx="1456944" cy="893063"/>
            </a:xfrm>
            <a:prstGeom prst="rect">
              <a:avLst/>
            </a:prstGeom>
            <a:noFill/>
            <a:ln>
              <a:noFill/>
            </a:ln>
          </p:spPr>
        </p:pic>
        <p:pic>
          <p:nvPicPr>
            <p:cNvPr id="203" name="Google Shape;203;p9"/>
            <p:cNvPicPr preferRelativeResize="0"/>
            <p:nvPr/>
          </p:nvPicPr>
          <p:blipFill rotWithShape="1">
            <a:blip r:embed="rId6">
              <a:alphaModFix/>
            </a:blip>
            <a:srcRect b="0" l="0" r="0" t="0"/>
            <a:stretch/>
          </p:blipFill>
          <p:spPr>
            <a:xfrm>
              <a:off x="3496055" y="765048"/>
              <a:ext cx="2953512" cy="893063"/>
            </a:xfrm>
            <a:prstGeom prst="rect">
              <a:avLst/>
            </a:prstGeom>
            <a:noFill/>
            <a:ln>
              <a:noFill/>
            </a:ln>
          </p:spPr>
        </p:pic>
        <p:pic>
          <p:nvPicPr>
            <p:cNvPr id="204" name="Google Shape;204;p9"/>
            <p:cNvPicPr preferRelativeResize="0"/>
            <p:nvPr/>
          </p:nvPicPr>
          <p:blipFill rotWithShape="1">
            <a:blip r:embed="rId7">
              <a:alphaModFix/>
            </a:blip>
            <a:srcRect b="0" l="0" r="0" t="0"/>
            <a:stretch/>
          </p:blipFill>
          <p:spPr>
            <a:xfrm>
              <a:off x="1748789" y="448944"/>
              <a:ext cx="1009523" cy="544321"/>
            </a:xfrm>
            <a:prstGeom prst="rect">
              <a:avLst/>
            </a:prstGeom>
            <a:noFill/>
            <a:ln>
              <a:noFill/>
            </a:ln>
          </p:spPr>
        </p:pic>
        <p:pic>
          <p:nvPicPr>
            <p:cNvPr id="205" name="Google Shape;205;p9"/>
            <p:cNvPicPr preferRelativeResize="0"/>
            <p:nvPr/>
          </p:nvPicPr>
          <p:blipFill rotWithShape="1">
            <a:blip r:embed="rId8">
              <a:alphaModFix/>
            </a:blip>
            <a:srcRect b="0" l="0" r="0" t="0"/>
            <a:stretch/>
          </p:blipFill>
          <p:spPr>
            <a:xfrm>
              <a:off x="2986405" y="454659"/>
              <a:ext cx="656082" cy="424306"/>
            </a:xfrm>
            <a:prstGeom prst="rect">
              <a:avLst/>
            </a:prstGeom>
            <a:noFill/>
            <a:ln>
              <a:noFill/>
            </a:ln>
          </p:spPr>
        </p:pic>
        <p:pic>
          <p:nvPicPr>
            <p:cNvPr id="206" name="Google Shape;206;p9"/>
            <p:cNvPicPr preferRelativeResize="0"/>
            <p:nvPr/>
          </p:nvPicPr>
          <p:blipFill rotWithShape="1">
            <a:blip r:embed="rId9">
              <a:alphaModFix/>
            </a:blip>
            <a:srcRect b="0" l="0" r="0" t="0"/>
            <a:stretch/>
          </p:blipFill>
          <p:spPr>
            <a:xfrm>
              <a:off x="3900804" y="454659"/>
              <a:ext cx="2173478" cy="424306"/>
            </a:xfrm>
            <a:prstGeom prst="rect">
              <a:avLst/>
            </a:prstGeom>
            <a:noFill/>
            <a:ln>
              <a:noFill/>
            </a:ln>
          </p:spPr>
        </p:pic>
      </p:grpSp>
      <p:sp>
        <p:nvSpPr>
          <p:cNvPr id="207" name="Google Shape;207;p9"/>
          <p:cNvSpPr txBox="1"/>
          <p:nvPr>
            <p:ph type="title"/>
          </p:nvPr>
        </p:nvSpPr>
        <p:spPr>
          <a:xfrm>
            <a:off x="481685" y="1293368"/>
            <a:ext cx="2076450" cy="581660"/>
          </a:xfrm>
          <a:prstGeom prst="rect">
            <a:avLst/>
          </a:prstGeom>
          <a:noFill/>
          <a:ln>
            <a:noFill/>
          </a:ln>
        </p:spPr>
        <p:txBody>
          <a:bodyPr anchorCtr="0" anchor="ctr" bIns="0" lIns="0" spcFirstLastPara="1" rIns="0" wrap="square" tIns="12050">
            <a:spAutoFit/>
          </a:bodyPr>
          <a:lstStyle/>
          <a:p>
            <a:pPr indent="0" lvl="0" marL="12700" rtl="0" algn="l">
              <a:lnSpc>
                <a:spcPct val="100000"/>
              </a:lnSpc>
              <a:spcBef>
                <a:spcPts val="0"/>
              </a:spcBef>
              <a:spcAft>
                <a:spcPts val="0"/>
              </a:spcAft>
              <a:buClr>
                <a:srgbClr val="C3250C"/>
              </a:buClr>
              <a:buSzPts val="3650"/>
              <a:buFont typeface="Georgia"/>
              <a:buNone/>
            </a:pPr>
            <a:r>
              <a:rPr i="0" lang="en-US" sz="3650">
                <a:solidFill>
                  <a:srgbClr val="C3250C"/>
                </a:solidFill>
                <a:latin typeface="Georgia"/>
                <a:ea typeface="Georgia"/>
                <a:cs typeface="Georgia"/>
                <a:sym typeface="Georgia"/>
              </a:rPr>
              <a:t>*</a:t>
            </a:r>
            <a:r>
              <a:rPr b="1" i="0" lang="en-US" sz="2800">
                <a:solidFill>
                  <a:srgbClr val="000000"/>
                </a:solidFill>
                <a:latin typeface="Calibri"/>
                <a:ea typeface="Calibri"/>
                <a:cs typeface="Calibri"/>
                <a:sym typeface="Calibri"/>
              </a:rPr>
              <a:t>Sekumpulan</a:t>
            </a:r>
            <a:endParaRPr sz="2800">
              <a:latin typeface="Calibri"/>
              <a:ea typeface="Calibri"/>
              <a:cs typeface="Calibri"/>
              <a:sym typeface="Calibri"/>
            </a:endParaRPr>
          </a:p>
        </p:txBody>
      </p:sp>
      <p:sp>
        <p:nvSpPr>
          <p:cNvPr id="208" name="Google Shape;208;p9"/>
          <p:cNvSpPr txBox="1"/>
          <p:nvPr/>
        </p:nvSpPr>
        <p:spPr>
          <a:xfrm>
            <a:off x="2872232" y="1400048"/>
            <a:ext cx="4775835" cy="45339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b="1" lang="en-US" sz="2800">
                <a:solidFill>
                  <a:schemeClr val="dk1"/>
                </a:solidFill>
                <a:latin typeface="Calibri"/>
                <a:ea typeface="Calibri"/>
                <a:cs typeface="Calibri"/>
                <a:sym typeface="Calibri"/>
              </a:rPr>
              <a:t>jaringan	dari	seluruh	dunia</a:t>
            </a:r>
            <a:endParaRPr sz="2800">
              <a:solidFill>
                <a:schemeClr val="dk1"/>
              </a:solidFill>
              <a:latin typeface="Calibri"/>
              <a:ea typeface="Calibri"/>
              <a:cs typeface="Calibri"/>
              <a:sym typeface="Calibri"/>
            </a:endParaRPr>
          </a:p>
        </p:txBody>
      </p:sp>
      <p:sp>
        <p:nvSpPr>
          <p:cNvPr id="209" name="Google Shape;209;p9"/>
          <p:cNvSpPr txBox="1"/>
          <p:nvPr/>
        </p:nvSpPr>
        <p:spPr>
          <a:xfrm>
            <a:off x="664870" y="1400048"/>
            <a:ext cx="8026400" cy="880744"/>
          </a:xfrm>
          <a:prstGeom prst="rect">
            <a:avLst/>
          </a:prstGeom>
          <a:noFill/>
          <a:ln>
            <a:noFill/>
          </a:ln>
        </p:spPr>
        <p:txBody>
          <a:bodyPr anchorCtr="0" anchor="t" bIns="0" lIns="0" spcFirstLastPara="1" rIns="0" wrap="square" tIns="13325">
            <a:spAutoFit/>
          </a:bodyPr>
          <a:lstStyle/>
          <a:p>
            <a:pPr indent="7298690" lvl="0" marL="12700" marR="5080" rtl="0" algn="l">
              <a:lnSpc>
                <a:spcPct val="100000"/>
              </a:lnSpc>
              <a:spcBef>
                <a:spcPts val="0"/>
              </a:spcBef>
              <a:spcAft>
                <a:spcPts val="0"/>
              </a:spcAft>
              <a:buNone/>
            </a:pPr>
            <a:r>
              <a:rPr b="1" lang="en-US" sz="2800">
                <a:solidFill>
                  <a:schemeClr val="dk1"/>
                </a:solidFill>
                <a:latin typeface="Calibri"/>
                <a:ea typeface="Calibri"/>
                <a:cs typeface="Calibri"/>
                <a:sym typeface="Calibri"/>
              </a:rPr>
              <a:t>yang  menghubungkan	jutaan	perusahaan,	badan</a:t>
            </a:r>
            <a:endParaRPr sz="2800">
              <a:solidFill>
                <a:schemeClr val="dk1"/>
              </a:solidFill>
              <a:latin typeface="Calibri"/>
              <a:ea typeface="Calibri"/>
              <a:cs typeface="Calibri"/>
              <a:sym typeface="Calibri"/>
            </a:endParaRPr>
          </a:p>
        </p:txBody>
      </p:sp>
      <p:sp>
        <p:nvSpPr>
          <p:cNvPr id="210" name="Google Shape;210;p9"/>
          <p:cNvSpPr txBox="1"/>
          <p:nvPr/>
        </p:nvSpPr>
        <p:spPr>
          <a:xfrm>
            <a:off x="664870" y="2253742"/>
            <a:ext cx="7346950" cy="45339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b="1" lang="en-US" sz="2800">
                <a:solidFill>
                  <a:schemeClr val="dk1"/>
                </a:solidFill>
                <a:latin typeface="Calibri"/>
                <a:ea typeface="Calibri"/>
                <a:cs typeface="Calibri"/>
                <a:sym typeface="Calibri"/>
              </a:rPr>
              <a:t>pemerintah, institusi pendidikan dan perorangan.</a:t>
            </a:r>
            <a:endParaRPr sz="2800">
              <a:solidFill>
                <a:schemeClr val="dk1"/>
              </a:solidFill>
              <a:latin typeface="Calibri"/>
              <a:ea typeface="Calibri"/>
              <a:cs typeface="Calibri"/>
              <a:sym typeface="Calibri"/>
            </a:endParaRPr>
          </a:p>
        </p:txBody>
      </p:sp>
      <p:sp>
        <p:nvSpPr>
          <p:cNvPr id="211" name="Google Shape;211;p9"/>
          <p:cNvSpPr/>
          <p:nvPr/>
        </p:nvSpPr>
        <p:spPr>
          <a:xfrm>
            <a:off x="2274443" y="3508755"/>
            <a:ext cx="4187190" cy="3215640"/>
          </a:xfrm>
          <a:custGeom>
            <a:rect b="b" l="l" r="r" t="t"/>
            <a:pathLst>
              <a:path extrusionOk="0" h="3215640" w="4187190">
                <a:moveTo>
                  <a:pt x="991400" y="2587777"/>
                </a:moveTo>
                <a:lnTo>
                  <a:pt x="891032" y="2587777"/>
                </a:lnTo>
                <a:lnTo>
                  <a:pt x="837361" y="2587777"/>
                </a:lnTo>
                <a:lnTo>
                  <a:pt x="840994" y="2648153"/>
                </a:lnTo>
                <a:lnTo>
                  <a:pt x="991400" y="2587777"/>
                </a:lnTo>
                <a:close/>
              </a:path>
              <a:path extrusionOk="0" h="3215640" w="4187190">
                <a:moveTo>
                  <a:pt x="1176401" y="2513520"/>
                </a:moveTo>
                <a:lnTo>
                  <a:pt x="827278" y="2419959"/>
                </a:lnTo>
                <a:lnTo>
                  <a:pt x="830478" y="2473312"/>
                </a:lnTo>
                <a:lnTo>
                  <a:pt x="805967" y="2473236"/>
                </a:lnTo>
                <a:lnTo>
                  <a:pt x="779780" y="2469388"/>
                </a:lnTo>
                <a:lnTo>
                  <a:pt x="749808" y="2463965"/>
                </a:lnTo>
                <a:lnTo>
                  <a:pt x="691007" y="2450338"/>
                </a:lnTo>
                <a:lnTo>
                  <a:pt x="633984" y="2432850"/>
                </a:lnTo>
                <a:lnTo>
                  <a:pt x="579247" y="2411958"/>
                </a:lnTo>
                <a:lnTo>
                  <a:pt x="526415" y="2387168"/>
                </a:lnTo>
                <a:lnTo>
                  <a:pt x="476250" y="2359215"/>
                </a:lnTo>
                <a:lnTo>
                  <a:pt x="428371" y="2327579"/>
                </a:lnTo>
                <a:lnTo>
                  <a:pt x="383286" y="2292616"/>
                </a:lnTo>
                <a:lnTo>
                  <a:pt x="340868" y="2254288"/>
                </a:lnTo>
                <a:lnTo>
                  <a:pt x="301625" y="2212733"/>
                </a:lnTo>
                <a:lnTo>
                  <a:pt x="262509" y="2163953"/>
                </a:lnTo>
                <a:lnTo>
                  <a:pt x="225171" y="2107895"/>
                </a:lnTo>
                <a:lnTo>
                  <a:pt x="193294" y="2049018"/>
                </a:lnTo>
                <a:lnTo>
                  <a:pt x="166751" y="1987423"/>
                </a:lnTo>
                <a:lnTo>
                  <a:pt x="145542" y="1923669"/>
                </a:lnTo>
                <a:lnTo>
                  <a:pt x="129921" y="1857502"/>
                </a:lnTo>
                <a:lnTo>
                  <a:pt x="119507" y="1789811"/>
                </a:lnTo>
                <a:lnTo>
                  <a:pt x="114681" y="1720354"/>
                </a:lnTo>
                <a:lnTo>
                  <a:pt x="114300" y="1685290"/>
                </a:lnTo>
                <a:lnTo>
                  <a:pt x="115316" y="1649730"/>
                </a:lnTo>
                <a:lnTo>
                  <a:pt x="121539" y="1578229"/>
                </a:lnTo>
                <a:lnTo>
                  <a:pt x="133096" y="1505966"/>
                </a:lnTo>
                <a:lnTo>
                  <a:pt x="150241" y="1433449"/>
                </a:lnTo>
                <a:lnTo>
                  <a:pt x="172974" y="1360932"/>
                </a:lnTo>
                <a:lnTo>
                  <a:pt x="186436" y="1324737"/>
                </a:lnTo>
                <a:lnTo>
                  <a:pt x="201422" y="1288669"/>
                </a:lnTo>
                <a:lnTo>
                  <a:pt x="217551" y="1252728"/>
                </a:lnTo>
                <a:lnTo>
                  <a:pt x="235204" y="1217041"/>
                </a:lnTo>
                <a:lnTo>
                  <a:pt x="254381" y="1181481"/>
                </a:lnTo>
                <a:lnTo>
                  <a:pt x="274828" y="1146302"/>
                </a:lnTo>
                <a:lnTo>
                  <a:pt x="297688" y="1109726"/>
                </a:lnTo>
                <a:lnTo>
                  <a:pt x="200787" y="1049147"/>
                </a:lnTo>
                <a:lnTo>
                  <a:pt x="177927" y="1085596"/>
                </a:lnTo>
                <a:lnTo>
                  <a:pt x="155448" y="1124077"/>
                </a:lnTo>
                <a:lnTo>
                  <a:pt x="134620" y="1162812"/>
                </a:lnTo>
                <a:lnTo>
                  <a:pt x="115189" y="1201928"/>
                </a:lnTo>
                <a:lnTo>
                  <a:pt x="97155" y="1241552"/>
                </a:lnTo>
                <a:lnTo>
                  <a:pt x="80899" y="1281049"/>
                </a:lnTo>
                <a:lnTo>
                  <a:pt x="65913" y="1321054"/>
                </a:lnTo>
                <a:lnTo>
                  <a:pt x="52578" y="1360932"/>
                </a:lnTo>
                <a:lnTo>
                  <a:pt x="40640" y="1401191"/>
                </a:lnTo>
                <a:lnTo>
                  <a:pt x="30353" y="1441450"/>
                </a:lnTo>
                <a:lnTo>
                  <a:pt x="21463" y="1481582"/>
                </a:lnTo>
                <a:lnTo>
                  <a:pt x="14097" y="1521714"/>
                </a:lnTo>
                <a:lnTo>
                  <a:pt x="8255" y="1562100"/>
                </a:lnTo>
                <a:lnTo>
                  <a:pt x="3937" y="1602105"/>
                </a:lnTo>
                <a:lnTo>
                  <a:pt x="1270" y="1642237"/>
                </a:lnTo>
                <a:lnTo>
                  <a:pt x="0" y="1681861"/>
                </a:lnTo>
                <a:lnTo>
                  <a:pt x="381" y="1721497"/>
                </a:lnTo>
                <a:lnTo>
                  <a:pt x="2286" y="1760855"/>
                </a:lnTo>
                <a:lnTo>
                  <a:pt x="5715" y="1799844"/>
                </a:lnTo>
                <a:lnTo>
                  <a:pt x="10668" y="1838706"/>
                </a:lnTo>
                <a:lnTo>
                  <a:pt x="17272" y="1876933"/>
                </a:lnTo>
                <a:lnTo>
                  <a:pt x="25273" y="1914779"/>
                </a:lnTo>
                <a:lnTo>
                  <a:pt x="34925" y="1952244"/>
                </a:lnTo>
                <a:lnTo>
                  <a:pt x="46101" y="1989201"/>
                </a:lnTo>
                <a:lnTo>
                  <a:pt x="58928" y="2025523"/>
                </a:lnTo>
                <a:lnTo>
                  <a:pt x="73406" y="2061337"/>
                </a:lnTo>
                <a:lnTo>
                  <a:pt x="89281" y="2096427"/>
                </a:lnTo>
                <a:lnTo>
                  <a:pt x="106807" y="2130780"/>
                </a:lnTo>
                <a:lnTo>
                  <a:pt x="125857" y="2164384"/>
                </a:lnTo>
                <a:lnTo>
                  <a:pt x="146431" y="2197290"/>
                </a:lnTo>
                <a:lnTo>
                  <a:pt x="168656" y="2229281"/>
                </a:lnTo>
                <a:lnTo>
                  <a:pt x="192532" y="2260435"/>
                </a:lnTo>
                <a:lnTo>
                  <a:pt x="236220" y="2310688"/>
                </a:lnTo>
                <a:lnTo>
                  <a:pt x="283337" y="2357043"/>
                </a:lnTo>
                <a:lnTo>
                  <a:pt x="333629" y="2399461"/>
                </a:lnTo>
                <a:lnTo>
                  <a:pt x="387096" y="2437866"/>
                </a:lnTo>
                <a:lnTo>
                  <a:pt x="443357" y="2472347"/>
                </a:lnTo>
                <a:lnTo>
                  <a:pt x="502285" y="2502611"/>
                </a:lnTo>
                <a:lnTo>
                  <a:pt x="563499" y="2528798"/>
                </a:lnTo>
                <a:lnTo>
                  <a:pt x="626872" y="2550706"/>
                </a:lnTo>
                <a:lnTo>
                  <a:pt x="692277" y="2568397"/>
                </a:lnTo>
                <a:lnTo>
                  <a:pt x="759333" y="2581846"/>
                </a:lnTo>
                <a:lnTo>
                  <a:pt x="798957" y="2587523"/>
                </a:lnTo>
                <a:lnTo>
                  <a:pt x="837349" y="2587625"/>
                </a:lnTo>
                <a:lnTo>
                  <a:pt x="891032" y="2587777"/>
                </a:lnTo>
                <a:lnTo>
                  <a:pt x="991781" y="2587625"/>
                </a:lnTo>
                <a:lnTo>
                  <a:pt x="1176401" y="2513520"/>
                </a:lnTo>
                <a:close/>
              </a:path>
              <a:path extrusionOk="0" h="3215640" w="4187190">
                <a:moveTo>
                  <a:pt x="3811905" y="392684"/>
                </a:moveTo>
                <a:lnTo>
                  <a:pt x="3781552" y="337312"/>
                </a:lnTo>
                <a:lnTo>
                  <a:pt x="3744341" y="282702"/>
                </a:lnTo>
                <a:lnTo>
                  <a:pt x="3702050" y="232029"/>
                </a:lnTo>
                <a:lnTo>
                  <a:pt x="3655187" y="185547"/>
                </a:lnTo>
                <a:lnTo>
                  <a:pt x="3604133" y="143383"/>
                </a:lnTo>
                <a:lnTo>
                  <a:pt x="3561804" y="114300"/>
                </a:lnTo>
                <a:lnTo>
                  <a:pt x="3549015" y="106045"/>
                </a:lnTo>
                <a:lnTo>
                  <a:pt x="3489960" y="73787"/>
                </a:lnTo>
                <a:lnTo>
                  <a:pt x="3427984" y="46875"/>
                </a:lnTo>
                <a:lnTo>
                  <a:pt x="3362325" y="25539"/>
                </a:lnTo>
                <a:lnTo>
                  <a:pt x="3296158" y="10541"/>
                </a:lnTo>
                <a:lnTo>
                  <a:pt x="3229991" y="2159"/>
                </a:lnTo>
                <a:lnTo>
                  <a:pt x="3164078" y="0"/>
                </a:lnTo>
                <a:lnTo>
                  <a:pt x="3131693" y="1143"/>
                </a:lnTo>
                <a:lnTo>
                  <a:pt x="3067304" y="8001"/>
                </a:lnTo>
                <a:lnTo>
                  <a:pt x="3004566" y="20713"/>
                </a:lnTo>
                <a:lnTo>
                  <a:pt x="2943987" y="38862"/>
                </a:lnTo>
                <a:lnTo>
                  <a:pt x="2885313" y="62877"/>
                </a:lnTo>
                <a:lnTo>
                  <a:pt x="2829814" y="92075"/>
                </a:lnTo>
                <a:lnTo>
                  <a:pt x="2777363" y="126365"/>
                </a:lnTo>
                <a:lnTo>
                  <a:pt x="2761869" y="142341"/>
                </a:lnTo>
                <a:lnTo>
                  <a:pt x="2714625" y="108712"/>
                </a:lnTo>
                <a:lnTo>
                  <a:pt x="2608961" y="454406"/>
                </a:lnTo>
                <a:lnTo>
                  <a:pt x="2881782" y="255270"/>
                </a:lnTo>
                <a:lnTo>
                  <a:pt x="2900934" y="241300"/>
                </a:lnTo>
                <a:lnTo>
                  <a:pt x="2857093" y="210121"/>
                </a:lnTo>
                <a:lnTo>
                  <a:pt x="2861348" y="207137"/>
                </a:lnTo>
                <a:lnTo>
                  <a:pt x="2863723" y="205486"/>
                </a:lnTo>
                <a:lnTo>
                  <a:pt x="2908046" y="179070"/>
                </a:lnTo>
                <a:lnTo>
                  <a:pt x="2955036" y="156972"/>
                </a:lnTo>
                <a:lnTo>
                  <a:pt x="3004693" y="139192"/>
                </a:lnTo>
                <a:lnTo>
                  <a:pt x="3055874" y="126111"/>
                </a:lnTo>
                <a:lnTo>
                  <a:pt x="3108960" y="117729"/>
                </a:lnTo>
                <a:lnTo>
                  <a:pt x="3163443" y="114300"/>
                </a:lnTo>
                <a:lnTo>
                  <a:pt x="3190621" y="114427"/>
                </a:lnTo>
                <a:lnTo>
                  <a:pt x="3246247" y="118745"/>
                </a:lnTo>
                <a:lnTo>
                  <a:pt x="3301746" y="128270"/>
                </a:lnTo>
                <a:lnTo>
                  <a:pt x="3357372" y="143256"/>
                </a:lnTo>
                <a:lnTo>
                  <a:pt x="3411728" y="163576"/>
                </a:lnTo>
                <a:lnTo>
                  <a:pt x="3462782" y="188214"/>
                </a:lnTo>
                <a:lnTo>
                  <a:pt x="3510915" y="217424"/>
                </a:lnTo>
                <a:lnTo>
                  <a:pt x="3555746" y="250571"/>
                </a:lnTo>
                <a:lnTo>
                  <a:pt x="3597021" y="287528"/>
                </a:lnTo>
                <a:lnTo>
                  <a:pt x="3634486" y="327914"/>
                </a:lnTo>
                <a:lnTo>
                  <a:pt x="3667760" y="371729"/>
                </a:lnTo>
                <a:lnTo>
                  <a:pt x="3696462" y="418338"/>
                </a:lnTo>
                <a:lnTo>
                  <a:pt x="3710432" y="445262"/>
                </a:lnTo>
                <a:lnTo>
                  <a:pt x="3811905" y="392684"/>
                </a:lnTo>
                <a:close/>
              </a:path>
              <a:path extrusionOk="0" h="3215640" w="4187190">
                <a:moveTo>
                  <a:pt x="4147185" y="923925"/>
                </a:moveTo>
                <a:lnTo>
                  <a:pt x="4129786" y="911860"/>
                </a:lnTo>
                <a:lnTo>
                  <a:pt x="4124490" y="908685"/>
                </a:lnTo>
                <a:lnTo>
                  <a:pt x="4106926" y="898144"/>
                </a:lnTo>
                <a:lnTo>
                  <a:pt x="4057142" y="874014"/>
                </a:lnTo>
                <a:lnTo>
                  <a:pt x="4001770" y="853694"/>
                </a:lnTo>
                <a:lnTo>
                  <a:pt x="3940429" y="836549"/>
                </a:lnTo>
                <a:lnTo>
                  <a:pt x="3873881" y="822579"/>
                </a:lnTo>
                <a:lnTo>
                  <a:pt x="3802634" y="811403"/>
                </a:lnTo>
                <a:lnTo>
                  <a:pt x="3726307" y="803148"/>
                </a:lnTo>
                <a:lnTo>
                  <a:pt x="3686556" y="799973"/>
                </a:lnTo>
                <a:lnTo>
                  <a:pt x="3645535" y="797560"/>
                </a:lnTo>
                <a:lnTo>
                  <a:pt x="3603625" y="795782"/>
                </a:lnTo>
                <a:lnTo>
                  <a:pt x="3560572" y="794893"/>
                </a:lnTo>
                <a:lnTo>
                  <a:pt x="3517011" y="794512"/>
                </a:lnTo>
                <a:lnTo>
                  <a:pt x="3472053" y="794893"/>
                </a:lnTo>
                <a:lnTo>
                  <a:pt x="3426587" y="795909"/>
                </a:lnTo>
                <a:lnTo>
                  <a:pt x="3380105" y="797687"/>
                </a:lnTo>
                <a:lnTo>
                  <a:pt x="3332988" y="800100"/>
                </a:lnTo>
                <a:lnTo>
                  <a:pt x="3285109" y="803148"/>
                </a:lnTo>
                <a:lnTo>
                  <a:pt x="3236595" y="806958"/>
                </a:lnTo>
                <a:lnTo>
                  <a:pt x="3187446" y="811530"/>
                </a:lnTo>
                <a:lnTo>
                  <a:pt x="3137662" y="816737"/>
                </a:lnTo>
                <a:lnTo>
                  <a:pt x="3087497" y="822706"/>
                </a:lnTo>
                <a:lnTo>
                  <a:pt x="3036824" y="829437"/>
                </a:lnTo>
                <a:lnTo>
                  <a:pt x="2985643" y="836803"/>
                </a:lnTo>
                <a:lnTo>
                  <a:pt x="2934081" y="844804"/>
                </a:lnTo>
                <a:lnTo>
                  <a:pt x="2818765" y="865251"/>
                </a:lnTo>
                <a:lnTo>
                  <a:pt x="2756154" y="877824"/>
                </a:lnTo>
                <a:lnTo>
                  <a:pt x="2694559" y="891159"/>
                </a:lnTo>
                <a:lnTo>
                  <a:pt x="2634234" y="905129"/>
                </a:lnTo>
                <a:lnTo>
                  <a:pt x="2574925" y="919988"/>
                </a:lnTo>
                <a:lnTo>
                  <a:pt x="2517013" y="935355"/>
                </a:lnTo>
                <a:lnTo>
                  <a:pt x="2460371" y="951357"/>
                </a:lnTo>
                <a:lnTo>
                  <a:pt x="2405126" y="967994"/>
                </a:lnTo>
                <a:lnTo>
                  <a:pt x="2351405" y="985139"/>
                </a:lnTo>
                <a:lnTo>
                  <a:pt x="2299208" y="1002919"/>
                </a:lnTo>
                <a:lnTo>
                  <a:pt x="2248662" y="1021207"/>
                </a:lnTo>
                <a:lnTo>
                  <a:pt x="2199767" y="1039876"/>
                </a:lnTo>
                <a:lnTo>
                  <a:pt x="2152523" y="1059053"/>
                </a:lnTo>
                <a:lnTo>
                  <a:pt x="2107311" y="1078611"/>
                </a:lnTo>
                <a:lnTo>
                  <a:pt x="2063877" y="1098423"/>
                </a:lnTo>
                <a:lnTo>
                  <a:pt x="2022221" y="1118743"/>
                </a:lnTo>
                <a:lnTo>
                  <a:pt x="1982724" y="1139317"/>
                </a:lnTo>
                <a:lnTo>
                  <a:pt x="1945259" y="1160272"/>
                </a:lnTo>
                <a:lnTo>
                  <a:pt x="1903222" y="1185545"/>
                </a:lnTo>
                <a:lnTo>
                  <a:pt x="1882825" y="1210678"/>
                </a:lnTo>
                <a:lnTo>
                  <a:pt x="1829943" y="1178433"/>
                </a:lnTo>
                <a:lnTo>
                  <a:pt x="1749044" y="1530604"/>
                </a:lnTo>
                <a:lnTo>
                  <a:pt x="1997760" y="1320546"/>
                </a:lnTo>
                <a:lnTo>
                  <a:pt x="2025142" y="1297432"/>
                </a:lnTo>
                <a:lnTo>
                  <a:pt x="1982152" y="1271231"/>
                </a:lnTo>
                <a:lnTo>
                  <a:pt x="1985010" y="1269492"/>
                </a:lnTo>
                <a:lnTo>
                  <a:pt x="1993747" y="1264285"/>
                </a:lnTo>
                <a:lnTo>
                  <a:pt x="2035556" y="1240663"/>
                </a:lnTo>
                <a:lnTo>
                  <a:pt x="2072513" y="1221486"/>
                </a:lnTo>
                <a:lnTo>
                  <a:pt x="2111375" y="1202309"/>
                </a:lnTo>
                <a:lnTo>
                  <a:pt x="2152523" y="1183513"/>
                </a:lnTo>
                <a:lnTo>
                  <a:pt x="2195703" y="1164971"/>
                </a:lnTo>
                <a:lnTo>
                  <a:pt x="2240661" y="1146683"/>
                </a:lnTo>
                <a:lnTo>
                  <a:pt x="2287397" y="1128776"/>
                </a:lnTo>
                <a:lnTo>
                  <a:pt x="2336038" y="1111123"/>
                </a:lnTo>
                <a:lnTo>
                  <a:pt x="2386203" y="1094105"/>
                </a:lnTo>
                <a:lnTo>
                  <a:pt x="2438146" y="1077468"/>
                </a:lnTo>
                <a:lnTo>
                  <a:pt x="2491613" y="1061339"/>
                </a:lnTo>
                <a:lnTo>
                  <a:pt x="2546350" y="1045845"/>
                </a:lnTo>
                <a:lnTo>
                  <a:pt x="2602611" y="1030859"/>
                </a:lnTo>
                <a:lnTo>
                  <a:pt x="2660015" y="1016508"/>
                </a:lnTo>
                <a:lnTo>
                  <a:pt x="2718689" y="1002919"/>
                </a:lnTo>
                <a:lnTo>
                  <a:pt x="2778633" y="989965"/>
                </a:lnTo>
                <a:lnTo>
                  <a:pt x="2839466" y="977773"/>
                </a:lnTo>
                <a:lnTo>
                  <a:pt x="2901442" y="966343"/>
                </a:lnTo>
                <a:lnTo>
                  <a:pt x="3001899" y="949833"/>
                </a:lnTo>
                <a:lnTo>
                  <a:pt x="3051683" y="942721"/>
                </a:lnTo>
                <a:lnTo>
                  <a:pt x="3100959" y="936244"/>
                </a:lnTo>
                <a:lnTo>
                  <a:pt x="3149600" y="930402"/>
                </a:lnTo>
                <a:lnTo>
                  <a:pt x="3197987" y="925322"/>
                </a:lnTo>
                <a:lnTo>
                  <a:pt x="3292475" y="917194"/>
                </a:lnTo>
                <a:lnTo>
                  <a:pt x="3338957" y="914146"/>
                </a:lnTo>
                <a:lnTo>
                  <a:pt x="3384423" y="911860"/>
                </a:lnTo>
                <a:lnTo>
                  <a:pt x="3429254" y="910209"/>
                </a:lnTo>
                <a:lnTo>
                  <a:pt x="3473069" y="909066"/>
                </a:lnTo>
                <a:lnTo>
                  <a:pt x="3552875" y="909027"/>
                </a:lnTo>
                <a:lnTo>
                  <a:pt x="3558032" y="909066"/>
                </a:lnTo>
                <a:lnTo>
                  <a:pt x="3598799" y="910082"/>
                </a:lnTo>
                <a:lnTo>
                  <a:pt x="3638931" y="911733"/>
                </a:lnTo>
                <a:lnTo>
                  <a:pt x="3677539" y="913892"/>
                </a:lnTo>
                <a:lnTo>
                  <a:pt x="3751453" y="920496"/>
                </a:lnTo>
                <a:lnTo>
                  <a:pt x="3819906" y="929386"/>
                </a:lnTo>
                <a:lnTo>
                  <a:pt x="3882644" y="940689"/>
                </a:lnTo>
                <a:lnTo>
                  <a:pt x="3939032" y="954278"/>
                </a:lnTo>
                <a:lnTo>
                  <a:pt x="3988689" y="970026"/>
                </a:lnTo>
                <a:lnTo>
                  <a:pt x="4030599" y="987298"/>
                </a:lnTo>
                <a:lnTo>
                  <a:pt x="4064635" y="1005713"/>
                </a:lnTo>
                <a:lnTo>
                  <a:pt x="4082034" y="1017778"/>
                </a:lnTo>
                <a:lnTo>
                  <a:pt x="4147185" y="923925"/>
                </a:lnTo>
                <a:close/>
              </a:path>
              <a:path extrusionOk="0" h="3215640" w="4187190">
                <a:moveTo>
                  <a:pt x="4187190" y="2732786"/>
                </a:moveTo>
                <a:lnTo>
                  <a:pt x="3880485" y="2923959"/>
                </a:lnTo>
                <a:lnTo>
                  <a:pt x="3921963" y="2958338"/>
                </a:lnTo>
                <a:lnTo>
                  <a:pt x="3916400" y="2964332"/>
                </a:lnTo>
                <a:lnTo>
                  <a:pt x="3866007" y="2997225"/>
                </a:lnTo>
                <a:lnTo>
                  <a:pt x="3806952" y="3028518"/>
                </a:lnTo>
                <a:lnTo>
                  <a:pt x="3744976" y="3054375"/>
                </a:lnTo>
                <a:lnTo>
                  <a:pt x="3680841" y="3074720"/>
                </a:lnTo>
                <a:lnTo>
                  <a:pt x="3614420" y="3089389"/>
                </a:lnTo>
                <a:lnTo>
                  <a:pt x="3546475" y="3098177"/>
                </a:lnTo>
                <a:lnTo>
                  <a:pt x="3477387" y="3100946"/>
                </a:lnTo>
                <a:lnTo>
                  <a:pt x="3442462" y="3100019"/>
                </a:lnTo>
                <a:lnTo>
                  <a:pt x="3372358" y="3093466"/>
                </a:lnTo>
                <a:lnTo>
                  <a:pt x="3302000" y="3080524"/>
                </a:lnTo>
                <a:lnTo>
                  <a:pt x="3232150" y="3060979"/>
                </a:lnTo>
                <a:lnTo>
                  <a:pt x="3167634" y="3036760"/>
                </a:lnTo>
                <a:lnTo>
                  <a:pt x="3110357" y="3009735"/>
                </a:lnTo>
                <a:lnTo>
                  <a:pt x="3056382" y="2978772"/>
                </a:lnTo>
                <a:lnTo>
                  <a:pt x="3005328" y="2944088"/>
                </a:lnTo>
                <a:lnTo>
                  <a:pt x="2957576" y="2905988"/>
                </a:lnTo>
                <a:lnTo>
                  <a:pt x="2913380" y="2864650"/>
                </a:lnTo>
                <a:lnTo>
                  <a:pt x="2872867" y="2820365"/>
                </a:lnTo>
                <a:lnTo>
                  <a:pt x="2835910" y="2773324"/>
                </a:lnTo>
                <a:lnTo>
                  <a:pt x="2803144" y="2723870"/>
                </a:lnTo>
                <a:lnTo>
                  <a:pt x="2774315" y="2672245"/>
                </a:lnTo>
                <a:lnTo>
                  <a:pt x="2749931" y="2618676"/>
                </a:lnTo>
                <a:lnTo>
                  <a:pt x="2729865" y="2563672"/>
                </a:lnTo>
                <a:lnTo>
                  <a:pt x="2714371" y="2506903"/>
                </a:lnTo>
                <a:lnTo>
                  <a:pt x="2703576" y="2448979"/>
                </a:lnTo>
                <a:lnTo>
                  <a:pt x="2697607" y="2390216"/>
                </a:lnTo>
                <a:lnTo>
                  <a:pt x="2696591" y="2360485"/>
                </a:lnTo>
                <a:lnTo>
                  <a:pt x="2696845" y="2330704"/>
                </a:lnTo>
                <a:lnTo>
                  <a:pt x="2698623" y="2298217"/>
                </a:lnTo>
                <a:lnTo>
                  <a:pt x="2584450" y="2292197"/>
                </a:lnTo>
                <a:lnTo>
                  <a:pt x="2582672" y="2324671"/>
                </a:lnTo>
                <a:lnTo>
                  <a:pt x="2582418" y="2359469"/>
                </a:lnTo>
                <a:lnTo>
                  <a:pt x="2583434" y="2393937"/>
                </a:lnTo>
                <a:lnTo>
                  <a:pt x="2590038" y="2462619"/>
                </a:lnTo>
                <a:lnTo>
                  <a:pt x="2602357" y="2529852"/>
                </a:lnTo>
                <a:lnTo>
                  <a:pt x="2620010" y="2595575"/>
                </a:lnTo>
                <a:lnTo>
                  <a:pt x="2643251" y="2659824"/>
                </a:lnTo>
                <a:lnTo>
                  <a:pt x="2671318" y="2721699"/>
                </a:lnTo>
                <a:lnTo>
                  <a:pt x="2704338" y="2781312"/>
                </a:lnTo>
                <a:lnTo>
                  <a:pt x="2741930" y="2838361"/>
                </a:lnTo>
                <a:lnTo>
                  <a:pt x="2784094" y="2892475"/>
                </a:lnTo>
                <a:lnTo>
                  <a:pt x="2830576" y="2943428"/>
                </a:lnTo>
                <a:lnTo>
                  <a:pt x="2881122" y="2990875"/>
                </a:lnTo>
                <a:lnTo>
                  <a:pt x="2935605" y="3034690"/>
                </a:lnTo>
                <a:lnTo>
                  <a:pt x="2993771" y="3074479"/>
                </a:lnTo>
                <a:lnTo>
                  <a:pt x="3055620" y="3110014"/>
                </a:lnTo>
                <a:lnTo>
                  <a:pt x="3120517" y="3140900"/>
                </a:lnTo>
                <a:lnTo>
                  <a:pt x="3193796" y="3168675"/>
                </a:lnTo>
                <a:lnTo>
                  <a:pt x="3233674" y="3180905"/>
                </a:lnTo>
                <a:lnTo>
                  <a:pt x="3273679" y="3191243"/>
                </a:lnTo>
                <a:lnTo>
                  <a:pt x="3313684" y="3199714"/>
                </a:lnTo>
                <a:lnTo>
                  <a:pt x="3354070" y="3206305"/>
                </a:lnTo>
                <a:lnTo>
                  <a:pt x="3394075" y="3211106"/>
                </a:lnTo>
                <a:lnTo>
                  <a:pt x="3434334" y="3214039"/>
                </a:lnTo>
                <a:lnTo>
                  <a:pt x="3474212" y="3215208"/>
                </a:lnTo>
                <a:lnTo>
                  <a:pt x="3513963" y="3214649"/>
                </a:lnTo>
                <a:lnTo>
                  <a:pt x="3553587" y="3212261"/>
                </a:lnTo>
                <a:lnTo>
                  <a:pt x="3592576" y="3208248"/>
                </a:lnTo>
                <a:lnTo>
                  <a:pt x="3631565" y="3202381"/>
                </a:lnTo>
                <a:lnTo>
                  <a:pt x="3669919" y="3194913"/>
                </a:lnTo>
                <a:lnTo>
                  <a:pt x="3707765" y="3185807"/>
                </a:lnTo>
                <a:lnTo>
                  <a:pt x="3745103" y="3175063"/>
                </a:lnTo>
                <a:lnTo>
                  <a:pt x="3781933" y="3162528"/>
                </a:lnTo>
                <a:lnTo>
                  <a:pt x="3817747" y="3148698"/>
                </a:lnTo>
                <a:lnTo>
                  <a:pt x="3853307" y="3132950"/>
                </a:lnTo>
                <a:lnTo>
                  <a:pt x="3887851" y="3115754"/>
                </a:lnTo>
                <a:lnTo>
                  <a:pt x="3914686" y="3100946"/>
                </a:lnTo>
                <a:lnTo>
                  <a:pt x="3921506" y="3097187"/>
                </a:lnTo>
                <a:lnTo>
                  <a:pt x="3954399" y="3076778"/>
                </a:lnTo>
                <a:lnTo>
                  <a:pt x="3986199" y="3055074"/>
                </a:lnTo>
                <a:lnTo>
                  <a:pt x="3989705" y="3052711"/>
                </a:lnTo>
                <a:lnTo>
                  <a:pt x="3992880" y="3049930"/>
                </a:lnTo>
                <a:lnTo>
                  <a:pt x="3995801" y="3046819"/>
                </a:lnTo>
                <a:lnTo>
                  <a:pt x="4010114" y="3031363"/>
                </a:lnTo>
                <a:lnTo>
                  <a:pt x="4056507" y="3069780"/>
                </a:lnTo>
                <a:lnTo>
                  <a:pt x="4116908" y="2914002"/>
                </a:lnTo>
                <a:lnTo>
                  <a:pt x="4187190" y="2732786"/>
                </a:lnTo>
                <a:close/>
              </a:path>
            </a:pathLst>
          </a:custGeom>
          <a:solidFill>
            <a:srgbClr val="D9443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grpSp>
        <p:nvGrpSpPr>
          <p:cNvPr id="216" name="Google Shape;216;p10"/>
          <p:cNvGrpSpPr/>
          <p:nvPr/>
        </p:nvGrpSpPr>
        <p:grpSpPr>
          <a:xfrm>
            <a:off x="5193791" y="4821935"/>
            <a:ext cx="3380232" cy="1048511"/>
            <a:chOff x="5193791" y="4821935"/>
            <a:chExt cx="3380232" cy="1048511"/>
          </a:xfrm>
        </p:grpSpPr>
        <p:pic>
          <p:nvPicPr>
            <p:cNvPr id="217" name="Google Shape;217;p10"/>
            <p:cNvPicPr preferRelativeResize="0"/>
            <p:nvPr/>
          </p:nvPicPr>
          <p:blipFill rotWithShape="1">
            <a:blip r:embed="rId3">
              <a:alphaModFix/>
            </a:blip>
            <a:srcRect b="0" l="0" r="0" t="0"/>
            <a:stretch/>
          </p:blipFill>
          <p:spPr>
            <a:xfrm>
              <a:off x="5193791" y="4821935"/>
              <a:ext cx="1222248" cy="1048511"/>
            </a:xfrm>
            <a:prstGeom prst="rect">
              <a:avLst/>
            </a:prstGeom>
            <a:noFill/>
            <a:ln>
              <a:noFill/>
            </a:ln>
          </p:spPr>
        </p:pic>
        <p:pic>
          <p:nvPicPr>
            <p:cNvPr id="218" name="Google Shape;218;p10"/>
            <p:cNvPicPr preferRelativeResize="0"/>
            <p:nvPr/>
          </p:nvPicPr>
          <p:blipFill rotWithShape="1">
            <a:blip r:embed="rId4">
              <a:alphaModFix/>
            </a:blip>
            <a:srcRect b="0" l="0" r="0" t="0"/>
            <a:stretch/>
          </p:blipFill>
          <p:spPr>
            <a:xfrm>
              <a:off x="5620511" y="4873751"/>
              <a:ext cx="2953512" cy="893064"/>
            </a:xfrm>
            <a:prstGeom prst="rect">
              <a:avLst/>
            </a:prstGeom>
            <a:noFill/>
            <a:ln>
              <a:noFill/>
            </a:ln>
          </p:spPr>
        </p:pic>
      </p:grpSp>
      <p:graphicFrame>
        <p:nvGraphicFramePr>
          <p:cNvPr id="219" name="Google Shape;219;p10"/>
          <p:cNvGraphicFramePr/>
          <p:nvPr/>
        </p:nvGraphicFramePr>
        <p:xfrm>
          <a:off x="6994525" y="1050925"/>
          <a:ext cx="3000000" cy="3000000"/>
        </p:xfrm>
        <a:graphic>
          <a:graphicData uri="http://schemas.openxmlformats.org/drawingml/2006/table">
            <a:tbl>
              <a:tblPr bandRow="1" firstRow="1">
                <a:noFill/>
                <a:tableStyleId>{1DAEC371-DE3C-423E-BC65-BEA2B6BA08F6}</a:tableStyleId>
              </a:tblPr>
              <a:tblGrid>
                <a:gridCol w="1676400"/>
              </a:tblGrid>
              <a:tr h="1295400">
                <a:tc>
                  <a:txBody>
                    <a:bodyPr/>
                    <a:lstStyle/>
                    <a:p>
                      <a:pPr indent="0" lvl="0" marL="0" marR="0" rtl="0" algn="l">
                        <a:lnSpc>
                          <a:spcPct val="100000"/>
                        </a:lnSpc>
                        <a:spcBef>
                          <a:spcPts val="0"/>
                        </a:spcBef>
                        <a:spcAft>
                          <a:spcPts val="0"/>
                        </a:spcAft>
                        <a:buNone/>
                      </a:pPr>
                      <a:r>
                        <a:t/>
                      </a:r>
                      <a:endParaRPr sz="2200" u="none" cap="none" strike="noStrike">
                        <a:latin typeface="Times New Roman"/>
                        <a:ea typeface="Times New Roman"/>
                        <a:cs typeface="Times New Roman"/>
                        <a:sym typeface="Times New Roman"/>
                      </a:endParaRPr>
                    </a:p>
                  </a:txBody>
                  <a:tcPr marT="0" marB="0" marR="0" marL="0">
                    <a:lnL cap="flat" cmpd="sng" w="38100">
                      <a:solidFill>
                        <a:srgbClr val="FF0000"/>
                      </a:solidFill>
                      <a:prstDash val="solid"/>
                      <a:round/>
                      <a:headEnd len="sm" w="sm" type="none"/>
                      <a:tailEnd len="sm" w="sm" type="none"/>
                    </a:lnL>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lnB cap="flat" cmpd="sng" w="38100">
                      <a:solidFill>
                        <a:srgbClr val="FF0000"/>
                      </a:solidFill>
                      <a:prstDash val="solid"/>
                      <a:round/>
                      <a:headEnd len="sm" w="sm" type="none"/>
                      <a:tailEnd len="sm" w="sm" type="none"/>
                    </a:lnB>
                  </a:tcPr>
                </a:tc>
              </a:tr>
              <a:tr h="1295400">
                <a:tc>
                  <a:txBody>
                    <a:bodyPr/>
                    <a:lstStyle/>
                    <a:p>
                      <a:pPr indent="0" lvl="0" marL="0" marR="0" rtl="0" algn="l">
                        <a:lnSpc>
                          <a:spcPct val="100000"/>
                        </a:lnSpc>
                        <a:spcBef>
                          <a:spcPts val="0"/>
                        </a:spcBef>
                        <a:spcAft>
                          <a:spcPts val="0"/>
                        </a:spcAft>
                        <a:buNone/>
                      </a:pPr>
                      <a:r>
                        <a:t/>
                      </a:r>
                      <a:endParaRPr sz="2200" u="none" cap="none" strike="noStrike">
                        <a:latin typeface="Times New Roman"/>
                        <a:ea typeface="Times New Roman"/>
                        <a:cs typeface="Times New Roman"/>
                        <a:sym typeface="Times New Roman"/>
                      </a:endParaRPr>
                    </a:p>
                  </a:txBody>
                  <a:tcPr marT="0" marB="0" marR="0" marL="0">
                    <a:lnL cap="flat" cmpd="sng" w="38100">
                      <a:solidFill>
                        <a:srgbClr val="FF0000"/>
                      </a:solidFill>
                      <a:prstDash val="solid"/>
                      <a:round/>
                      <a:headEnd len="sm" w="sm" type="none"/>
                      <a:tailEnd len="sm" w="sm" type="none"/>
                    </a:lnL>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lnB cap="flat" cmpd="sng" w="38100">
                      <a:solidFill>
                        <a:srgbClr val="FF0000"/>
                      </a:solidFill>
                      <a:prstDash val="solid"/>
                      <a:round/>
                      <a:headEnd len="sm" w="sm" type="none"/>
                      <a:tailEnd len="sm" w="sm" type="none"/>
                    </a:lnB>
                  </a:tcPr>
                </a:tc>
              </a:tr>
              <a:tr h="1295400">
                <a:tc>
                  <a:txBody>
                    <a:bodyPr/>
                    <a:lstStyle/>
                    <a:p>
                      <a:pPr indent="0" lvl="0" marL="0" marR="0" rtl="0" algn="l">
                        <a:lnSpc>
                          <a:spcPct val="100000"/>
                        </a:lnSpc>
                        <a:spcBef>
                          <a:spcPts val="0"/>
                        </a:spcBef>
                        <a:spcAft>
                          <a:spcPts val="0"/>
                        </a:spcAft>
                        <a:buNone/>
                      </a:pPr>
                      <a:r>
                        <a:t/>
                      </a:r>
                      <a:endParaRPr sz="2200" u="none" cap="none" strike="noStrike">
                        <a:latin typeface="Times New Roman"/>
                        <a:ea typeface="Times New Roman"/>
                        <a:cs typeface="Times New Roman"/>
                        <a:sym typeface="Times New Roman"/>
                      </a:endParaRPr>
                    </a:p>
                  </a:txBody>
                  <a:tcPr marT="0" marB="0" marR="0" marL="0">
                    <a:lnL cap="flat" cmpd="sng" w="38100">
                      <a:solidFill>
                        <a:srgbClr val="FF0000"/>
                      </a:solidFill>
                      <a:prstDash val="solid"/>
                      <a:round/>
                      <a:headEnd len="sm" w="sm" type="none"/>
                      <a:tailEnd len="sm" w="sm" type="none"/>
                    </a:lnL>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lnB cap="flat" cmpd="sng" w="38100">
                      <a:solidFill>
                        <a:srgbClr val="FF0000"/>
                      </a:solidFill>
                      <a:prstDash val="solid"/>
                      <a:round/>
                      <a:headEnd len="sm" w="sm" type="none"/>
                      <a:tailEnd len="sm" w="sm" type="none"/>
                    </a:lnB>
                  </a:tcPr>
                </a:tc>
              </a:tr>
              <a:tr h="1295400">
                <a:tc>
                  <a:txBody>
                    <a:bodyPr/>
                    <a:lstStyle/>
                    <a:p>
                      <a:pPr indent="0" lvl="0" marL="0" marR="0" rtl="0" algn="l">
                        <a:lnSpc>
                          <a:spcPct val="100000"/>
                        </a:lnSpc>
                        <a:spcBef>
                          <a:spcPts val="0"/>
                        </a:spcBef>
                        <a:spcAft>
                          <a:spcPts val="0"/>
                        </a:spcAft>
                        <a:buNone/>
                      </a:pPr>
                      <a:r>
                        <a:t/>
                      </a:r>
                      <a:endParaRPr sz="2200" u="none" cap="none" strike="noStrike">
                        <a:latin typeface="Times New Roman"/>
                        <a:ea typeface="Times New Roman"/>
                        <a:cs typeface="Times New Roman"/>
                        <a:sym typeface="Times New Roman"/>
                      </a:endParaRPr>
                    </a:p>
                  </a:txBody>
                  <a:tcPr marT="0" marB="0" marR="0" marL="0">
                    <a:lnL cap="flat" cmpd="sng" w="38100">
                      <a:solidFill>
                        <a:srgbClr val="FF0000"/>
                      </a:solidFill>
                      <a:prstDash val="solid"/>
                      <a:round/>
                      <a:headEnd len="sm" w="sm" type="none"/>
                      <a:tailEnd len="sm" w="sm" type="none"/>
                    </a:lnL>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lnB cap="flat" cmpd="sng" w="38100">
                      <a:solidFill>
                        <a:srgbClr val="FF0000"/>
                      </a:solidFill>
                      <a:prstDash val="solid"/>
                      <a:round/>
                      <a:headEnd len="sm" w="sm" type="none"/>
                      <a:tailEnd len="sm" w="sm" type="none"/>
                    </a:lnB>
                  </a:tcPr>
                </a:tc>
              </a:tr>
            </a:tbl>
          </a:graphicData>
        </a:graphic>
      </p:graphicFrame>
      <p:graphicFrame>
        <p:nvGraphicFramePr>
          <p:cNvPr id="220" name="Google Shape;220;p10"/>
          <p:cNvGraphicFramePr/>
          <p:nvPr/>
        </p:nvGraphicFramePr>
        <p:xfrm>
          <a:off x="5089525" y="1050925"/>
          <a:ext cx="3000000" cy="3000000"/>
        </p:xfrm>
        <a:graphic>
          <a:graphicData uri="http://schemas.openxmlformats.org/drawingml/2006/table">
            <a:tbl>
              <a:tblPr bandRow="1" firstRow="1">
                <a:noFill/>
                <a:tableStyleId>{1DAEC371-DE3C-423E-BC65-BEA2B6BA08F6}</a:tableStyleId>
              </a:tblPr>
              <a:tblGrid>
                <a:gridCol w="1676400"/>
              </a:tblGrid>
              <a:tr h="1295400">
                <a:tc>
                  <a:txBody>
                    <a:bodyPr/>
                    <a:lstStyle/>
                    <a:p>
                      <a:pPr indent="0" lvl="0" marL="0" marR="0" rtl="0" algn="l">
                        <a:lnSpc>
                          <a:spcPct val="100000"/>
                        </a:lnSpc>
                        <a:spcBef>
                          <a:spcPts val="0"/>
                        </a:spcBef>
                        <a:spcAft>
                          <a:spcPts val="0"/>
                        </a:spcAft>
                        <a:buNone/>
                      </a:pPr>
                      <a:r>
                        <a:t/>
                      </a:r>
                      <a:endParaRPr sz="2200" u="none" cap="none" strike="noStrike">
                        <a:latin typeface="Times New Roman"/>
                        <a:ea typeface="Times New Roman"/>
                        <a:cs typeface="Times New Roman"/>
                        <a:sym typeface="Times New Roman"/>
                      </a:endParaRPr>
                    </a:p>
                  </a:txBody>
                  <a:tcPr marT="0" marB="0" marR="0" marL="0">
                    <a:lnL cap="flat" cmpd="sng" w="38100">
                      <a:solidFill>
                        <a:srgbClr val="FF0000"/>
                      </a:solidFill>
                      <a:prstDash val="solid"/>
                      <a:round/>
                      <a:headEnd len="sm" w="sm" type="none"/>
                      <a:tailEnd len="sm" w="sm" type="none"/>
                    </a:lnL>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lnB cap="flat" cmpd="sng" w="38100">
                      <a:solidFill>
                        <a:srgbClr val="FF0000"/>
                      </a:solidFill>
                      <a:prstDash val="solid"/>
                      <a:round/>
                      <a:headEnd len="sm" w="sm" type="none"/>
                      <a:tailEnd len="sm" w="sm" type="none"/>
                    </a:lnB>
                  </a:tcPr>
                </a:tc>
              </a:tr>
              <a:tr h="1295400">
                <a:tc>
                  <a:txBody>
                    <a:bodyPr/>
                    <a:lstStyle/>
                    <a:p>
                      <a:pPr indent="0" lvl="0" marL="0" marR="0" rtl="0" algn="l">
                        <a:lnSpc>
                          <a:spcPct val="100000"/>
                        </a:lnSpc>
                        <a:spcBef>
                          <a:spcPts val="0"/>
                        </a:spcBef>
                        <a:spcAft>
                          <a:spcPts val="0"/>
                        </a:spcAft>
                        <a:buNone/>
                      </a:pPr>
                      <a:r>
                        <a:t/>
                      </a:r>
                      <a:endParaRPr sz="2200" u="none" cap="none" strike="noStrike">
                        <a:latin typeface="Times New Roman"/>
                        <a:ea typeface="Times New Roman"/>
                        <a:cs typeface="Times New Roman"/>
                        <a:sym typeface="Times New Roman"/>
                      </a:endParaRPr>
                    </a:p>
                  </a:txBody>
                  <a:tcPr marT="0" marB="0" marR="0" marL="0">
                    <a:lnL cap="flat" cmpd="sng" w="38100">
                      <a:solidFill>
                        <a:srgbClr val="FF0000"/>
                      </a:solidFill>
                      <a:prstDash val="solid"/>
                      <a:round/>
                      <a:headEnd len="sm" w="sm" type="none"/>
                      <a:tailEnd len="sm" w="sm" type="none"/>
                    </a:lnL>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lnB cap="flat" cmpd="sng" w="38100">
                      <a:solidFill>
                        <a:srgbClr val="FF0000"/>
                      </a:solidFill>
                      <a:prstDash val="solid"/>
                      <a:round/>
                      <a:headEnd len="sm" w="sm" type="none"/>
                      <a:tailEnd len="sm" w="sm" type="none"/>
                    </a:lnB>
                  </a:tcPr>
                </a:tc>
              </a:tr>
              <a:tr h="1295400">
                <a:tc>
                  <a:txBody>
                    <a:bodyPr/>
                    <a:lstStyle/>
                    <a:p>
                      <a:pPr indent="0" lvl="0" marL="523875" marR="0" rtl="0" algn="l">
                        <a:lnSpc>
                          <a:spcPct val="93675"/>
                        </a:lnSpc>
                        <a:spcBef>
                          <a:spcPts val="0"/>
                        </a:spcBef>
                        <a:spcAft>
                          <a:spcPts val="0"/>
                        </a:spcAft>
                        <a:buNone/>
                      </a:pPr>
                      <a:r>
                        <a:rPr lang="en-US" sz="5850" u="none" cap="none" strike="noStrike">
                          <a:solidFill>
                            <a:srgbClr val="C3250C"/>
                          </a:solidFill>
                          <a:latin typeface="Georgia"/>
                          <a:ea typeface="Georgia"/>
                          <a:cs typeface="Georgia"/>
                          <a:sym typeface="Georgia"/>
                        </a:rPr>
                        <a:t>*</a:t>
                      </a:r>
                      <a:endParaRPr sz="5850" u="none" cap="none" strike="noStrike">
                        <a:latin typeface="Georgia"/>
                        <a:ea typeface="Georgia"/>
                        <a:cs typeface="Georgia"/>
                        <a:sym typeface="Georgia"/>
                      </a:endParaRPr>
                    </a:p>
                  </a:txBody>
                  <a:tcPr marT="586750" marB="0" marR="0" marL="0">
                    <a:lnL cap="flat" cmpd="sng" w="38100">
                      <a:solidFill>
                        <a:srgbClr val="FF0000"/>
                      </a:solidFill>
                      <a:prstDash val="solid"/>
                      <a:round/>
                      <a:headEnd len="sm" w="sm" type="none"/>
                      <a:tailEnd len="sm" w="sm" type="none"/>
                    </a:lnL>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lnB cap="flat" cmpd="sng" w="38100">
                      <a:solidFill>
                        <a:srgbClr val="FF0000"/>
                      </a:solidFill>
                      <a:prstDash val="solid"/>
                      <a:round/>
                      <a:headEnd len="sm" w="sm" type="none"/>
                      <a:tailEnd len="sm" w="sm" type="none"/>
                    </a:lnB>
                  </a:tcPr>
                </a:tc>
              </a:tr>
              <a:tr h="1295400">
                <a:tc>
                  <a:txBody>
                    <a:bodyPr/>
                    <a:lstStyle/>
                    <a:p>
                      <a:pPr indent="0" lvl="0" marL="0" marR="0" rtl="0" algn="l">
                        <a:lnSpc>
                          <a:spcPct val="100000"/>
                        </a:lnSpc>
                        <a:spcBef>
                          <a:spcPts val="0"/>
                        </a:spcBef>
                        <a:spcAft>
                          <a:spcPts val="0"/>
                        </a:spcAft>
                        <a:buNone/>
                      </a:pPr>
                      <a:r>
                        <a:t/>
                      </a:r>
                      <a:endParaRPr sz="2200" u="none" cap="none" strike="noStrike">
                        <a:latin typeface="Times New Roman"/>
                        <a:ea typeface="Times New Roman"/>
                        <a:cs typeface="Times New Roman"/>
                        <a:sym typeface="Times New Roman"/>
                      </a:endParaRPr>
                    </a:p>
                  </a:txBody>
                  <a:tcPr marT="0" marB="0" marR="0" marL="0">
                    <a:lnL cap="flat" cmpd="sng" w="38100">
                      <a:solidFill>
                        <a:srgbClr val="FF0000"/>
                      </a:solidFill>
                      <a:prstDash val="solid"/>
                      <a:round/>
                      <a:headEnd len="sm" w="sm" type="none"/>
                      <a:tailEnd len="sm" w="sm" type="none"/>
                    </a:lnL>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lnB cap="flat" cmpd="sng" w="38100">
                      <a:solidFill>
                        <a:srgbClr val="FF0000"/>
                      </a:solidFill>
                      <a:prstDash val="solid"/>
                      <a:round/>
                      <a:headEnd len="sm" w="sm" type="none"/>
                      <a:tailEnd len="sm" w="sm" type="none"/>
                    </a:lnB>
                  </a:tcPr>
                </a:tc>
              </a:tr>
            </a:tbl>
          </a:graphicData>
        </a:graphic>
      </p:graphicFrame>
      <p:pic>
        <p:nvPicPr>
          <p:cNvPr id="221" name="Google Shape;221;p10"/>
          <p:cNvPicPr preferRelativeResize="0"/>
          <p:nvPr/>
        </p:nvPicPr>
        <p:blipFill rotWithShape="1">
          <a:blip r:embed="rId5">
            <a:alphaModFix/>
          </a:blip>
          <a:srcRect b="0" l="0" r="0" t="0"/>
          <a:stretch/>
        </p:blipFill>
        <p:spPr>
          <a:xfrm>
            <a:off x="6025515" y="4566158"/>
            <a:ext cx="2173478" cy="424434"/>
          </a:xfrm>
          <a:prstGeom prst="rect">
            <a:avLst/>
          </a:prstGeom>
          <a:noFill/>
          <a:ln>
            <a:noFill/>
          </a:ln>
        </p:spPr>
      </p:pic>
      <p:sp>
        <p:nvSpPr>
          <p:cNvPr id="222" name="Google Shape;222;p10"/>
          <p:cNvSpPr txBox="1"/>
          <p:nvPr>
            <p:ph type="title"/>
          </p:nvPr>
        </p:nvSpPr>
        <p:spPr>
          <a:xfrm>
            <a:off x="396341" y="1156842"/>
            <a:ext cx="4187190" cy="391160"/>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Clr>
                <a:srgbClr val="000000"/>
              </a:buClr>
              <a:buSzPts val="2400"/>
              <a:buFont typeface="Calibri"/>
              <a:buNone/>
            </a:pPr>
            <a:r>
              <a:rPr b="1" i="0" lang="en-US" sz="2400">
                <a:solidFill>
                  <a:srgbClr val="000000"/>
                </a:solidFill>
                <a:latin typeface="Calibri"/>
                <a:ea typeface="Calibri"/>
                <a:cs typeface="Calibri"/>
                <a:sym typeface="Calibri"/>
              </a:rPr>
              <a:t>Alasan user mengakses Internet?</a:t>
            </a:r>
            <a:endParaRPr sz="2400">
              <a:latin typeface="Calibri"/>
              <a:ea typeface="Calibri"/>
              <a:cs typeface="Calibri"/>
              <a:sym typeface="Calibri"/>
            </a:endParaRPr>
          </a:p>
        </p:txBody>
      </p:sp>
      <p:sp>
        <p:nvSpPr>
          <p:cNvPr id="223" name="Google Shape;223;p10"/>
          <p:cNvSpPr txBox="1"/>
          <p:nvPr/>
        </p:nvSpPr>
        <p:spPr>
          <a:xfrm>
            <a:off x="364642" y="1591847"/>
            <a:ext cx="3300729" cy="3512185"/>
          </a:xfrm>
          <a:prstGeom prst="rect">
            <a:avLst/>
          </a:prstGeom>
          <a:noFill/>
          <a:ln>
            <a:noFill/>
          </a:ln>
        </p:spPr>
        <p:txBody>
          <a:bodyPr anchorCtr="0" anchor="t" bIns="0" lIns="0" spcFirstLastPara="1" rIns="0" wrap="square" tIns="66025">
            <a:spAutoFit/>
          </a:bodyPr>
          <a:lstStyle/>
          <a:p>
            <a:pPr indent="-463550" lvl="0" marL="477519" marR="0" rtl="0" algn="l">
              <a:lnSpc>
                <a:spcPct val="100000"/>
              </a:lnSpc>
              <a:spcBef>
                <a:spcPts val="0"/>
              </a:spcBef>
              <a:spcAft>
                <a:spcPts val="0"/>
              </a:spcAft>
              <a:buClr>
                <a:srgbClr val="D94439"/>
              </a:buClr>
              <a:buSzPts val="2200"/>
              <a:buFont typeface="Calibri"/>
              <a:buAutoNum type="arabicPeriod"/>
            </a:pPr>
            <a:r>
              <a:rPr b="1" lang="en-US" sz="2200">
                <a:solidFill>
                  <a:schemeClr val="dk1"/>
                </a:solidFill>
                <a:latin typeface="Calibri"/>
                <a:ea typeface="Calibri"/>
                <a:cs typeface="Calibri"/>
                <a:sym typeface="Calibri"/>
              </a:rPr>
              <a:t>Berkomunikasi</a:t>
            </a:r>
            <a:endParaRPr sz="2200">
              <a:solidFill>
                <a:schemeClr val="dk1"/>
              </a:solidFill>
              <a:latin typeface="Calibri"/>
              <a:ea typeface="Calibri"/>
              <a:cs typeface="Calibri"/>
              <a:sym typeface="Calibri"/>
            </a:endParaRPr>
          </a:p>
          <a:p>
            <a:pPr indent="-457200" lvl="0" marL="469900" marR="0" rtl="0" algn="l">
              <a:lnSpc>
                <a:spcPct val="100000"/>
              </a:lnSpc>
              <a:spcBef>
                <a:spcPts val="425"/>
              </a:spcBef>
              <a:spcAft>
                <a:spcPts val="0"/>
              </a:spcAft>
              <a:buClr>
                <a:srgbClr val="D94439"/>
              </a:buClr>
              <a:buSzPts val="2200"/>
              <a:buFont typeface="Calibri"/>
              <a:buAutoNum type="arabicPeriod"/>
            </a:pPr>
            <a:r>
              <a:rPr b="1" lang="en-US" sz="2200">
                <a:solidFill>
                  <a:schemeClr val="dk1"/>
                </a:solidFill>
                <a:latin typeface="Calibri"/>
                <a:ea typeface="Calibri"/>
                <a:cs typeface="Calibri"/>
                <a:sym typeface="Calibri"/>
              </a:rPr>
              <a:t>Mengakses Informasi</a:t>
            </a:r>
            <a:endParaRPr sz="2200">
              <a:solidFill>
                <a:schemeClr val="dk1"/>
              </a:solidFill>
              <a:latin typeface="Calibri"/>
              <a:ea typeface="Calibri"/>
              <a:cs typeface="Calibri"/>
              <a:sym typeface="Calibri"/>
            </a:endParaRPr>
          </a:p>
          <a:p>
            <a:pPr indent="-457200" lvl="0" marL="469900" marR="0" rtl="0" algn="l">
              <a:lnSpc>
                <a:spcPct val="100000"/>
              </a:lnSpc>
              <a:spcBef>
                <a:spcPts val="660"/>
              </a:spcBef>
              <a:spcAft>
                <a:spcPts val="0"/>
              </a:spcAft>
              <a:buClr>
                <a:srgbClr val="D94439"/>
              </a:buClr>
              <a:buSzPts val="2200"/>
              <a:buFont typeface="Calibri"/>
              <a:buAutoNum type="arabicPeriod"/>
            </a:pPr>
            <a:r>
              <a:rPr b="1" lang="en-US" sz="2200">
                <a:solidFill>
                  <a:schemeClr val="dk1"/>
                </a:solidFill>
                <a:latin typeface="Calibri"/>
                <a:ea typeface="Calibri"/>
                <a:cs typeface="Calibri"/>
                <a:sym typeface="Calibri"/>
              </a:rPr>
              <a:t>Berbelanja</a:t>
            </a:r>
            <a:endParaRPr sz="2200">
              <a:solidFill>
                <a:schemeClr val="dk1"/>
              </a:solidFill>
              <a:latin typeface="Calibri"/>
              <a:ea typeface="Calibri"/>
              <a:cs typeface="Calibri"/>
              <a:sym typeface="Calibri"/>
            </a:endParaRPr>
          </a:p>
          <a:p>
            <a:pPr indent="-457200" lvl="0" marL="469900" marR="0" rtl="0" algn="l">
              <a:lnSpc>
                <a:spcPct val="100000"/>
              </a:lnSpc>
              <a:spcBef>
                <a:spcPts val="860"/>
              </a:spcBef>
              <a:spcAft>
                <a:spcPts val="0"/>
              </a:spcAft>
              <a:buClr>
                <a:srgbClr val="D94439"/>
              </a:buClr>
              <a:buSzPts val="2200"/>
              <a:buFont typeface="Calibri"/>
              <a:buAutoNum type="arabicPeriod"/>
            </a:pPr>
            <a:r>
              <a:rPr b="1" lang="en-US" sz="2200">
                <a:solidFill>
                  <a:schemeClr val="dk1"/>
                </a:solidFill>
                <a:latin typeface="Calibri"/>
                <a:ea typeface="Calibri"/>
                <a:cs typeface="Calibri"/>
                <a:sym typeface="Calibri"/>
              </a:rPr>
              <a:t>Perbankan dan Investasi</a:t>
            </a:r>
            <a:endParaRPr sz="2200">
              <a:solidFill>
                <a:schemeClr val="dk1"/>
              </a:solidFill>
              <a:latin typeface="Calibri"/>
              <a:ea typeface="Calibri"/>
              <a:cs typeface="Calibri"/>
              <a:sym typeface="Calibri"/>
            </a:endParaRPr>
          </a:p>
          <a:p>
            <a:pPr indent="-457200" lvl="0" marL="469900" marR="0" rtl="0" algn="l">
              <a:lnSpc>
                <a:spcPct val="100000"/>
              </a:lnSpc>
              <a:spcBef>
                <a:spcPts val="865"/>
              </a:spcBef>
              <a:spcAft>
                <a:spcPts val="0"/>
              </a:spcAft>
              <a:buClr>
                <a:srgbClr val="D94439"/>
              </a:buClr>
              <a:buSzPts val="2200"/>
              <a:buFont typeface="Calibri"/>
              <a:buAutoNum type="arabicPeriod"/>
            </a:pPr>
            <a:r>
              <a:rPr b="1" lang="en-US" sz="2200">
                <a:solidFill>
                  <a:schemeClr val="dk1"/>
                </a:solidFill>
                <a:latin typeface="Calibri"/>
                <a:ea typeface="Calibri"/>
                <a:cs typeface="Calibri"/>
                <a:sym typeface="Calibri"/>
              </a:rPr>
              <a:t>Berkuliah</a:t>
            </a:r>
            <a:endParaRPr sz="2200">
              <a:solidFill>
                <a:schemeClr val="dk1"/>
              </a:solidFill>
              <a:latin typeface="Calibri"/>
              <a:ea typeface="Calibri"/>
              <a:cs typeface="Calibri"/>
              <a:sym typeface="Calibri"/>
            </a:endParaRPr>
          </a:p>
          <a:p>
            <a:pPr indent="-458469" lvl="0" marL="488950" marR="0" rtl="0" algn="l">
              <a:lnSpc>
                <a:spcPct val="100000"/>
              </a:lnSpc>
              <a:spcBef>
                <a:spcPts val="1170"/>
              </a:spcBef>
              <a:spcAft>
                <a:spcPts val="0"/>
              </a:spcAft>
              <a:buClr>
                <a:srgbClr val="D94439"/>
              </a:buClr>
              <a:buSzPts val="2200"/>
              <a:buFont typeface="Calibri"/>
              <a:buAutoNum type="arabicPeriod"/>
            </a:pPr>
            <a:r>
              <a:rPr b="1" lang="en-US" sz="2200">
                <a:solidFill>
                  <a:schemeClr val="dk1"/>
                </a:solidFill>
                <a:latin typeface="Calibri"/>
                <a:ea typeface="Calibri"/>
                <a:cs typeface="Calibri"/>
                <a:sym typeface="Calibri"/>
              </a:rPr>
              <a:t>Hiburan</a:t>
            </a:r>
            <a:endParaRPr sz="2200">
              <a:solidFill>
                <a:schemeClr val="dk1"/>
              </a:solidFill>
              <a:latin typeface="Calibri"/>
              <a:ea typeface="Calibri"/>
              <a:cs typeface="Calibri"/>
              <a:sym typeface="Calibri"/>
            </a:endParaRPr>
          </a:p>
          <a:p>
            <a:pPr indent="-458469" lvl="0" marL="488950" marR="0" rtl="0" algn="l">
              <a:lnSpc>
                <a:spcPct val="100000"/>
              </a:lnSpc>
              <a:spcBef>
                <a:spcPts val="965"/>
              </a:spcBef>
              <a:spcAft>
                <a:spcPts val="0"/>
              </a:spcAft>
              <a:buClr>
                <a:srgbClr val="D94439"/>
              </a:buClr>
              <a:buSzPts val="2200"/>
              <a:buFont typeface="Calibri"/>
              <a:buAutoNum type="arabicPeriod"/>
            </a:pPr>
            <a:r>
              <a:rPr b="1" lang="en-US" sz="2200">
                <a:solidFill>
                  <a:schemeClr val="dk1"/>
                </a:solidFill>
                <a:latin typeface="Calibri"/>
                <a:ea typeface="Calibri"/>
                <a:cs typeface="Calibri"/>
                <a:sym typeface="Calibri"/>
              </a:rPr>
              <a:t>Download Music</a:t>
            </a:r>
            <a:endParaRPr sz="2200">
              <a:solidFill>
                <a:schemeClr val="dk1"/>
              </a:solidFill>
              <a:latin typeface="Calibri"/>
              <a:ea typeface="Calibri"/>
              <a:cs typeface="Calibri"/>
              <a:sym typeface="Calibri"/>
            </a:endParaRPr>
          </a:p>
          <a:p>
            <a:pPr indent="-458469" lvl="0" marL="488950" marR="0" rtl="0" algn="l">
              <a:lnSpc>
                <a:spcPct val="100000"/>
              </a:lnSpc>
              <a:spcBef>
                <a:spcPts val="960"/>
              </a:spcBef>
              <a:spcAft>
                <a:spcPts val="0"/>
              </a:spcAft>
              <a:buClr>
                <a:srgbClr val="D94439"/>
              </a:buClr>
              <a:buSzPts val="2200"/>
              <a:buFont typeface="Calibri"/>
              <a:buAutoNum type="arabicPeriod"/>
            </a:pPr>
            <a:r>
              <a:rPr b="1" lang="en-US" sz="2200">
                <a:solidFill>
                  <a:schemeClr val="dk1"/>
                </a:solidFill>
                <a:latin typeface="Calibri"/>
                <a:ea typeface="Calibri"/>
                <a:cs typeface="Calibri"/>
                <a:sym typeface="Calibri"/>
              </a:rPr>
              <a:t>Berbagi Informasi</a:t>
            </a:r>
            <a:endParaRPr sz="2200">
              <a:solidFill>
                <a:schemeClr val="dk1"/>
              </a:solidFill>
              <a:latin typeface="Calibri"/>
              <a:ea typeface="Calibri"/>
              <a:cs typeface="Calibri"/>
              <a:sym typeface="Calibri"/>
            </a:endParaRPr>
          </a:p>
        </p:txBody>
      </p:sp>
      <p:pic>
        <p:nvPicPr>
          <p:cNvPr id="224" name="Google Shape;224;p10"/>
          <p:cNvPicPr preferRelativeResize="0"/>
          <p:nvPr/>
        </p:nvPicPr>
        <p:blipFill rotWithShape="1">
          <a:blip r:embed="rId6">
            <a:alphaModFix/>
          </a:blip>
          <a:srcRect b="0" l="0" r="0" t="0"/>
          <a:stretch/>
        </p:blipFill>
        <p:spPr>
          <a:xfrm>
            <a:off x="5029200" y="990600"/>
            <a:ext cx="3740150" cy="5334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grpSp>
        <p:nvGrpSpPr>
          <p:cNvPr id="229" name="Google Shape;229;p11"/>
          <p:cNvGrpSpPr/>
          <p:nvPr/>
        </p:nvGrpSpPr>
        <p:grpSpPr>
          <a:xfrm>
            <a:off x="1051559" y="218440"/>
            <a:ext cx="7043928" cy="1701799"/>
            <a:chOff x="1051559" y="218440"/>
            <a:chExt cx="7043928" cy="1701799"/>
          </a:xfrm>
        </p:grpSpPr>
        <p:pic>
          <p:nvPicPr>
            <p:cNvPr id="230" name="Google Shape;230;p11"/>
            <p:cNvPicPr preferRelativeResize="0"/>
            <p:nvPr/>
          </p:nvPicPr>
          <p:blipFill rotWithShape="1">
            <a:blip r:embed="rId3">
              <a:alphaModFix/>
            </a:blip>
            <a:srcRect b="0" l="0" r="0" t="0"/>
            <a:stretch/>
          </p:blipFill>
          <p:spPr>
            <a:xfrm>
              <a:off x="1304543" y="496823"/>
              <a:ext cx="6696456" cy="798576"/>
            </a:xfrm>
            <a:prstGeom prst="rect">
              <a:avLst/>
            </a:prstGeom>
            <a:noFill/>
            <a:ln>
              <a:noFill/>
            </a:ln>
          </p:spPr>
        </p:pic>
        <p:pic>
          <p:nvPicPr>
            <p:cNvPr id="231" name="Google Shape;231;p11"/>
            <p:cNvPicPr preferRelativeResize="0"/>
            <p:nvPr/>
          </p:nvPicPr>
          <p:blipFill rotWithShape="1">
            <a:blip r:embed="rId4">
              <a:alphaModFix/>
            </a:blip>
            <a:srcRect b="0" l="0" r="0" t="0"/>
            <a:stretch/>
          </p:blipFill>
          <p:spPr>
            <a:xfrm>
              <a:off x="1051559" y="1121663"/>
              <a:ext cx="7043928" cy="798576"/>
            </a:xfrm>
            <a:prstGeom prst="rect">
              <a:avLst/>
            </a:prstGeom>
            <a:noFill/>
            <a:ln>
              <a:noFill/>
            </a:ln>
          </p:spPr>
        </p:pic>
        <p:pic>
          <p:nvPicPr>
            <p:cNvPr id="232" name="Google Shape;232;p11"/>
            <p:cNvPicPr preferRelativeResize="0"/>
            <p:nvPr/>
          </p:nvPicPr>
          <p:blipFill rotWithShape="1">
            <a:blip r:embed="rId5">
              <a:alphaModFix/>
            </a:blip>
            <a:srcRect b="0" l="0" r="0" t="0"/>
            <a:stretch/>
          </p:blipFill>
          <p:spPr>
            <a:xfrm>
              <a:off x="1662937" y="218440"/>
              <a:ext cx="5883783" cy="382904"/>
            </a:xfrm>
            <a:prstGeom prst="rect">
              <a:avLst/>
            </a:prstGeom>
            <a:noFill/>
            <a:ln>
              <a:noFill/>
            </a:ln>
          </p:spPr>
        </p:pic>
        <p:pic>
          <p:nvPicPr>
            <p:cNvPr id="233" name="Google Shape;233;p11"/>
            <p:cNvPicPr preferRelativeResize="0"/>
            <p:nvPr/>
          </p:nvPicPr>
          <p:blipFill rotWithShape="1">
            <a:blip r:embed="rId6">
              <a:alphaModFix/>
            </a:blip>
            <a:srcRect b="0" l="0" r="0" t="0"/>
            <a:stretch/>
          </p:blipFill>
          <p:spPr>
            <a:xfrm>
              <a:off x="1409954" y="841755"/>
              <a:ext cx="6341618" cy="385699"/>
            </a:xfrm>
            <a:prstGeom prst="rect">
              <a:avLst/>
            </a:prstGeom>
            <a:noFill/>
            <a:ln>
              <a:noFill/>
            </a:ln>
          </p:spPr>
        </p:pic>
      </p:grpSp>
      <p:sp>
        <p:nvSpPr>
          <p:cNvPr id="234" name="Google Shape;234;p11"/>
          <p:cNvSpPr txBox="1"/>
          <p:nvPr>
            <p:ph type="title"/>
          </p:nvPr>
        </p:nvSpPr>
        <p:spPr>
          <a:xfrm>
            <a:off x="124460" y="1550924"/>
            <a:ext cx="3912235" cy="501015"/>
          </a:xfrm>
          <a:prstGeom prst="rect">
            <a:avLst/>
          </a:prstGeom>
          <a:noFill/>
          <a:ln>
            <a:noFill/>
          </a:ln>
        </p:spPr>
        <p:txBody>
          <a:bodyPr anchorCtr="0" anchor="ctr" bIns="0" lIns="0" spcFirstLastPara="1" rIns="0" wrap="square" tIns="15225">
            <a:spAutoFit/>
          </a:bodyPr>
          <a:lstStyle/>
          <a:p>
            <a:pPr indent="0" lvl="0" marL="12700" rtl="0" algn="l">
              <a:lnSpc>
                <a:spcPct val="100000"/>
              </a:lnSpc>
              <a:spcBef>
                <a:spcPts val="0"/>
              </a:spcBef>
              <a:spcAft>
                <a:spcPts val="0"/>
              </a:spcAft>
              <a:buClr>
                <a:srgbClr val="C3250C"/>
              </a:buClr>
              <a:buSzPts val="3100"/>
              <a:buFont typeface="Georgia"/>
              <a:buNone/>
            </a:pPr>
            <a:r>
              <a:rPr i="0" lang="en-US" sz="3100">
                <a:solidFill>
                  <a:srgbClr val="C3250C"/>
                </a:solidFill>
                <a:latin typeface="Georgia"/>
                <a:ea typeface="Georgia"/>
                <a:cs typeface="Georgia"/>
                <a:sym typeface="Georgia"/>
              </a:rPr>
              <a:t>*</a:t>
            </a:r>
            <a:r>
              <a:rPr b="1" i="0" lang="en-US" sz="2400">
                <a:latin typeface="Trebuchet MS"/>
                <a:ea typeface="Trebuchet MS"/>
                <a:cs typeface="Trebuchet MS"/>
                <a:sym typeface="Trebuchet MS"/>
              </a:rPr>
              <a:t>PRODUK/JASA PENGGANTI</a:t>
            </a:r>
            <a:endParaRPr sz="2400">
              <a:latin typeface="Trebuchet MS"/>
              <a:ea typeface="Trebuchet MS"/>
              <a:cs typeface="Trebuchet MS"/>
              <a:sym typeface="Trebuchet MS"/>
            </a:endParaRPr>
          </a:p>
        </p:txBody>
      </p:sp>
      <p:sp>
        <p:nvSpPr>
          <p:cNvPr id="235" name="Google Shape;235;p11"/>
          <p:cNvSpPr txBox="1"/>
          <p:nvPr/>
        </p:nvSpPr>
        <p:spPr>
          <a:xfrm>
            <a:off x="124460" y="1992833"/>
            <a:ext cx="8945245" cy="4551045"/>
          </a:xfrm>
          <a:prstGeom prst="rect">
            <a:avLst/>
          </a:prstGeom>
          <a:noFill/>
          <a:ln>
            <a:noFill/>
          </a:ln>
        </p:spPr>
        <p:txBody>
          <a:bodyPr anchorCtr="0" anchor="t" bIns="0" lIns="0" spcFirstLastPara="1" rIns="0" wrap="square" tIns="72375">
            <a:spAutoFit/>
          </a:bodyPr>
          <a:lstStyle/>
          <a:p>
            <a:pPr indent="-182879" lvl="0" marL="515619" marR="5080" rtl="0" algn="just">
              <a:lnSpc>
                <a:spcPct val="87900"/>
              </a:lnSpc>
              <a:spcBef>
                <a:spcPts val="0"/>
              </a:spcBef>
              <a:spcAft>
                <a:spcPts val="0"/>
              </a:spcAft>
              <a:buNone/>
            </a:pPr>
            <a:r>
              <a:rPr lang="en-US" sz="3100">
                <a:solidFill>
                  <a:srgbClr val="C3250C"/>
                </a:solidFill>
                <a:latin typeface="Georgia"/>
                <a:ea typeface="Georgia"/>
                <a:cs typeface="Georgia"/>
                <a:sym typeface="Georgia"/>
              </a:rPr>
              <a:t>*</a:t>
            </a:r>
            <a:r>
              <a:rPr lang="en-US" sz="2400">
                <a:solidFill>
                  <a:srgbClr val="404040"/>
                </a:solidFill>
                <a:latin typeface="Trebuchet MS"/>
                <a:ea typeface="Trebuchet MS"/>
                <a:cs typeface="Trebuchet MS"/>
                <a:sym typeface="Trebuchet MS"/>
              </a:rPr>
              <a:t>Memungkinkan pengganti baru untuk muncul dengan  pendekatan baru guna memenuhi kebutuhan dan melakukan  fungsinya.</a:t>
            </a:r>
            <a:endParaRPr sz="2400">
              <a:solidFill>
                <a:schemeClr val="dk1"/>
              </a:solidFill>
              <a:latin typeface="Trebuchet MS"/>
              <a:ea typeface="Trebuchet MS"/>
              <a:cs typeface="Trebuchet MS"/>
              <a:sym typeface="Trebuchet MS"/>
            </a:endParaRPr>
          </a:p>
          <a:p>
            <a:pPr indent="0" lvl="0" marL="12700" marR="0" rtl="0" algn="l">
              <a:lnSpc>
                <a:spcPct val="112096"/>
              </a:lnSpc>
              <a:spcBef>
                <a:spcPts val="0"/>
              </a:spcBef>
              <a:spcAft>
                <a:spcPts val="0"/>
              </a:spcAft>
              <a:buNone/>
            </a:pPr>
            <a:r>
              <a:rPr lang="en-US" sz="3100">
                <a:solidFill>
                  <a:srgbClr val="C3250C"/>
                </a:solidFill>
                <a:latin typeface="Georgia"/>
                <a:ea typeface="Georgia"/>
                <a:cs typeface="Georgia"/>
                <a:sym typeface="Georgia"/>
              </a:rPr>
              <a:t>*</a:t>
            </a:r>
            <a:r>
              <a:rPr b="1" lang="en-US" sz="2400">
                <a:solidFill>
                  <a:srgbClr val="404040"/>
                </a:solidFill>
                <a:latin typeface="Trebuchet MS"/>
                <a:ea typeface="Trebuchet MS"/>
                <a:cs typeface="Trebuchet MS"/>
                <a:sym typeface="Trebuchet MS"/>
              </a:rPr>
              <a:t>DAYA TAWAR PELANGGAN</a:t>
            </a:r>
            <a:endParaRPr sz="2400">
              <a:solidFill>
                <a:schemeClr val="dk1"/>
              </a:solidFill>
              <a:latin typeface="Trebuchet MS"/>
              <a:ea typeface="Trebuchet MS"/>
              <a:cs typeface="Trebuchet MS"/>
              <a:sym typeface="Trebuchet MS"/>
            </a:endParaRPr>
          </a:p>
          <a:p>
            <a:pPr indent="-182879" lvl="0" marL="515619" marR="6350" rtl="0" algn="just">
              <a:lnSpc>
                <a:spcPct val="85900"/>
              </a:lnSpc>
              <a:spcBef>
                <a:spcPts val="405"/>
              </a:spcBef>
              <a:spcAft>
                <a:spcPts val="0"/>
              </a:spcAft>
              <a:buNone/>
            </a:pPr>
            <a:r>
              <a:rPr lang="en-US" sz="3100">
                <a:solidFill>
                  <a:srgbClr val="C3250C"/>
                </a:solidFill>
                <a:latin typeface="Georgia"/>
                <a:ea typeface="Georgia"/>
                <a:cs typeface="Georgia"/>
                <a:sym typeface="Georgia"/>
              </a:rPr>
              <a:t>*</a:t>
            </a:r>
            <a:r>
              <a:rPr lang="en-US" sz="2400">
                <a:solidFill>
                  <a:srgbClr val="404040"/>
                </a:solidFill>
                <a:latin typeface="Trebuchet MS"/>
                <a:ea typeface="Trebuchet MS"/>
                <a:cs typeface="Trebuchet MS"/>
                <a:sym typeface="Trebuchet MS"/>
              </a:rPr>
              <a:t>Ketersediaan harga global dan informasi produk;  menawarkan harga pada pelanggan</a:t>
            </a:r>
            <a:endParaRPr sz="2400">
              <a:solidFill>
                <a:schemeClr val="dk1"/>
              </a:solidFill>
              <a:latin typeface="Trebuchet MS"/>
              <a:ea typeface="Trebuchet MS"/>
              <a:cs typeface="Trebuchet MS"/>
              <a:sym typeface="Trebuchet MS"/>
            </a:endParaRPr>
          </a:p>
          <a:p>
            <a:pPr indent="0" lvl="0" marL="12700" marR="0" rtl="0" algn="l">
              <a:lnSpc>
                <a:spcPct val="112096"/>
              </a:lnSpc>
              <a:spcBef>
                <a:spcPts val="0"/>
              </a:spcBef>
              <a:spcAft>
                <a:spcPts val="0"/>
              </a:spcAft>
              <a:buNone/>
            </a:pPr>
            <a:r>
              <a:rPr lang="en-US" sz="3100">
                <a:solidFill>
                  <a:srgbClr val="C3250C"/>
                </a:solidFill>
                <a:latin typeface="Georgia"/>
                <a:ea typeface="Georgia"/>
                <a:cs typeface="Georgia"/>
                <a:sym typeface="Georgia"/>
              </a:rPr>
              <a:t>*</a:t>
            </a:r>
            <a:r>
              <a:rPr b="1" lang="en-US" sz="2400">
                <a:solidFill>
                  <a:srgbClr val="404040"/>
                </a:solidFill>
                <a:latin typeface="Trebuchet MS"/>
                <a:ea typeface="Trebuchet MS"/>
                <a:cs typeface="Trebuchet MS"/>
                <a:sym typeface="Trebuchet MS"/>
              </a:rPr>
              <a:t>DAYA TAWAR PEMASOK</a:t>
            </a:r>
            <a:endParaRPr sz="2400">
              <a:solidFill>
                <a:schemeClr val="dk1"/>
              </a:solidFill>
              <a:latin typeface="Trebuchet MS"/>
              <a:ea typeface="Trebuchet MS"/>
              <a:cs typeface="Trebuchet MS"/>
              <a:sym typeface="Trebuchet MS"/>
            </a:endParaRPr>
          </a:p>
          <a:p>
            <a:pPr indent="-182879" lvl="0" marL="515619" marR="5080" rtl="0" algn="just">
              <a:lnSpc>
                <a:spcPct val="89000"/>
              </a:lnSpc>
              <a:spcBef>
                <a:spcPts val="290"/>
              </a:spcBef>
              <a:spcAft>
                <a:spcPts val="0"/>
              </a:spcAft>
              <a:buNone/>
            </a:pPr>
            <a:r>
              <a:rPr lang="en-US" sz="3100">
                <a:solidFill>
                  <a:srgbClr val="C3250C"/>
                </a:solidFill>
                <a:latin typeface="Georgia"/>
                <a:ea typeface="Georgia"/>
                <a:cs typeface="Georgia"/>
                <a:sym typeface="Georgia"/>
              </a:rPr>
              <a:t>*</a:t>
            </a:r>
            <a:r>
              <a:rPr lang="en-US" sz="2400">
                <a:solidFill>
                  <a:srgbClr val="404040"/>
                </a:solidFill>
                <a:latin typeface="Trebuchet MS"/>
                <a:ea typeface="Trebuchet MS"/>
                <a:cs typeface="Trebuchet MS"/>
                <a:sym typeface="Trebuchet MS"/>
              </a:rPr>
              <a:t>Pembelian melalui internet cenderung meningkatkan daya  tawar terhadap pemasok; pemasok juga dapat memperoleh  keuntungan dari pengurangan halangan masuk dan dari  pengurangan distributor dan perantara lain yang berada  diantara pemasok dan pelanggannya.</a:t>
            </a:r>
            <a:endParaRPr sz="2400">
              <a:solidFill>
                <a:schemeClr val="dk1"/>
              </a:solidFill>
              <a:latin typeface="Trebuchet MS"/>
              <a:ea typeface="Trebuchet MS"/>
              <a:cs typeface="Trebuchet MS"/>
              <a:sym typeface="Trebuchet M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grpSp>
        <p:nvGrpSpPr>
          <p:cNvPr id="240" name="Google Shape;240;p12"/>
          <p:cNvGrpSpPr/>
          <p:nvPr/>
        </p:nvGrpSpPr>
        <p:grpSpPr>
          <a:xfrm>
            <a:off x="164592" y="274700"/>
            <a:ext cx="8939784" cy="1499235"/>
            <a:chOff x="164592" y="274700"/>
            <a:chExt cx="8939784" cy="1499235"/>
          </a:xfrm>
        </p:grpSpPr>
        <p:pic>
          <p:nvPicPr>
            <p:cNvPr id="241" name="Google Shape;241;p12"/>
            <p:cNvPicPr preferRelativeResize="0"/>
            <p:nvPr/>
          </p:nvPicPr>
          <p:blipFill rotWithShape="1">
            <a:blip r:embed="rId3">
              <a:alphaModFix/>
            </a:blip>
            <a:srcRect b="0" l="0" r="0" t="0"/>
            <a:stretch/>
          </p:blipFill>
          <p:spPr>
            <a:xfrm>
              <a:off x="164592" y="521208"/>
              <a:ext cx="8939784" cy="704088"/>
            </a:xfrm>
            <a:prstGeom prst="rect">
              <a:avLst/>
            </a:prstGeom>
            <a:noFill/>
            <a:ln>
              <a:noFill/>
            </a:ln>
          </p:spPr>
        </p:pic>
        <p:pic>
          <p:nvPicPr>
            <p:cNvPr id="242" name="Google Shape;242;p12"/>
            <p:cNvPicPr preferRelativeResize="0"/>
            <p:nvPr/>
          </p:nvPicPr>
          <p:blipFill rotWithShape="1">
            <a:blip r:embed="rId4">
              <a:alphaModFix/>
            </a:blip>
            <a:srcRect b="0" l="0" r="0" t="0"/>
            <a:stretch/>
          </p:blipFill>
          <p:spPr>
            <a:xfrm>
              <a:off x="1822704" y="1069847"/>
              <a:ext cx="3422904" cy="704088"/>
            </a:xfrm>
            <a:prstGeom prst="rect">
              <a:avLst/>
            </a:prstGeom>
            <a:noFill/>
            <a:ln>
              <a:noFill/>
            </a:ln>
          </p:spPr>
        </p:pic>
        <p:pic>
          <p:nvPicPr>
            <p:cNvPr id="243" name="Google Shape;243;p12"/>
            <p:cNvPicPr preferRelativeResize="0"/>
            <p:nvPr/>
          </p:nvPicPr>
          <p:blipFill rotWithShape="1">
            <a:blip r:embed="rId5">
              <a:alphaModFix/>
            </a:blip>
            <a:srcRect b="0" l="0" r="0" t="0"/>
            <a:stretch/>
          </p:blipFill>
          <p:spPr>
            <a:xfrm>
              <a:off x="4678679" y="1069847"/>
              <a:ext cx="2468879" cy="704088"/>
            </a:xfrm>
            <a:prstGeom prst="rect">
              <a:avLst/>
            </a:prstGeom>
            <a:noFill/>
            <a:ln>
              <a:noFill/>
            </a:ln>
          </p:spPr>
        </p:pic>
        <p:pic>
          <p:nvPicPr>
            <p:cNvPr id="244" name="Google Shape;244;p12"/>
            <p:cNvPicPr preferRelativeResize="0"/>
            <p:nvPr/>
          </p:nvPicPr>
          <p:blipFill rotWithShape="1">
            <a:blip r:embed="rId6">
              <a:alphaModFix/>
            </a:blip>
            <a:srcRect b="0" l="0" r="0" t="0"/>
            <a:stretch/>
          </p:blipFill>
          <p:spPr>
            <a:xfrm>
              <a:off x="6580632" y="1069847"/>
              <a:ext cx="734568" cy="704088"/>
            </a:xfrm>
            <a:prstGeom prst="rect">
              <a:avLst/>
            </a:prstGeom>
            <a:noFill/>
            <a:ln>
              <a:noFill/>
            </a:ln>
          </p:spPr>
        </p:pic>
        <p:pic>
          <p:nvPicPr>
            <p:cNvPr id="245" name="Google Shape;245;p12"/>
            <p:cNvPicPr preferRelativeResize="0"/>
            <p:nvPr/>
          </p:nvPicPr>
          <p:blipFill rotWithShape="1">
            <a:blip r:embed="rId7">
              <a:alphaModFix/>
            </a:blip>
            <a:srcRect b="0" l="0" r="0" t="0"/>
            <a:stretch/>
          </p:blipFill>
          <p:spPr>
            <a:xfrm>
              <a:off x="482498" y="274700"/>
              <a:ext cx="8175218" cy="338200"/>
            </a:xfrm>
            <a:prstGeom prst="rect">
              <a:avLst/>
            </a:prstGeom>
            <a:noFill/>
            <a:ln>
              <a:noFill/>
            </a:ln>
          </p:spPr>
        </p:pic>
        <p:pic>
          <p:nvPicPr>
            <p:cNvPr id="246" name="Google Shape;246;p12"/>
            <p:cNvPicPr preferRelativeResize="0"/>
            <p:nvPr/>
          </p:nvPicPr>
          <p:blipFill rotWithShape="1">
            <a:blip r:embed="rId8">
              <a:alphaModFix/>
            </a:blip>
            <a:srcRect b="0" l="0" r="0" t="0"/>
            <a:stretch/>
          </p:blipFill>
          <p:spPr>
            <a:xfrm>
              <a:off x="2140584" y="822452"/>
              <a:ext cx="2799588" cy="435101"/>
            </a:xfrm>
            <a:prstGeom prst="rect">
              <a:avLst/>
            </a:prstGeom>
            <a:noFill/>
            <a:ln>
              <a:noFill/>
            </a:ln>
          </p:spPr>
        </p:pic>
        <p:pic>
          <p:nvPicPr>
            <p:cNvPr id="247" name="Google Shape;247;p12"/>
            <p:cNvPicPr preferRelativeResize="0"/>
            <p:nvPr/>
          </p:nvPicPr>
          <p:blipFill rotWithShape="1">
            <a:blip r:embed="rId9">
              <a:alphaModFix/>
            </a:blip>
            <a:srcRect b="0" l="0" r="0" t="0"/>
            <a:stretch/>
          </p:blipFill>
          <p:spPr>
            <a:xfrm>
              <a:off x="4996560" y="824230"/>
              <a:ext cx="1836928" cy="425577"/>
            </a:xfrm>
            <a:prstGeom prst="rect">
              <a:avLst/>
            </a:prstGeom>
            <a:noFill/>
            <a:ln>
              <a:noFill/>
            </a:ln>
          </p:spPr>
        </p:pic>
        <p:pic>
          <p:nvPicPr>
            <p:cNvPr id="248" name="Google Shape;248;p12"/>
            <p:cNvPicPr preferRelativeResize="0"/>
            <p:nvPr/>
          </p:nvPicPr>
          <p:blipFill rotWithShape="1">
            <a:blip r:embed="rId10">
              <a:alphaModFix/>
            </a:blip>
            <a:srcRect b="0" l="0" r="0" t="0"/>
            <a:stretch/>
          </p:blipFill>
          <p:spPr>
            <a:xfrm>
              <a:off x="6901433" y="822452"/>
              <a:ext cx="108331" cy="435101"/>
            </a:xfrm>
            <a:prstGeom prst="rect">
              <a:avLst/>
            </a:prstGeom>
            <a:noFill/>
            <a:ln>
              <a:noFill/>
            </a:ln>
          </p:spPr>
        </p:pic>
      </p:grpSp>
      <p:sp>
        <p:nvSpPr>
          <p:cNvPr id="249" name="Google Shape;249;p12"/>
          <p:cNvSpPr txBox="1"/>
          <p:nvPr>
            <p:ph type="title"/>
          </p:nvPr>
        </p:nvSpPr>
        <p:spPr>
          <a:xfrm>
            <a:off x="505764" y="1304620"/>
            <a:ext cx="8131175" cy="1693545"/>
          </a:xfrm>
          <a:prstGeom prst="rect">
            <a:avLst/>
          </a:prstGeom>
          <a:noFill/>
          <a:ln>
            <a:noFill/>
          </a:ln>
        </p:spPr>
        <p:txBody>
          <a:bodyPr anchorCtr="0" anchor="ctr" bIns="0" lIns="0" spcFirstLastPara="1" rIns="0" wrap="square" tIns="15225">
            <a:spAutoFit/>
          </a:bodyPr>
          <a:lstStyle/>
          <a:p>
            <a:pPr indent="0" lvl="0" marL="12700" rtl="0" algn="l">
              <a:lnSpc>
                <a:spcPct val="100000"/>
              </a:lnSpc>
              <a:spcBef>
                <a:spcPts val="0"/>
              </a:spcBef>
              <a:spcAft>
                <a:spcPts val="0"/>
              </a:spcAft>
              <a:buClr>
                <a:srgbClr val="C3250C"/>
              </a:buClr>
              <a:buSzPts val="3100"/>
              <a:buFont typeface="Georgia"/>
              <a:buNone/>
            </a:pPr>
            <a:r>
              <a:rPr i="0" lang="en-US" sz="3100">
                <a:solidFill>
                  <a:srgbClr val="C3250C"/>
                </a:solidFill>
                <a:latin typeface="Georgia"/>
                <a:ea typeface="Georgia"/>
                <a:cs typeface="Georgia"/>
                <a:sym typeface="Georgia"/>
              </a:rPr>
              <a:t>*</a:t>
            </a:r>
            <a:r>
              <a:rPr b="1" i="0" lang="en-US" sz="2400">
                <a:latin typeface="Trebuchet MS"/>
                <a:ea typeface="Trebuchet MS"/>
                <a:cs typeface="Trebuchet MS"/>
                <a:sym typeface="Trebuchet MS"/>
              </a:rPr>
              <a:t>ANCAMAN PEMAIN BARU</a:t>
            </a:r>
            <a:endParaRPr sz="2400">
              <a:latin typeface="Trebuchet MS"/>
              <a:ea typeface="Trebuchet MS"/>
              <a:cs typeface="Trebuchet MS"/>
              <a:sym typeface="Trebuchet MS"/>
            </a:endParaRPr>
          </a:p>
          <a:p>
            <a:pPr indent="-182879" lvl="0" marL="515619" marR="5080" rtl="0" algn="just">
              <a:lnSpc>
                <a:spcPct val="97700"/>
              </a:lnSpc>
              <a:spcBef>
                <a:spcPts val="135"/>
              </a:spcBef>
              <a:spcAft>
                <a:spcPts val="0"/>
              </a:spcAft>
              <a:buClr>
                <a:srgbClr val="C3250C"/>
              </a:buClr>
              <a:buSzPts val="3100"/>
              <a:buFont typeface="Georgia"/>
              <a:buNone/>
            </a:pPr>
            <a:r>
              <a:rPr i="0" lang="en-US" sz="3100">
                <a:solidFill>
                  <a:srgbClr val="C3250C"/>
                </a:solidFill>
                <a:latin typeface="Georgia"/>
                <a:ea typeface="Georgia"/>
                <a:cs typeface="Georgia"/>
                <a:sym typeface="Georgia"/>
              </a:rPr>
              <a:t>*</a:t>
            </a:r>
            <a:r>
              <a:rPr i="0" lang="en-US" sz="2400">
                <a:latin typeface="Trebuchet MS"/>
                <a:ea typeface="Trebuchet MS"/>
                <a:cs typeface="Trebuchet MS"/>
                <a:sym typeface="Trebuchet MS"/>
              </a:rPr>
              <a:t>Internet mengurangi halangan untuk memasuki pasar,  seperti kebutuhan akan tenaga penjualan, akses ke  jalur lain dan aset fisik</a:t>
            </a:r>
            <a:endParaRPr sz="2400">
              <a:latin typeface="Trebuchet MS"/>
              <a:ea typeface="Trebuchet MS"/>
              <a:cs typeface="Trebuchet MS"/>
              <a:sym typeface="Trebuchet MS"/>
            </a:endParaRPr>
          </a:p>
        </p:txBody>
      </p:sp>
      <p:sp>
        <p:nvSpPr>
          <p:cNvPr id="250" name="Google Shape;250;p12"/>
          <p:cNvSpPr txBox="1"/>
          <p:nvPr/>
        </p:nvSpPr>
        <p:spPr>
          <a:xfrm>
            <a:off x="505764" y="2991104"/>
            <a:ext cx="8133715" cy="1693545"/>
          </a:xfrm>
          <a:prstGeom prst="rect">
            <a:avLst/>
          </a:prstGeom>
          <a:noFill/>
          <a:ln>
            <a:noFill/>
          </a:ln>
        </p:spPr>
        <p:txBody>
          <a:bodyPr anchorCtr="0" anchor="t" bIns="0" lIns="0" spcFirstLastPara="1" rIns="0" wrap="square" tIns="15225">
            <a:spAutoFit/>
          </a:bodyPr>
          <a:lstStyle/>
          <a:p>
            <a:pPr indent="0" lvl="0" marL="12700" marR="0" rtl="0" algn="l">
              <a:lnSpc>
                <a:spcPct val="100000"/>
              </a:lnSpc>
              <a:spcBef>
                <a:spcPts val="0"/>
              </a:spcBef>
              <a:spcAft>
                <a:spcPts val="0"/>
              </a:spcAft>
              <a:buNone/>
            </a:pPr>
            <a:r>
              <a:rPr lang="en-US" sz="3100">
                <a:solidFill>
                  <a:srgbClr val="C3250C"/>
                </a:solidFill>
                <a:latin typeface="Georgia"/>
                <a:ea typeface="Georgia"/>
                <a:cs typeface="Georgia"/>
                <a:sym typeface="Georgia"/>
              </a:rPr>
              <a:t>*</a:t>
            </a:r>
            <a:r>
              <a:rPr b="1" lang="en-US" sz="2400">
                <a:solidFill>
                  <a:srgbClr val="404040"/>
                </a:solidFill>
                <a:latin typeface="Trebuchet MS"/>
                <a:ea typeface="Trebuchet MS"/>
                <a:cs typeface="Trebuchet MS"/>
                <a:sym typeface="Trebuchet MS"/>
              </a:rPr>
              <a:t>PERSAINGAN PERUSAHAAN DAN POSISI PERUSAHAAN</a:t>
            </a:r>
            <a:endParaRPr sz="2400">
              <a:solidFill>
                <a:schemeClr val="dk1"/>
              </a:solidFill>
              <a:latin typeface="Trebuchet MS"/>
              <a:ea typeface="Trebuchet MS"/>
              <a:cs typeface="Trebuchet MS"/>
              <a:sym typeface="Trebuchet MS"/>
            </a:endParaRPr>
          </a:p>
          <a:p>
            <a:pPr indent="-182879" lvl="0" marL="515619" marR="5080" rtl="0" algn="just">
              <a:lnSpc>
                <a:spcPct val="97700"/>
              </a:lnSpc>
              <a:spcBef>
                <a:spcPts val="135"/>
              </a:spcBef>
              <a:spcAft>
                <a:spcPts val="0"/>
              </a:spcAft>
              <a:buNone/>
            </a:pPr>
            <a:r>
              <a:rPr lang="en-US" sz="3100">
                <a:solidFill>
                  <a:srgbClr val="C3250C"/>
                </a:solidFill>
                <a:latin typeface="Georgia"/>
                <a:ea typeface="Georgia"/>
                <a:cs typeface="Georgia"/>
                <a:sym typeface="Georgia"/>
              </a:rPr>
              <a:t>*</a:t>
            </a:r>
            <a:r>
              <a:rPr lang="en-US" sz="2400">
                <a:solidFill>
                  <a:srgbClr val="404040"/>
                </a:solidFill>
                <a:latin typeface="Trebuchet MS"/>
                <a:ea typeface="Trebuchet MS"/>
                <a:cs typeface="Trebuchet MS"/>
                <a:sym typeface="Trebuchet MS"/>
              </a:rPr>
              <a:t>Memperluas pasar geografis, meningkatkan jumlah  pesaing, mengurangi perbedaan diantara para pesaing,  memberikan tekanan paa persaingan harga.</a:t>
            </a:r>
            <a:endParaRPr sz="2400">
              <a:solidFill>
                <a:schemeClr val="dk1"/>
              </a:solidFill>
              <a:latin typeface="Trebuchet MS"/>
              <a:ea typeface="Trebuchet MS"/>
              <a:cs typeface="Trebuchet MS"/>
              <a:sym typeface="Trebuchet M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grpSp>
        <p:nvGrpSpPr>
          <p:cNvPr id="255" name="Google Shape;255;p13"/>
          <p:cNvGrpSpPr/>
          <p:nvPr/>
        </p:nvGrpSpPr>
        <p:grpSpPr>
          <a:xfrm>
            <a:off x="249936" y="390525"/>
            <a:ext cx="8634983" cy="1255393"/>
            <a:chOff x="249936" y="390525"/>
            <a:chExt cx="8634983" cy="1255393"/>
          </a:xfrm>
        </p:grpSpPr>
        <p:pic>
          <p:nvPicPr>
            <p:cNvPr id="256" name="Google Shape;256;p13"/>
            <p:cNvPicPr preferRelativeResize="0"/>
            <p:nvPr/>
          </p:nvPicPr>
          <p:blipFill rotWithShape="1">
            <a:blip r:embed="rId3">
              <a:alphaModFix/>
            </a:blip>
            <a:srcRect b="0" l="0" r="0" t="0"/>
            <a:stretch/>
          </p:blipFill>
          <p:spPr>
            <a:xfrm>
              <a:off x="249936" y="600455"/>
              <a:ext cx="1621536" cy="588263"/>
            </a:xfrm>
            <a:prstGeom prst="rect">
              <a:avLst/>
            </a:prstGeom>
            <a:noFill/>
            <a:ln>
              <a:noFill/>
            </a:ln>
          </p:spPr>
        </p:pic>
        <p:pic>
          <p:nvPicPr>
            <p:cNvPr id="257" name="Google Shape;257;p13"/>
            <p:cNvPicPr preferRelativeResize="0"/>
            <p:nvPr/>
          </p:nvPicPr>
          <p:blipFill rotWithShape="1">
            <a:blip r:embed="rId4">
              <a:alphaModFix/>
            </a:blip>
            <a:srcRect b="0" l="0" r="0" t="0"/>
            <a:stretch/>
          </p:blipFill>
          <p:spPr>
            <a:xfrm>
              <a:off x="1505712" y="600455"/>
              <a:ext cx="2234184" cy="588263"/>
            </a:xfrm>
            <a:prstGeom prst="rect">
              <a:avLst/>
            </a:prstGeom>
            <a:noFill/>
            <a:ln>
              <a:noFill/>
            </a:ln>
          </p:spPr>
        </p:pic>
        <p:pic>
          <p:nvPicPr>
            <p:cNvPr id="258" name="Google Shape;258;p13"/>
            <p:cNvPicPr preferRelativeResize="0"/>
            <p:nvPr/>
          </p:nvPicPr>
          <p:blipFill rotWithShape="1">
            <a:blip r:embed="rId5">
              <a:alphaModFix/>
            </a:blip>
            <a:srcRect b="0" l="0" r="0" t="0"/>
            <a:stretch/>
          </p:blipFill>
          <p:spPr>
            <a:xfrm>
              <a:off x="3377184" y="600455"/>
              <a:ext cx="1414272" cy="588263"/>
            </a:xfrm>
            <a:prstGeom prst="rect">
              <a:avLst/>
            </a:prstGeom>
            <a:noFill/>
            <a:ln>
              <a:noFill/>
            </a:ln>
          </p:spPr>
        </p:pic>
        <p:pic>
          <p:nvPicPr>
            <p:cNvPr id="259" name="Google Shape;259;p13"/>
            <p:cNvPicPr preferRelativeResize="0"/>
            <p:nvPr/>
          </p:nvPicPr>
          <p:blipFill rotWithShape="1">
            <a:blip r:embed="rId6">
              <a:alphaModFix/>
            </a:blip>
            <a:srcRect b="0" l="0" r="0" t="0"/>
            <a:stretch/>
          </p:blipFill>
          <p:spPr>
            <a:xfrm>
              <a:off x="4315967" y="600455"/>
              <a:ext cx="1456943" cy="588263"/>
            </a:xfrm>
            <a:prstGeom prst="rect">
              <a:avLst/>
            </a:prstGeom>
            <a:noFill/>
            <a:ln>
              <a:noFill/>
            </a:ln>
          </p:spPr>
        </p:pic>
        <p:pic>
          <p:nvPicPr>
            <p:cNvPr id="260" name="Google Shape;260;p13"/>
            <p:cNvPicPr preferRelativeResize="0"/>
            <p:nvPr/>
          </p:nvPicPr>
          <p:blipFill rotWithShape="1">
            <a:blip r:embed="rId7">
              <a:alphaModFix/>
            </a:blip>
            <a:srcRect b="0" l="0" r="0" t="0"/>
            <a:stretch/>
          </p:blipFill>
          <p:spPr>
            <a:xfrm>
              <a:off x="5410199" y="600455"/>
              <a:ext cx="3474720" cy="588263"/>
            </a:xfrm>
            <a:prstGeom prst="rect">
              <a:avLst/>
            </a:prstGeom>
            <a:noFill/>
            <a:ln>
              <a:noFill/>
            </a:ln>
          </p:spPr>
        </p:pic>
        <p:pic>
          <p:nvPicPr>
            <p:cNvPr id="261" name="Google Shape;261;p13"/>
            <p:cNvPicPr preferRelativeResize="0"/>
            <p:nvPr/>
          </p:nvPicPr>
          <p:blipFill rotWithShape="1">
            <a:blip r:embed="rId8">
              <a:alphaModFix/>
            </a:blip>
            <a:srcRect b="0" l="0" r="0" t="0"/>
            <a:stretch/>
          </p:blipFill>
          <p:spPr>
            <a:xfrm>
              <a:off x="249936" y="1057655"/>
              <a:ext cx="1566671" cy="588263"/>
            </a:xfrm>
            <a:prstGeom prst="rect">
              <a:avLst/>
            </a:prstGeom>
            <a:noFill/>
            <a:ln>
              <a:noFill/>
            </a:ln>
          </p:spPr>
        </p:pic>
        <p:pic>
          <p:nvPicPr>
            <p:cNvPr id="262" name="Google Shape;262;p13"/>
            <p:cNvPicPr preferRelativeResize="0"/>
            <p:nvPr/>
          </p:nvPicPr>
          <p:blipFill rotWithShape="1">
            <a:blip r:embed="rId9">
              <a:alphaModFix/>
            </a:blip>
            <a:srcRect b="0" l="0" r="0" t="0"/>
            <a:stretch/>
          </p:blipFill>
          <p:spPr>
            <a:xfrm>
              <a:off x="1453895" y="1057655"/>
              <a:ext cx="3081528" cy="588263"/>
            </a:xfrm>
            <a:prstGeom prst="rect">
              <a:avLst/>
            </a:prstGeom>
            <a:noFill/>
            <a:ln>
              <a:noFill/>
            </a:ln>
          </p:spPr>
        </p:pic>
        <p:pic>
          <p:nvPicPr>
            <p:cNvPr id="263" name="Google Shape;263;p13"/>
            <p:cNvPicPr preferRelativeResize="0"/>
            <p:nvPr/>
          </p:nvPicPr>
          <p:blipFill rotWithShape="1">
            <a:blip r:embed="rId10">
              <a:alphaModFix/>
            </a:blip>
            <a:srcRect b="0" l="0" r="0" t="0"/>
            <a:stretch/>
          </p:blipFill>
          <p:spPr>
            <a:xfrm>
              <a:off x="4172711" y="1057655"/>
              <a:ext cx="1615439" cy="588263"/>
            </a:xfrm>
            <a:prstGeom prst="rect">
              <a:avLst/>
            </a:prstGeom>
            <a:noFill/>
            <a:ln>
              <a:noFill/>
            </a:ln>
          </p:spPr>
        </p:pic>
        <p:pic>
          <p:nvPicPr>
            <p:cNvPr id="264" name="Google Shape;264;p13"/>
            <p:cNvPicPr preferRelativeResize="0"/>
            <p:nvPr/>
          </p:nvPicPr>
          <p:blipFill rotWithShape="1">
            <a:blip r:embed="rId11">
              <a:alphaModFix/>
            </a:blip>
            <a:srcRect b="0" l="0" r="0" t="0"/>
            <a:stretch/>
          </p:blipFill>
          <p:spPr>
            <a:xfrm>
              <a:off x="5425440" y="1057655"/>
              <a:ext cx="1411223" cy="588263"/>
            </a:xfrm>
            <a:prstGeom prst="rect">
              <a:avLst/>
            </a:prstGeom>
            <a:noFill/>
            <a:ln>
              <a:noFill/>
            </a:ln>
          </p:spPr>
        </p:pic>
        <p:pic>
          <p:nvPicPr>
            <p:cNvPr id="265" name="Google Shape;265;p13"/>
            <p:cNvPicPr preferRelativeResize="0"/>
            <p:nvPr/>
          </p:nvPicPr>
          <p:blipFill rotWithShape="1">
            <a:blip r:embed="rId12">
              <a:alphaModFix/>
            </a:blip>
            <a:srcRect b="0" l="0" r="0" t="0"/>
            <a:stretch/>
          </p:blipFill>
          <p:spPr>
            <a:xfrm>
              <a:off x="6361176" y="1057655"/>
              <a:ext cx="1289303" cy="588263"/>
            </a:xfrm>
            <a:prstGeom prst="rect">
              <a:avLst/>
            </a:prstGeom>
            <a:noFill/>
            <a:ln>
              <a:noFill/>
            </a:ln>
          </p:spPr>
        </p:pic>
        <p:pic>
          <p:nvPicPr>
            <p:cNvPr id="266" name="Google Shape;266;p13"/>
            <p:cNvPicPr preferRelativeResize="0"/>
            <p:nvPr/>
          </p:nvPicPr>
          <p:blipFill rotWithShape="1">
            <a:blip r:embed="rId13">
              <a:alphaModFix/>
            </a:blip>
            <a:srcRect b="0" l="0" r="0" t="0"/>
            <a:stretch/>
          </p:blipFill>
          <p:spPr>
            <a:xfrm>
              <a:off x="514883" y="390525"/>
              <a:ext cx="1116558" cy="288416"/>
            </a:xfrm>
            <a:prstGeom prst="rect">
              <a:avLst/>
            </a:prstGeom>
            <a:noFill/>
            <a:ln>
              <a:noFill/>
            </a:ln>
          </p:spPr>
        </p:pic>
        <p:pic>
          <p:nvPicPr>
            <p:cNvPr id="267" name="Google Shape;267;p13"/>
            <p:cNvPicPr preferRelativeResize="0"/>
            <p:nvPr/>
          </p:nvPicPr>
          <p:blipFill rotWithShape="1">
            <a:blip r:embed="rId14">
              <a:alphaModFix/>
            </a:blip>
            <a:srcRect b="0" l="0" r="0" t="0"/>
            <a:stretch/>
          </p:blipFill>
          <p:spPr>
            <a:xfrm>
              <a:off x="1754886" y="398779"/>
              <a:ext cx="1722374" cy="354584"/>
            </a:xfrm>
            <a:prstGeom prst="rect">
              <a:avLst/>
            </a:prstGeom>
            <a:noFill/>
            <a:ln>
              <a:noFill/>
            </a:ln>
          </p:spPr>
        </p:pic>
        <p:pic>
          <p:nvPicPr>
            <p:cNvPr id="268" name="Google Shape;268;p13"/>
            <p:cNvPicPr preferRelativeResize="0"/>
            <p:nvPr/>
          </p:nvPicPr>
          <p:blipFill rotWithShape="1">
            <a:blip r:embed="rId15">
              <a:alphaModFix/>
            </a:blip>
            <a:srcRect b="0" l="0" r="0" t="0"/>
            <a:stretch/>
          </p:blipFill>
          <p:spPr>
            <a:xfrm>
              <a:off x="3615181" y="460629"/>
              <a:ext cx="818641" cy="292735"/>
            </a:xfrm>
            <a:prstGeom prst="rect">
              <a:avLst/>
            </a:prstGeom>
            <a:noFill/>
            <a:ln>
              <a:noFill/>
            </a:ln>
          </p:spPr>
        </p:pic>
        <p:pic>
          <p:nvPicPr>
            <p:cNvPr id="269" name="Google Shape;269;p13"/>
            <p:cNvPicPr preferRelativeResize="0"/>
            <p:nvPr/>
          </p:nvPicPr>
          <p:blipFill rotWithShape="1">
            <a:blip r:embed="rId16">
              <a:alphaModFix/>
            </a:blip>
            <a:srcRect b="0" l="0" r="0" t="0"/>
            <a:stretch/>
          </p:blipFill>
          <p:spPr>
            <a:xfrm>
              <a:off x="4578096" y="390525"/>
              <a:ext cx="943737" cy="288416"/>
            </a:xfrm>
            <a:prstGeom prst="rect">
              <a:avLst/>
            </a:prstGeom>
            <a:noFill/>
            <a:ln>
              <a:noFill/>
            </a:ln>
          </p:spPr>
        </p:pic>
        <p:pic>
          <p:nvPicPr>
            <p:cNvPr id="270" name="Google Shape;270;p13"/>
            <p:cNvPicPr preferRelativeResize="0"/>
            <p:nvPr/>
          </p:nvPicPr>
          <p:blipFill rotWithShape="1">
            <a:blip r:embed="rId17">
              <a:alphaModFix/>
            </a:blip>
            <a:srcRect b="0" l="0" r="0" t="0"/>
            <a:stretch/>
          </p:blipFill>
          <p:spPr>
            <a:xfrm>
              <a:off x="5663056" y="390525"/>
              <a:ext cx="2957702" cy="362838"/>
            </a:xfrm>
            <a:prstGeom prst="rect">
              <a:avLst/>
            </a:prstGeom>
            <a:noFill/>
            <a:ln>
              <a:noFill/>
            </a:ln>
          </p:spPr>
        </p:pic>
        <p:pic>
          <p:nvPicPr>
            <p:cNvPr id="271" name="Google Shape;271;p13"/>
            <p:cNvPicPr preferRelativeResize="0"/>
            <p:nvPr/>
          </p:nvPicPr>
          <p:blipFill rotWithShape="1">
            <a:blip r:embed="rId18">
              <a:alphaModFix/>
            </a:blip>
            <a:srcRect b="0" l="0" r="0" t="0"/>
            <a:stretch/>
          </p:blipFill>
          <p:spPr>
            <a:xfrm>
              <a:off x="1716024" y="847725"/>
              <a:ext cx="2555240" cy="288416"/>
            </a:xfrm>
            <a:prstGeom prst="rect">
              <a:avLst/>
            </a:prstGeom>
            <a:noFill/>
            <a:ln>
              <a:noFill/>
            </a:ln>
          </p:spPr>
        </p:pic>
        <p:pic>
          <p:nvPicPr>
            <p:cNvPr id="272" name="Google Shape;272;p13"/>
            <p:cNvPicPr preferRelativeResize="0"/>
            <p:nvPr/>
          </p:nvPicPr>
          <p:blipFill rotWithShape="1">
            <a:blip r:embed="rId19">
              <a:alphaModFix/>
            </a:blip>
            <a:srcRect b="0" l="0" r="0" t="0"/>
            <a:stretch/>
          </p:blipFill>
          <p:spPr>
            <a:xfrm>
              <a:off x="512089" y="847725"/>
              <a:ext cx="1055725" cy="288416"/>
            </a:xfrm>
            <a:prstGeom prst="rect">
              <a:avLst/>
            </a:prstGeom>
            <a:noFill/>
            <a:ln>
              <a:noFill/>
            </a:ln>
          </p:spPr>
        </p:pic>
        <p:pic>
          <p:nvPicPr>
            <p:cNvPr id="273" name="Google Shape;273;p13"/>
            <p:cNvPicPr preferRelativeResize="0"/>
            <p:nvPr/>
          </p:nvPicPr>
          <p:blipFill rotWithShape="1">
            <a:blip r:embed="rId20">
              <a:alphaModFix/>
            </a:blip>
            <a:srcRect b="0" l="0" r="0" t="0"/>
            <a:stretch/>
          </p:blipFill>
          <p:spPr>
            <a:xfrm>
              <a:off x="4421885" y="855980"/>
              <a:ext cx="1104011" cy="280162"/>
            </a:xfrm>
            <a:prstGeom prst="rect">
              <a:avLst/>
            </a:prstGeom>
            <a:noFill/>
            <a:ln>
              <a:noFill/>
            </a:ln>
          </p:spPr>
        </p:pic>
        <p:pic>
          <p:nvPicPr>
            <p:cNvPr id="274" name="Google Shape;274;p13"/>
            <p:cNvPicPr preferRelativeResize="0"/>
            <p:nvPr/>
          </p:nvPicPr>
          <p:blipFill rotWithShape="1">
            <a:blip r:embed="rId21">
              <a:alphaModFix/>
            </a:blip>
            <a:srcRect b="0" l="0" r="0" t="0"/>
            <a:stretch/>
          </p:blipFill>
          <p:spPr>
            <a:xfrm>
              <a:off x="6619620" y="847725"/>
              <a:ext cx="766826" cy="288416"/>
            </a:xfrm>
            <a:prstGeom prst="rect">
              <a:avLst/>
            </a:prstGeom>
            <a:noFill/>
            <a:ln>
              <a:noFill/>
            </a:ln>
          </p:spPr>
        </p:pic>
        <p:pic>
          <p:nvPicPr>
            <p:cNvPr id="275" name="Google Shape;275;p13"/>
            <p:cNvPicPr preferRelativeResize="0"/>
            <p:nvPr/>
          </p:nvPicPr>
          <p:blipFill rotWithShape="1">
            <a:blip r:embed="rId15">
              <a:alphaModFix/>
            </a:blip>
            <a:srcRect b="0" l="0" r="0" t="0"/>
            <a:stretch/>
          </p:blipFill>
          <p:spPr>
            <a:xfrm>
              <a:off x="5663437" y="917828"/>
              <a:ext cx="818641" cy="292735"/>
            </a:xfrm>
            <a:prstGeom prst="rect">
              <a:avLst/>
            </a:prstGeom>
            <a:noFill/>
            <a:ln>
              <a:noFill/>
            </a:ln>
          </p:spPr>
        </p:pic>
      </p:grpSp>
      <p:sp>
        <p:nvSpPr>
          <p:cNvPr id="276" name="Google Shape;276;p13"/>
          <p:cNvSpPr txBox="1"/>
          <p:nvPr>
            <p:ph type="title"/>
          </p:nvPr>
        </p:nvSpPr>
        <p:spPr>
          <a:xfrm>
            <a:off x="375310" y="1633474"/>
            <a:ext cx="7793355" cy="980440"/>
          </a:xfrm>
          <a:prstGeom prst="rect">
            <a:avLst/>
          </a:prstGeom>
          <a:noFill/>
          <a:ln>
            <a:noFill/>
          </a:ln>
        </p:spPr>
        <p:txBody>
          <a:bodyPr anchorCtr="0" anchor="ctr" bIns="0" lIns="0" spcFirstLastPara="1" rIns="0" wrap="square" tIns="15225">
            <a:spAutoFit/>
          </a:bodyPr>
          <a:lstStyle/>
          <a:p>
            <a:pPr indent="0" lvl="0" marL="12700" rtl="0" algn="l">
              <a:lnSpc>
                <a:spcPct val="100000"/>
              </a:lnSpc>
              <a:spcBef>
                <a:spcPts val="0"/>
              </a:spcBef>
              <a:spcAft>
                <a:spcPts val="0"/>
              </a:spcAft>
              <a:buClr>
                <a:srgbClr val="C3250C"/>
              </a:buClr>
              <a:buSzPts val="3100"/>
              <a:buFont typeface="Georgia"/>
              <a:buNone/>
            </a:pPr>
            <a:r>
              <a:rPr i="0" lang="en-US" sz="3100">
                <a:solidFill>
                  <a:srgbClr val="C3250C"/>
                </a:solidFill>
                <a:latin typeface="Georgia"/>
                <a:ea typeface="Georgia"/>
                <a:cs typeface="Georgia"/>
                <a:sym typeface="Georgia"/>
              </a:rPr>
              <a:t>*</a:t>
            </a:r>
            <a:r>
              <a:rPr i="0" lang="en-US" sz="2400">
                <a:latin typeface="Trebuchet MS"/>
                <a:ea typeface="Trebuchet MS"/>
                <a:cs typeface="Trebuchet MS"/>
                <a:sym typeface="Trebuchet MS"/>
              </a:rPr>
              <a:t>Lingkungan dimana organisasi berfungsi</a:t>
            </a:r>
            <a:endParaRPr sz="2400">
              <a:latin typeface="Trebuchet MS"/>
              <a:ea typeface="Trebuchet MS"/>
              <a:cs typeface="Trebuchet MS"/>
              <a:sym typeface="Trebuchet MS"/>
            </a:endParaRPr>
          </a:p>
          <a:p>
            <a:pPr indent="0" lvl="0" marL="12700" rtl="0" algn="l">
              <a:lnSpc>
                <a:spcPct val="100000"/>
              </a:lnSpc>
              <a:spcBef>
                <a:spcPts val="50"/>
              </a:spcBef>
              <a:spcAft>
                <a:spcPts val="0"/>
              </a:spcAft>
              <a:buClr>
                <a:srgbClr val="C3250C"/>
              </a:buClr>
              <a:buSzPts val="3100"/>
              <a:buFont typeface="Georgia"/>
              <a:buNone/>
            </a:pPr>
            <a:r>
              <a:rPr i="0" lang="en-US" sz="3100">
                <a:solidFill>
                  <a:srgbClr val="C3250C"/>
                </a:solidFill>
                <a:latin typeface="Georgia"/>
                <a:ea typeface="Georgia"/>
                <a:cs typeface="Georgia"/>
                <a:sym typeface="Georgia"/>
              </a:rPr>
              <a:t>*</a:t>
            </a:r>
            <a:r>
              <a:rPr i="0" lang="en-US" sz="2400">
                <a:latin typeface="Trebuchet MS"/>
                <a:ea typeface="Trebuchet MS"/>
                <a:cs typeface="Trebuchet MS"/>
                <a:sym typeface="Trebuchet MS"/>
              </a:rPr>
              <a:t>Struktur organisasi : hirarki, spesialisasi, rutinitas dan</a:t>
            </a:r>
            <a:endParaRPr sz="2400">
              <a:latin typeface="Trebuchet MS"/>
              <a:ea typeface="Trebuchet MS"/>
              <a:cs typeface="Trebuchet MS"/>
              <a:sym typeface="Trebuchet MS"/>
            </a:endParaRPr>
          </a:p>
        </p:txBody>
      </p:sp>
      <p:sp>
        <p:nvSpPr>
          <p:cNvPr id="277" name="Google Shape;277;p13"/>
          <p:cNvSpPr txBox="1"/>
          <p:nvPr/>
        </p:nvSpPr>
        <p:spPr>
          <a:xfrm>
            <a:off x="375310" y="2569590"/>
            <a:ext cx="7793990" cy="3398520"/>
          </a:xfrm>
          <a:prstGeom prst="rect">
            <a:avLst/>
          </a:prstGeom>
          <a:noFill/>
          <a:ln>
            <a:noFill/>
          </a:ln>
        </p:spPr>
        <p:txBody>
          <a:bodyPr anchorCtr="0" anchor="t" bIns="0" lIns="0" spcFirstLastPara="1" rIns="0" wrap="square" tIns="12700">
            <a:spAutoFit/>
          </a:bodyPr>
          <a:lstStyle/>
          <a:p>
            <a:pPr indent="0" lvl="0" marL="195580" marR="0" rtl="0" algn="l">
              <a:lnSpc>
                <a:spcPct val="100000"/>
              </a:lnSpc>
              <a:spcBef>
                <a:spcPts val="0"/>
              </a:spcBef>
              <a:spcAft>
                <a:spcPts val="0"/>
              </a:spcAft>
              <a:buNone/>
            </a:pPr>
            <a:r>
              <a:rPr lang="en-US" sz="2400">
                <a:solidFill>
                  <a:srgbClr val="404040"/>
                </a:solidFill>
                <a:latin typeface="Trebuchet MS"/>
                <a:ea typeface="Trebuchet MS"/>
                <a:cs typeface="Trebuchet MS"/>
                <a:sym typeface="Trebuchet MS"/>
              </a:rPr>
              <a:t>proses bisnis</a:t>
            </a:r>
            <a:endParaRPr sz="2400">
              <a:solidFill>
                <a:schemeClr val="dk1"/>
              </a:solidFill>
              <a:latin typeface="Trebuchet MS"/>
              <a:ea typeface="Trebuchet MS"/>
              <a:cs typeface="Trebuchet MS"/>
              <a:sym typeface="Trebuchet MS"/>
            </a:endParaRPr>
          </a:p>
          <a:p>
            <a:pPr indent="0" lvl="0" marL="12700" marR="0" rtl="0" algn="just">
              <a:lnSpc>
                <a:spcPct val="100000"/>
              </a:lnSpc>
              <a:spcBef>
                <a:spcPts val="165"/>
              </a:spcBef>
              <a:spcAft>
                <a:spcPts val="0"/>
              </a:spcAft>
              <a:buNone/>
            </a:pPr>
            <a:r>
              <a:rPr lang="en-US" sz="3100">
                <a:solidFill>
                  <a:srgbClr val="C3250C"/>
                </a:solidFill>
                <a:latin typeface="Georgia"/>
                <a:ea typeface="Georgia"/>
                <a:cs typeface="Georgia"/>
                <a:sym typeface="Georgia"/>
              </a:rPr>
              <a:t>*</a:t>
            </a:r>
            <a:r>
              <a:rPr lang="en-US" sz="2400">
                <a:solidFill>
                  <a:srgbClr val="404040"/>
                </a:solidFill>
                <a:latin typeface="Trebuchet MS"/>
                <a:ea typeface="Trebuchet MS"/>
                <a:cs typeface="Trebuchet MS"/>
                <a:sym typeface="Trebuchet MS"/>
              </a:rPr>
              <a:t>Budaya dan politik organisasi</a:t>
            </a:r>
            <a:endParaRPr sz="2400">
              <a:solidFill>
                <a:schemeClr val="dk1"/>
              </a:solidFill>
              <a:latin typeface="Trebuchet MS"/>
              <a:ea typeface="Trebuchet MS"/>
              <a:cs typeface="Trebuchet MS"/>
              <a:sym typeface="Trebuchet MS"/>
            </a:endParaRPr>
          </a:p>
          <a:p>
            <a:pPr indent="0" lvl="0" marL="12700" marR="0" rtl="0" algn="just">
              <a:lnSpc>
                <a:spcPct val="100000"/>
              </a:lnSpc>
              <a:spcBef>
                <a:spcPts val="50"/>
              </a:spcBef>
              <a:spcAft>
                <a:spcPts val="0"/>
              </a:spcAft>
              <a:buNone/>
            </a:pPr>
            <a:r>
              <a:rPr lang="en-US" sz="3100">
                <a:solidFill>
                  <a:srgbClr val="C3250C"/>
                </a:solidFill>
                <a:latin typeface="Georgia"/>
                <a:ea typeface="Georgia"/>
                <a:cs typeface="Georgia"/>
                <a:sym typeface="Georgia"/>
              </a:rPr>
              <a:t>*</a:t>
            </a:r>
            <a:r>
              <a:rPr lang="en-US" sz="2400">
                <a:solidFill>
                  <a:srgbClr val="404040"/>
                </a:solidFill>
                <a:latin typeface="Trebuchet MS"/>
                <a:ea typeface="Trebuchet MS"/>
                <a:cs typeface="Trebuchet MS"/>
                <a:sym typeface="Trebuchet MS"/>
              </a:rPr>
              <a:t>Jenis organisasi dan gaya kepemimpinan</a:t>
            </a:r>
            <a:endParaRPr sz="2400">
              <a:solidFill>
                <a:schemeClr val="dk1"/>
              </a:solidFill>
              <a:latin typeface="Trebuchet MS"/>
              <a:ea typeface="Trebuchet MS"/>
              <a:cs typeface="Trebuchet MS"/>
              <a:sym typeface="Trebuchet MS"/>
            </a:endParaRPr>
          </a:p>
          <a:p>
            <a:pPr indent="-183515" lvl="0" marL="195580" marR="8255" rtl="0" algn="just">
              <a:lnSpc>
                <a:spcPct val="97700"/>
              </a:lnSpc>
              <a:spcBef>
                <a:spcPts val="110"/>
              </a:spcBef>
              <a:spcAft>
                <a:spcPts val="0"/>
              </a:spcAft>
              <a:buNone/>
            </a:pPr>
            <a:r>
              <a:rPr lang="en-US" sz="3100">
                <a:solidFill>
                  <a:srgbClr val="C3250C"/>
                </a:solidFill>
                <a:latin typeface="Georgia"/>
                <a:ea typeface="Georgia"/>
                <a:cs typeface="Georgia"/>
                <a:sym typeface="Georgia"/>
              </a:rPr>
              <a:t>*</a:t>
            </a:r>
            <a:r>
              <a:rPr lang="en-US" sz="2400">
                <a:solidFill>
                  <a:srgbClr val="404040"/>
                </a:solidFill>
                <a:latin typeface="Trebuchet MS"/>
                <a:ea typeface="Trebuchet MS"/>
                <a:cs typeface="Trebuchet MS"/>
                <a:sym typeface="Trebuchet MS"/>
              </a:rPr>
              <a:t>Kelompok kepentingan utama yang dipengaruhi oleh  sistem dan sikap dari karyawan yang akan  menggunakan sistem</a:t>
            </a:r>
            <a:endParaRPr sz="2400">
              <a:solidFill>
                <a:schemeClr val="dk1"/>
              </a:solidFill>
              <a:latin typeface="Trebuchet MS"/>
              <a:ea typeface="Trebuchet MS"/>
              <a:cs typeface="Trebuchet MS"/>
              <a:sym typeface="Trebuchet MS"/>
            </a:endParaRPr>
          </a:p>
          <a:p>
            <a:pPr indent="-183515" lvl="0" marL="195580" marR="5080" rtl="0" algn="just">
              <a:lnSpc>
                <a:spcPct val="95500"/>
              </a:lnSpc>
              <a:spcBef>
                <a:spcPts val="355"/>
              </a:spcBef>
              <a:spcAft>
                <a:spcPts val="0"/>
              </a:spcAft>
              <a:buNone/>
            </a:pPr>
            <a:r>
              <a:rPr lang="en-US" sz="3100">
                <a:solidFill>
                  <a:srgbClr val="C3250C"/>
                </a:solidFill>
                <a:latin typeface="Georgia"/>
                <a:ea typeface="Georgia"/>
                <a:cs typeface="Georgia"/>
                <a:sym typeface="Georgia"/>
              </a:rPr>
              <a:t>*</a:t>
            </a:r>
            <a:r>
              <a:rPr lang="en-US" sz="2400">
                <a:solidFill>
                  <a:srgbClr val="404040"/>
                </a:solidFill>
                <a:latin typeface="Trebuchet MS"/>
                <a:ea typeface="Trebuchet MS"/>
                <a:cs typeface="Trebuchet MS"/>
                <a:sym typeface="Trebuchet MS"/>
              </a:rPr>
              <a:t>Jenis tugas, keputusan dan proses bisnis dimana sistem  informasi dirancang untuk membantunya.</a:t>
            </a:r>
            <a:endParaRPr sz="2400">
              <a:solidFill>
                <a:schemeClr val="dk1"/>
              </a:solidFill>
              <a:latin typeface="Trebuchet MS"/>
              <a:ea typeface="Trebuchet MS"/>
              <a:cs typeface="Trebuchet MS"/>
              <a:sym typeface="Trebuchet M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grpSp>
        <p:nvGrpSpPr>
          <p:cNvPr id="282" name="Google Shape;282;p14"/>
          <p:cNvGrpSpPr/>
          <p:nvPr/>
        </p:nvGrpSpPr>
        <p:grpSpPr>
          <a:xfrm>
            <a:off x="219456" y="197485"/>
            <a:ext cx="8781288" cy="1329563"/>
            <a:chOff x="219456" y="197485"/>
            <a:chExt cx="8781288" cy="1329563"/>
          </a:xfrm>
        </p:grpSpPr>
        <p:pic>
          <p:nvPicPr>
            <p:cNvPr id="283" name="Google Shape;283;p14"/>
            <p:cNvPicPr preferRelativeResize="0"/>
            <p:nvPr/>
          </p:nvPicPr>
          <p:blipFill rotWithShape="1">
            <a:blip r:embed="rId3">
              <a:alphaModFix/>
            </a:blip>
            <a:srcRect b="0" l="0" r="0" t="0"/>
            <a:stretch/>
          </p:blipFill>
          <p:spPr>
            <a:xfrm>
              <a:off x="219456" y="411480"/>
              <a:ext cx="8781288" cy="627888"/>
            </a:xfrm>
            <a:prstGeom prst="rect">
              <a:avLst/>
            </a:prstGeom>
            <a:noFill/>
            <a:ln>
              <a:noFill/>
            </a:ln>
          </p:spPr>
        </p:pic>
        <p:pic>
          <p:nvPicPr>
            <p:cNvPr id="284" name="Google Shape;284;p14"/>
            <p:cNvPicPr preferRelativeResize="0"/>
            <p:nvPr/>
          </p:nvPicPr>
          <p:blipFill rotWithShape="1">
            <a:blip r:embed="rId4">
              <a:alphaModFix/>
            </a:blip>
            <a:srcRect b="0" l="0" r="0" t="0"/>
            <a:stretch/>
          </p:blipFill>
          <p:spPr>
            <a:xfrm>
              <a:off x="219456" y="899160"/>
              <a:ext cx="6903720" cy="627888"/>
            </a:xfrm>
            <a:prstGeom prst="rect">
              <a:avLst/>
            </a:prstGeom>
            <a:noFill/>
            <a:ln>
              <a:noFill/>
            </a:ln>
          </p:spPr>
        </p:pic>
        <p:pic>
          <p:nvPicPr>
            <p:cNvPr id="285" name="Google Shape;285;p14"/>
            <p:cNvPicPr preferRelativeResize="0"/>
            <p:nvPr/>
          </p:nvPicPr>
          <p:blipFill rotWithShape="1">
            <a:blip r:embed="rId5">
              <a:alphaModFix/>
            </a:blip>
            <a:srcRect b="0" l="0" r="0" t="0"/>
            <a:stretch/>
          </p:blipFill>
          <p:spPr>
            <a:xfrm>
              <a:off x="502132" y="197485"/>
              <a:ext cx="8120405" cy="300101"/>
            </a:xfrm>
            <a:prstGeom prst="rect">
              <a:avLst/>
            </a:prstGeom>
            <a:noFill/>
            <a:ln>
              <a:noFill/>
            </a:ln>
          </p:spPr>
        </p:pic>
        <p:pic>
          <p:nvPicPr>
            <p:cNvPr id="286" name="Google Shape;286;p14"/>
            <p:cNvPicPr preferRelativeResize="0"/>
            <p:nvPr/>
          </p:nvPicPr>
          <p:blipFill rotWithShape="1">
            <a:blip r:embed="rId6">
              <a:alphaModFix/>
            </a:blip>
            <a:srcRect b="0" l="0" r="0" t="0"/>
            <a:stretch/>
          </p:blipFill>
          <p:spPr>
            <a:xfrm>
              <a:off x="476402" y="685165"/>
              <a:ext cx="6376771" cy="300100"/>
            </a:xfrm>
            <a:prstGeom prst="rect">
              <a:avLst/>
            </a:prstGeom>
            <a:noFill/>
            <a:ln>
              <a:noFill/>
            </a:ln>
          </p:spPr>
        </p:pic>
      </p:grpSp>
      <p:sp>
        <p:nvSpPr>
          <p:cNvPr id="287" name="Google Shape;287;p14"/>
          <p:cNvSpPr txBox="1"/>
          <p:nvPr>
            <p:ph type="title"/>
          </p:nvPr>
        </p:nvSpPr>
        <p:spPr>
          <a:xfrm>
            <a:off x="410362" y="1194561"/>
            <a:ext cx="8161020" cy="1454150"/>
          </a:xfrm>
          <a:prstGeom prst="rect">
            <a:avLst/>
          </a:prstGeom>
          <a:noFill/>
          <a:ln>
            <a:noFill/>
          </a:ln>
        </p:spPr>
        <p:txBody>
          <a:bodyPr anchorCtr="0" anchor="ctr" bIns="0" lIns="0" spcFirstLastPara="1" rIns="0" wrap="square" tIns="13325">
            <a:spAutoFit/>
          </a:bodyPr>
          <a:lstStyle/>
          <a:p>
            <a:pPr indent="0" lvl="0" marL="12700" rtl="0" algn="l">
              <a:lnSpc>
                <a:spcPct val="116140"/>
              </a:lnSpc>
              <a:spcBef>
                <a:spcPts val="0"/>
              </a:spcBef>
              <a:spcAft>
                <a:spcPts val="0"/>
              </a:spcAft>
              <a:buClr>
                <a:srgbClr val="C3250C"/>
              </a:buClr>
              <a:buSzPts val="2850"/>
              <a:buFont typeface="Georgia"/>
              <a:buNone/>
            </a:pPr>
            <a:r>
              <a:rPr i="0" lang="en-US" sz="2850">
                <a:solidFill>
                  <a:srgbClr val="C3250C"/>
                </a:solidFill>
                <a:latin typeface="Georgia"/>
                <a:ea typeface="Georgia"/>
                <a:cs typeface="Georgia"/>
                <a:sym typeface="Georgia"/>
              </a:rPr>
              <a:t>*</a:t>
            </a:r>
            <a:r>
              <a:rPr b="1" i="0" lang="en-US">
                <a:latin typeface="Trebuchet MS"/>
                <a:ea typeface="Trebuchet MS"/>
                <a:cs typeface="Trebuchet MS"/>
                <a:sym typeface="Trebuchet MS"/>
              </a:rPr>
              <a:t>Kepemimpinan harga Rendah</a:t>
            </a:r>
            <a:endParaRPr sz="2850">
              <a:latin typeface="Trebuchet MS"/>
              <a:ea typeface="Trebuchet MS"/>
              <a:cs typeface="Trebuchet MS"/>
              <a:sym typeface="Trebuchet MS"/>
            </a:endParaRPr>
          </a:p>
          <a:p>
            <a:pPr indent="-183514" lvl="0" marL="515619" marR="5080" rtl="0" algn="l">
              <a:lnSpc>
                <a:spcPct val="87900"/>
              </a:lnSpc>
              <a:spcBef>
                <a:spcPts val="300"/>
              </a:spcBef>
              <a:spcAft>
                <a:spcPts val="0"/>
              </a:spcAft>
              <a:buClr>
                <a:srgbClr val="C3250C"/>
              </a:buClr>
              <a:buSzPts val="2850"/>
              <a:buFont typeface="Georgia"/>
              <a:buNone/>
            </a:pPr>
            <a:r>
              <a:rPr i="0" lang="en-US" sz="2850">
                <a:solidFill>
                  <a:srgbClr val="C3250C"/>
                </a:solidFill>
                <a:latin typeface="Georgia"/>
                <a:ea typeface="Georgia"/>
                <a:cs typeface="Georgia"/>
                <a:sym typeface="Georgia"/>
              </a:rPr>
              <a:t>*</a:t>
            </a:r>
            <a:r>
              <a:rPr i="0" lang="en-US">
                <a:latin typeface="Trebuchet MS"/>
                <a:ea typeface="Trebuchet MS"/>
                <a:cs typeface="Trebuchet MS"/>
                <a:sym typeface="Trebuchet MS"/>
              </a:rPr>
              <a:t>Gunakan SI untuk membuat produk dan jasa pada harga yang  lebih rendah dari pesaing dengan peningkatan kualitas dan  pelayanan.</a:t>
            </a:r>
            <a:endParaRPr sz="2850">
              <a:latin typeface="Trebuchet MS"/>
              <a:ea typeface="Trebuchet MS"/>
              <a:cs typeface="Trebuchet MS"/>
              <a:sym typeface="Trebuchet MS"/>
            </a:endParaRPr>
          </a:p>
        </p:txBody>
      </p:sp>
      <p:sp>
        <p:nvSpPr>
          <p:cNvPr id="288" name="Google Shape;288;p14"/>
          <p:cNvSpPr txBox="1"/>
          <p:nvPr/>
        </p:nvSpPr>
        <p:spPr>
          <a:xfrm>
            <a:off x="410362" y="2612516"/>
            <a:ext cx="8524240" cy="3384550"/>
          </a:xfrm>
          <a:prstGeom prst="rect">
            <a:avLst/>
          </a:prstGeom>
          <a:noFill/>
          <a:ln>
            <a:noFill/>
          </a:ln>
        </p:spPr>
        <p:txBody>
          <a:bodyPr anchorCtr="0" anchor="t" bIns="0" lIns="0" spcFirstLastPara="1" rIns="0" wrap="square" tIns="13325">
            <a:spAutoFit/>
          </a:bodyPr>
          <a:lstStyle/>
          <a:p>
            <a:pPr indent="0" lvl="0" marL="12700" marR="0" rtl="0" algn="l">
              <a:lnSpc>
                <a:spcPct val="116140"/>
              </a:lnSpc>
              <a:spcBef>
                <a:spcPts val="0"/>
              </a:spcBef>
              <a:spcAft>
                <a:spcPts val="0"/>
              </a:spcAft>
              <a:buNone/>
            </a:pPr>
            <a:r>
              <a:rPr lang="en-US" sz="2850">
                <a:solidFill>
                  <a:srgbClr val="C3250C"/>
                </a:solidFill>
                <a:latin typeface="Georgia"/>
                <a:ea typeface="Georgia"/>
                <a:cs typeface="Georgia"/>
                <a:sym typeface="Georgia"/>
              </a:rPr>
              <a:t>*</a:t>
            </a:r>
            <a:r>
              <a:rPr b="1" lang="en-US" sz="2200">
                <a:solidFill>
                  <a:srgbClr val="404040"/>
                </a:solidFill>
                <a:latin typeface="Trebuchet MS"/>
                <a:ea typeface="Trebuchet MS"/>
                <a:cs typeface="Trebuchet MS"/>
                <a:sym typeface="Trebuchet MS"/>
              </a:rPr>
              <a:t>Diferensiasi Produk</a:t>
            </a:r>
            <a:endParaRPr sz="2200">
              <a:solidFill>
                <a:schemeClr val="dk1"/>
              </a:solidFill>
              <a:latin typeface="Trebuchet MS"/>
              <a:ea typeface="Trebuchet MS"/>
              <a:cs typeface="Trebuchet MS"/>
              <a:sym typeface="Trebuchet MS"/>
            </a:endParaRPr>
          </a:p>
          <a:p>
            <a:pPr indent="0" lvl="0" marL="332740" marR="0" rtl="0" algn="l">
              <a:lnSpc>
                <a:spcPct val="109122"/>
              </a:lnSpc>
              <a:spcBef>
                <a:spcPts val="0"/>
              </a:spcBef>
              <a:spcAft>
                <a:spcPts val="0"/>
              </a:spcAft>
              <a:buNone/>
            </a:pPr>
            <a:r>
              <a:rPr lang="en-US" sz="2850">
                <a:solidFill>
                  <a:srgbClr val="C3250C"/>
                </a:solidFill>
                <a:latin typeface="Georgia"/>
                <a:ea typeface="Georgia"/>
                <a:cs typeface="Georgia"/>
                <a:sym typeface="Georgia"/>
              </a:rPr>
              <a:t>*</a:t>
            </a:r>
            <a:r>
              <a:rPr lang="en-US" sz="2200">
                <a:solidFill>
                  <a:srgbClr val="404040"/>
                </a:solidFill>
                <a:latin typeface="Trebuchet MS"/>
                <a:ea typeface="Trebuchet MS"/>
                <a:cs typeface="Trebuchet MS"/>
                <a:sym typeface="Trebuchet MS"/>
              </a:rPr>
              <a:t>Gunakan SI untuk membedakan produk dan mengadakan produk</a:t>
            </a:r>
            <a:endParaRPr sz="2200">
              <a:solidFill>
                <a:schemeClr val="dk1"/>
              </a:solidFill>
              <a:latin typeface="Trebuchet MS"/>
              <a:ea typeface="Trebuchet MS"/>
              <a:cs typeface="Trebuchet MS"/>
              <a:sym typeface="Trebuchet MS"/>
            </a:endParaRPr>
          </a:p>
          <a:p>
            <a:pPr indent="0" lvl="0" marL="515619" marR="0" rtl="0" algn="l">
              <a:lnSpc>
                <a:spcPct val="109318"/>
              </a:lnSpc>
              <a:spcBef>
                <a:spcPts val="0"/>
              </a:spcBef>
              <a:spcAft>
                <a:spcPts val="0"/>
              </a:spcAft>
              <a:buNone/>
            </a:pPr>
            <a:r>
              <a:rPr lang="en-US" sz="2200">
                <a:solidFill>
                  <a:srgbClr val="404040"/>
                </a:solidFill>
                <a:latin typeface="Trebuchet MS"/>
                <a:ea typeface="Trebuchet MS"/>
                <a:cs typeface="Trebuchet MS"/>
                <a:sym typeface="Trebuchet MS"/>
              </a:rPr>
              <a:t>dan jasa baru</a:t>
            </a:r>
            <a:endParaRPr sz="2200">
              <a:solidFill>
                <a:schemeClr val="dk1"/>
              </a:solidFill>
              <a:latin typeface="Trebuchet MS"/>
              <a:ea typeface="Trebuchet MS"/>
              <a:cs typeface="Trebuchet MS"/>
              <a:sym typeface="Trebuchet MS"/>
            </a:endParaRPr>
          </a:p>
          <a:p>
            <a:pPr indent="0" lvl="0" marL="12700" marR="0" rtl="0" algn="l">
              <a:lnSpc>
                <a:spcPct val="114736"/>
              </a:lnSpc>
              <a:spcBef>
                <a:spcPts val="0"/>
              </a:spcBef>
              <a:spcAft>
                <a:spcPts val="0"/>
              </a:spcAft>
              <a:buNone/>
            </a:pPr>
            <a:r>
              <a:rPr lang="en-US" sz="2850">
                <a:solidFill>
                  <a:srgbClr val="C3250C"/>
                </a:solidFill>
                <a:latin typeface="Georgia"/>
                <a:ea typeface="Georgia"/>
                <a:cs typeface="Georgia"/>
                <a:sym typeface="Georgia"/>
              </a:rPr>
              <a:t>*</a:t>
            </a:r>
            <a:r>
              <a:rPr b="1" lang="en-US" sz="2200">
                <a:solidFill>
                  <a:srgbClr val="404040"/>
                </a:solidFill>
                <a:latin typeface="Trebuchet MS"/>
                <a:ea typeface="Trebuchet MS"/>
                <a:cs typeface="Trebuchet MS"/>
                <a:sym typeface="Trebuchet MS"/>
              </a:rPr>
              <a:t>Berfokus pada peluang pasar</a:t>
            </a:r>
            <a:endParaRPr sz="2200">
              <a:solidFill>
                <a:schemeClr val="dk1"/>
              </a:solidFill>
              <a:latin typeface="Trebuchet MS"/>
              <a:ea typeface="Trebuchet MS"/>
              <a:cs typeface="Trebuchet MS"/>
              <a:sym typeface="Trebuchet MS"/>
            </a:endParaRPr>
          </a:p>
          <a:p>
            <a:pPr indent="-183514" lvl="0" marL="515619" marR="739140" rtl="0" algn="l">
              <a:lnSpc>
                <a:spcPct val="85800"/>
              </a:lnSpc>
              <a:spcBef>
                <a:spcPts val="370"/>
              </a:spcBef>
              <a:spcAft>
                <a:spcPts val="0"/>
              </a:spcAft>
              <a:buNone/>
            </a:pPr>
            <a:r>
              <a:rPr lang="en-US" sz="2850">
                <a:solidFill>
                  <a:srgbClr val="C3250C"/>
                </a:solidFill>
                <a:latin typeface="Georgia"/>
                <a:ea typeface="Georgia"/>
                <a:cs typeface="Georgia"/>
                <a:sym typeface="Georgia"/>
              </a:rPr>
              <a:t>*</a:t>
            </a:r>
            <a:r>
              <a:rPr lang="en-US" sz="2200">
                <a:solidFill>
                  <a:srgbClr val="404040"/>
                </a:solidFill>
                <a:latin typeface="Trebuchet MS"/>
                <a:ea typeface="Trebuchet MS"/>
                <a:cs typeface="Trebuchet MS"/>
                <a:sym typeface="Trebuchet MS"/>
              </a:rPr>
              <a:t>Gunakan SI untuk memungkinkan strategi yang fokus pada  peluang pasar, spesialisasi.</a:t>
            </a:r>
            <a:endParaRPr sz="2200">
              <a:solidFill>
                <a:schemeClr val="dk1"/>
              </a:solidFill>
              <a:latin typeface="Trebuchet MS"/>
              <a:ea typeface="Trebuchet MS"/>
              <a:cs typeface="Trebuchet MS"/>
              <a:sym typeface="Trebuchet MS"/>
            </a:endParaRPr>
          </a:p>
          <a:p>
            <a:pPr indent="0" lvl="0" marL="12700" marR="0" rtl="0" algn="l">
              <a:lnSpc>
                <a:spcPct val="113508"/>
              </a:lnSpc>
              <a:spcBef>
                <a:spcPts val="0"/>
              </a:spcBef>
              <a:spcAft>
                <a:spcPts val="0"/>
              </a:spcAft>
              <a:buNone/>
            </a:pPr>
            <a:r>
              <a:rPr lang="en-US" sz="2850">
                <a:solidFill>
                  <a:srgbClr val="C3250C"/>
                </a:solidFill>
                <a:latin typeface="Georgia"/>
                <a:ea typeface="Georgia"/>
                <a:cs typeface="Georgia"/>
                <a:sym typeface="Georgia"/>
              </a:rPr>
              <a:t>*</a:t>
            </a:r>
            <a:r>
              <a:rPr b="1" lang="en-US" sz="2200">
                <a:solidFill>
                  <a:srgbClr val="404040"/>
                </a:solidFill>
                <a:latin typeface="Trebuchet MS"/>
                <a:ea typeface="Trebuchet MS"/>
                <a:cs typeface="Trebuchet MS"/>
                <a:sym typeface="Trebuchet MS"/>
              </a:rPr>
              <a:t>Menguatkan keakraban pelanggan dan pemasok</a:t>
            </a:r>
            <a:endParaRPr sz="2200">
              <a:solidFill>
                <a:schemeClr val="dk1"/>
              </a:solidFill>
              <a:latin typeface="Trebuchet MS"/>
              <a:ea typeface="Trebuchet MS"/>
              <a:cs typeface="Trebuchet MS"/>
              <a:sym typeface="Trebuchet MS"/>
            </a:endParaRPr>
          </a:p>
          <a:p>
            <a:pPr indent="0" lvl="0" marL="332740" marR="0" rtl="0" algn="l">
              <a:lnSpc>
                <a:spcPct val="109122"/>
              </a:lnSpc>
              <a:spcBef>
                <a:spcPts val="0"/>
              </a:spcBef>
              <a:spcAft>
                <a:spcPts val="0"/>
              </a:spcAft>
              <a:buNone/>
            </a:pPr>
            <a:r>
              <a:rPr lang="en-US" sz="2850">
                <a:solidFill>
                  <a:srgbClr val="C3250C"/>
                </a:solidFill>
                <a:latin typeface="Georgia"/>
                <a:ea typeface="Georgia"/>
                <a:cs typeface="Georgia"/>
                <a:sym typeface="Georgia"/>
              </a:rPr>
              <a:t>*</a:t>
            </a:r>
            <a:r>
              <a:rPr lang="en-US" sz="2200">
                <a:solidFill>
                  <a:srgbClr val="404040"/>
                </a:solidFill>
                <a:latin typeface="Trebuchet MS"/>
                <a:ea typeface="Trebuchet MS"/>
                <a:cs typeface="Trebuchet MS"/>
                <a:sym typeface="Trebuchet MS"/>
              </a:rPr>
              <a:t>Gunakan SI untuk mengembangkan hubungan kuat dengan</a:t>
            </a:r>
            <a:endParaRPr sz="2200">
              <a:solidFill>
                <a:schemeClr val="dk1"/>
              </a:solidFill>
              <a:latin typeface="Trebuchet MS"/>
              <a:ea typeface="Trebuchet MS"/>
              <a:cs typeface="Trebuchet MS"/>
              <a:sym typeface="Trebuchet MS"/>
            </a:endParaRPr>
          </a:p>
          <a:p>
            <a:pPr indent="0" lvl="0" marL="515619" marR="0" rtl="0" algn="l">
              <a:lnSpc>
                <a:spcPct val="111136"/>
              </a:lnSpc>
              <a:spcBef>
                <a:spcPts val="0"/>
              </a:spcBef>
              <a:spcAft>
                <a:spcPts val="0"/>
              </a:spcAft>
              <a:buNone/>
            </a:pPr>
            <a:r>
              <a:rPr lang="en-US" sz="2200">
                <a:solidFill>
                  <a:srgbClr val="404040"/>
                </a:solidFill>
                <a:latin typeface="Trebuchet MS"/>
                <a:ea typeface="Trebuchet MS"/>
                <a:cs typeface="Trebuchet MS"/>
                <a:sym typeface="Trebuchet MS"/>
              </a:rPr>
              <a:t>kesetiaan pelanggan dan pemasok.</a:t>
            </a:r>
            <a:endParaRPr sz="2200">
              <a:solidFill>
                <a:schemeClr val="dk1"/>
              </a:solidFill>
              <a:latin typeface="Trebuchet MS"/>
              <a:ea typeface="Trebuchet MS"/>
              <a:cs typeface="Trebuchet MS"/>
              <a:sym typeface="Trebuchet M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grpSp>
        <p:nvGrpSpPr>
          <p:cNvPr id="293" name="Google Shape;293;p15"/>
          <p:cNvGrpSpPr/>
          <p:nvPr/>
        </p:nvGrpSpPr>
        <p:grpSpPr>
          <a:xfrm>
            <a:off x="23495" y="11373"/>
            <a:ext cx="9144000" cy="6857999"/>
            <a:chOff x="0" y="0"/>
            <a:chExt cx="9144000" cy="6857999"/>
          </a:xfrm>
        </p:grpSpPr>
        <p:pic>
          <p:nvPicPr>
            <p:cNvPr id="294" name="Google Shape;294;p15"/>
            <p:cNvPicPr preferRelativeResize="0"/>
            <p:nvPr/>
          </p:nvPicPr>
          <p:blipFill rotWithShape="1">
            <a:blip r:embed="rId3">
              <a:alphaModFix/>
            </a:blip>
            <a:srcRect b="0" l="0" r="0" t="0"/>
            <a:stretch/>
          </p:blipFill>
          <p:spPr>
            <a:xfrm>
              <a:off x="0" y="0"/>
              <a:ext cx="9144000" cy="6857999"/>
            </a:xfrm>
            <a:prstGeom prst="rect">
              <a:avLst/>
            </a:prstGeom>
            <a:noFill/>
            <a:ln>
              <a:noFill/>
            </a:ln>
          </p:spPr>
        </p:pic>
        <p:pic>
          <p:nvPicPr>
            <p:cNvPr id="295" name="Google Shape;295;p15"/>
            <p:cNvPicPr preferRelativeResize="0"/>
            <p:nvPr/>
          </p:nvPicPr>
          <p:blipFill rotWithShape="1">
            <a:blip r:embed="rId4">
              <a:alphaModFix/>
            </a:blip>
            <a:srcRect b="0" l="0" r="0" t="0"/>
            <a:stretch/>
          </p:blipFill>
          <p:spPr>
            <a:xfrm>
              <a:off x="0" y="1600212"/>
              <a:ext cx="9144000" cy="5105400"/>
            </a:xfrm>
            <a:prstGeom prst="rect">
              <a:avLst/>
            </a:prstGeom>
            <a:noFill/>
            <a:ln>
              <a:noFill/>
            </a:ln>
          </p:spPr>
        </p:pic>
        <p:pic>
          <p:nvPicPr>
            <p:cNvPr id="296" name="Google Shape;296;p15"/>
            <p:cNvPicPr preferRelativeResize="0"/>
            <p:nvPr/>
          </p:nvPicPr>
          <p:blipFill rotWithShape="1">
            <a:blip r:embed="rId5">
              <a:alphaModFix/>
            </a:blip>
            <a:srcRect b="0" l="0" r="0" t="0"/>
            <a:stretch/>
          </p:blipFill>
          <p:spPr>
            <a:xfrm>
              <a:off x="975359" y="405384"/>
              <a:ext cx="7327392" cy="701039"/>
            </a:xfrm>
            <a:prstGeom prst="rect">
              <a:avLst/>
            </a:prstGeom>
            <a:noFill/>
            <a:ln>
              <a:noFill/>
            </a:ln>
          </p:spPr>
        </p:pic>
        <p:pic>
          <p:nvPicPr>
            <p:cNvPr id="297" name="Google Shape;297;p15"/>
            <p:cNvPicPr preferRelativeResize="0"/>
            <p:nvPr/>
          </p:nvPicPr>
          <p:blipFill rotWithShape="1">
            <a:blip r:embed="rId6">
              <a:alphaModFix/>
            </a:blip>
            <a:srcRect b="0" l="0" r="0" t="0"/>
            <a:stretch/>
          </p:blipFill>
          <p:spPr>
            <a:xfrm>
              <a:off x="536448" y="954024"/>
              <a:ext cx="8071104" cy="701039"/>
            </a:xfrm>
            <a:prstGeom prst="rect">
              <a:avLst/>
            </a:prstGeom>
            <a:noFill/>
            <a:ln>
              <a:noFill/>
            </a:ln>
          </p:spPr>
        </p:pic>
        <p:pic>
          <p:nvPicPr>
            <p:cNvPr id="298" name="Google Shape;298;p15"/>
            <p:cNvPicPr preferRelativeResize="0"/>
            <p:nvPr/>
          </p:nvPicPr>
          <p:blipFill rotWithShape="1">
            <a:blip r:embed="rId7">
              <a:alphaModFix/>
            </a:blip>
            <a:srcRect b="0" l="0" r="0" t="0"/>
            <a:stretch/>
          </p:blipFill>
          <p:spPr>
            <a:xfrm>
              <a:off x="1276857" y="157861"/>
              <a:ext cx="6572377" cy="416306"/>
            </a:xfrm>
            <a:prstGeom prst="rect">
              <a:avLst/>
            </a:prstGeom>
            <a:noFill/>
            <a:ln>
              <a:noFill/>
            </a:ln>
          </p:spPr>
        </p:pic>
        <p:pic>
          <p:nvPicPr>
            <p:cNvPr id="299" name="Google Shape;299;p15"/>
            <p:cNvPicPr preferRelativeResize="0"/>
            <p:nvPr/>
          </p:nvPicPr>
          <p:blipFill rotWithShape="1">
            <a:blip r:embed="rId8">
              <a:alphaModFix/>
            </a:blip>
            <a:srcRect b="0" l="0" r="0" t="0"/>
            <a:stretch/>
          </p:blipFill>
          <p:spPr>
            <a:xfrm>
              <a:off x="837996" y="706755"/>
              <a:ext cx="7453198" cy="338200"/>
            </a:xfrm>
            <a:prstGeom prst="rect">
              <a:avLst/>
            </a:prstGeom>
            <a:noFill/>
            <a:ln>
              <a:noFill/>
            </a:ln>
          </p:spPr>
        </p:pic>
      </p:grpSp>
      <p:sp>
        <p:nvSpPr>
          <p:cNvPr id="300" name="Google Shape;300;p15"/>
          <p:cNvSpPr txBox="1"/>
          <p:nvPr/>
        </p:nvSpPr>
        <p:spPr>
          <a:xfrm>
            <a:off x="124460" y="1381350"/>
            <a:ext cx="8942070" cy="5317490"/>
          </a:xfrm>
          <a:prstGeom prst="rect">
            <a:avLst/>
          </a:prstGeom>
          <a:noFill/>
          <a:ln>
            <a:noFill/>
          </a:ln>
        </p:spPr>
        <p:txBody>
          <a:bodyPr anchorCtr="0" anchor="t" bIns="0" lIns="0" spcFirstLastPara="1" rIns="0" wrap="square" tIns="0">
            <a:spAutoFit/>
          </a:bodyPr>
          <a:lstStyle/>
          <a:p>
            <a:pPr indent="0" lvl="0" marL="12700" marR="0" rtl="0" algn="just">
              <a:lnSpc>
                <a:spcPct val="105769"/>
              </a:lnSpc>
              <a:spcBef>
                <a:spcPts val="0"/>
              </a:spcBef>
              <a:spcAft>
                <a:spcPts val="0"/>
              </a:spcAft>
              <a:buNone/>
            </a:pPr>
            <a:r>
              <a:rPr lang="en-US" sz="2600">
                <a:solidFill>
                  <a:srgbClr val="C3250C"/>
                </a:solidFill>
                <a:latin typeface="Georgia"/>
                <a:ea typeface="Georgia"/>
                <a:cs typeface="Georgia"/>
                <a:sym typeface="Georgia"/>
              </a:rPr>
              <a:t>*</a:t>
            </a:r>
            <a:r>
              <a:rPr lang="en-US" sz="2000">
                <a:solidFill>
                  <a:srgbClr val="404040"/>
                </a:solidFill>
                <a:latin typeface="Trebuchet MS"/>
                <a:ea typeface="Trebuchet MS"/>
                <a:cs typeface="Trebuchet MS"/>
                <a:sym typeface="Trebuchet MS"/>
              </a:rPr>
              <a:t>Perusahaan besar umumnya merupakan sekumpulan bisnis</a:t>
            </a:r>
            <a:endParaRPr sz="2000">
              <a:solidFill>
                <a:schemeClr val="dk1"/>
              </a:solidFill>
              <a:latin typeface="Trebuchet MS"/>
              <a:ea typeface="Trebuchet MS"/>
              <a:cs typeface="Trebuchet MS"/>
              <a:sym typeface="Trebuchet MS"/>
            </a:endParaRPr>
          </a:p>
          <a:p>
            <a:pPr indent="0" lvl="0" marL="12700" marR="0" rtl="0" algn="just">
              <a:lnSpc>
                <a:spcPct val="117692"/>
              </a:lnSpc>
              <a:spcBef>
                <a:spcPts val="50"/>
              </a:spcBef>
              <a:spcAft>
                <a:spcPts val="0"/>
              </a:spcAft>
              <a:buNone/>
            </a:pPr>
            <a:r>
              <a:rPr lang="en-US" sz="2600">
                <a:solidFill>
                  <a:srgbClr val="C3250C"/>
                </a:solidFill>
                <a:latin typeface="Georgia"/>
                <a:ea typeface="Georgia"/>
                <a:cs typeface="Georgia"/>
                <a:sym typeface="Georgia"/>
              </a:rPr>
              <a:t>*</a:t>
            </a:r>
            <a:r>
              <a:rPr lang="en-US" sz="2000">
                <a:solidFill>
                  <a:srgbClr val="404040"/>
                </a:solidFill>
                <a:latin typeface="Trebuchet MS"/>
                <a:ea typeface="Trebuchet MS"/>
                <a:cs typeface="Trebuchet MS"/>
                <a:sym typeface="Trebuchet MS"/>
              </a:rPr>
              <a:t>SI dapat meningkatkan kinerja keseluruhan dari unit bisnis ini dengan</a:t>
            </a:r>
            <a:endParaRPr sz="2000">
              <a:solidFill>
                <a:schemeClr val="dk1"/>
              </a:solidFill>
              <a:latin typeface="Trebuchet MS"/>
              <a:ea typeface="Trebuchet MS"/>
              <a:cs typeface="Trebuchet MS"/>
              <a:sym typeface="Trebuchet MS"/>
            </a:endParaRPr>
          </a:p>
          <a:p>
            <a:pPr indent="0" lvl="0" marL="194945" marR="0" rtl="0" algn="l">
              <a:lnSpc>
                <a:spcPct val="116999"/>
              </a:lnSpc>
              <a:spcBef>
                <a:spcPts val="0"/>
              </a:spcBef>
              <a:spcAft>
                <a:spcPts val="0"/>
              </a:spcAft>
              <a:buNone/>
            </a:pPr>
            <a:r>
              <a:rPr lang="en-US" sz="2000">
                <a:solidFill>
                  <a:srgbClr val="404040"/>
                </a:solidFill>
                <a:latin typeface="Trebuchet MS"/>
                <a:ea typeface="Trebuchet MS"/>
                <a:cs typeface="Trebuchet MS"/>
                <a:sym typeface="Trebuchet MS"/>
              </a:rPr>
              <a:t>mempromosikan sinergi dan kompetensi inti.</a:t>
            </a:r>
            <a:endParaRPr sz="2000">
              <a:solidFill>
                <a:schemeClr val="dk1"/>
              </a:solidFill>
              <a:latin typeface="Trebuchet MS"/>
              <a:ea typeface="Trebuchet MS"/>
              <a:cs typeface="Trebuchet MS"/>
              <a:sym typeface="Trebuchet MS"/>
            </a:endParaRPr>
          </a:p>
          <a:p>
            <a:pPr indent="0" lvl="0" marL="12700" marR="0" rtl="0" algn="just">
              <a:lnSpc>
                <a:spcPct val="100000"/>
              </a:lnSpc>
              <a:spcBef>
                <a:spcPts val="190"/>
              </a:spcBef>
              <a:spcAft>
                <a:spcPts val="0"/>
              </a:spcAft>
              <a:buNone/>
            </a:pPr>
            <a:r>
              <a:rPr lang="en-US" sz="2600">
                <a:solidFill>
                  <a:srgbClr val="C3250C"/>
                </a:solidFill>
                <a:latin typeface="Georgia"/>
                <a:ea typeface="Georgia"/>
                <a:cs typeface="Georgia"/>
                <a:sym typeface="Georgia"/>
              </a:rPr>
              <a:t>*</a:t>
            </a:r>
            <a:r>
              <a:rPr lang="en-US" sz="2000">
                <a:solidFill>
                  <a:srgbClr val="404040"/>
                </a:solidFill>
                <a:latin typeface="Trebuchet MS"/>
                <a:ea typeface="Trebuchet MS"/>
                <a:cs typeface="Trebuchet MS"/>
                <a:sym typeface="Trebuchet MS"/>
              </a:rPr>
              <a:t>Sinergi</a:t>
            </a:r>
            <a:endParaRPr sz="2000">
              <a:solidFill>
                <a:schemeClr val="dk1"/>
              </a:solidFill>
              <a:latin typeface="Trebuchet MS"/>
              <a:ea typeface="Trebuchet MS"/>
              <a:cs typeface="Trebuchet MS"/>
              <a:sym typeface="Trebuchet MS"/>
            </a:endParaRPr>
          </a:p>
          <a:p>
            <a:pPr indent="0" lvl="0" marL="332740" marR="0" rtl="0" algn="just">
              <a:lnSpc>
                <a:spcPct val="100000"/>
              </a:lnSpc>
              <a:spcBef>
                <a:spcPts val="50"/>
              </a:spcBef>
              <a:spcAft>
                <a:spcPts val="0"/>
              </a:spcAft>
              <a:buNone/>
            </a:pPr>
            <a:r>
              <a:rPr lang="en-US" sz="2600">
                <a:solidFill>
                  <a:srgbClr val="C3250C"/>
                </a:solidFill>
                <a:latin typeface="Georgia"/>
                <a:ea typeface="Georgia"/>
                <a:cs typeface="Georgia"/>
                <a:sym typeface="Georgia"/>
              </a:rPr>
              <a:t>*</a:t>
            </a:r>
            <a:r>
              <a:rPr lang="en-US" sz="2000">
                <a:solidFill>
                  <a:srgbClr val="404040"/>
                </a:solidFill>
                <a:latin typeface="Trebuchet MS"/>
                <a:ea typeface="Trebuchet MS"/>
                <a:cs typeface="Trebuchet MS"/>
                <a:sym typeface="Trebuchet MS"/>
              </a:rPr>
              <a:t>Ketika output beberapa unit dapat digunakan sebagai input unit lain.</a:t>
            </a:r>
            <a:endParaRPr sz="2000">
              <a:solidFill>
                <a:schemeClr val="dk1"/>
              </a:solidFill>
              <a:latin typeface="Trebuchet MS"/>
              <a:ea typeface="Trebuchet MS"/>
              <a:cs typeface="Trebuchet MS"/>
              <a:sym typeface="Trebuchet MS"/>
            </a:endParaRPr>
          </a:p>
          <a:p>
            <a:pPr indent="0" lvl="0" marL="12700" marR="0" rtl="0" algn="just">
              <a:lnSpc>
                <a:spcPct val="100000"/>
              </a:lnSpc>
              <a:spcBef>
                <a:spcPts val="70"/>
              </a:spcBef>
              <a:spcAft>
                <a:spcPts val="0"/>
              </a:spcAft>
              <a:buNone/>
            </a:pPr>
            <a:r>
              <a:rPr lang="en-US" sz="2600">
                <a:solidFill>
                  <a:srgbClr val="C3250C"/>
                </a:solidFill>
                <a:latin typeface="Georgia"/>
                <a:ea typeface="Georgia"/>
                <a:cs typeface="Georgia"/>
                <a:sym typeface="Georgia"/>
              </a:rPr>
              <a:t>*</a:t>
            </a:r>
            <a:r>
              <a:rPr lang="en-US" sz="2000">
                <a:solidFill>
                  <a:srgbClr val="404040"/>
                </a:solidFill>
                <a:latin typeface="Trebuchet MS"/>
                <a:ea typeface="Trebuchet MS"/>
                <a:cs typeface="Trebuchet MS"/>
                <a:sym typeface="Trebuchet MS"/>
              </a:rPr>
              <a:t>Kompetensi Inti</a:t>
            </a:r>
            <a:endParaRPr sz="2000">
              <a:solidFill>
                <a:schemeClr val="dk1"/>
              </a:solidFill>
              <a:latin typeface="Trebuchet MS"/>
              <a:ea typeface="Trebuchet MS"/>
              <a:cs typeface="Trebuchet MS"/>
              <a:sym typeface="Trebuchet MS"/>
            </a:endParaRPr>
          </a:p>
          <a:p>
            <a:pPr indent="0" lvl="0" marL="332740" marR="0" rtl="0" algn="just">
              <a:lnSpc>
                <a:spcPct val="100000"/>
              </a:lnSpc>
              <a:spcBef>
                <a:spcPts val="55"/>
              </a:spcBef>
              <a:spcAft>
                <a:spcPts val="0"/>
              </a:spcAft>
              <a:buNone/>
            </a:pPr>
            <a:r>
              <a:rPr lang="en-US" sz="2600">
                <a:solidFill>
                  <a:srgbClr val="C3250C"/>
                </a:solidFill>
                <a:latin typeface="Georgia"/>
                <a:ea typeface="Georgia"/>
                <a:cs typeface="Georgia"/>
                <a:sym typeface="Georgia"/>
              </a:rPr>
              <a:t>*</a:t>
            </a:r>
            <a:r>
              <a:rPr lang="en-US" sz="2000">
                <a:solidFill>
                  <a:srgbClr val="404040"/>
                </a:solidFill>
                <a:latin typeface="Trebuchet MS"/>
                <a:ea typeface="Trebuchet MS"/>
                <a:cs typeface="Trebuchet MS"/>
                <a:sym typeface="Trebuchet MS"/>
              </a:rPr>
              <a:t>Aktivitas dimana perusahaan adalah pemimpin kelas dunia</a:t>
            </a:r>
            <a:endParaRPr sz="2000">
              <a:solidFill>
                <a:schemeClr val="dk1"/>
              </a:solidFill>
              <a:latin typeface="Trebuchet MS"/>
              <a:ea typeface="Trebuchet MS"/>
              <a:cs typeface="Trebuchet MS"/>
              <a:sym typeface="Trebuchet MS"/>
            </a:endParaRPr>
          </a:p>
          <a:p>
            <a:pPr indent="0" lvl="0" marL="12700" marR="0" rtl="0" algn="just">
              <a:lnSpc>
                <a:spcPct val="100000"/>
              </a:lnSpc>
              <a:spcBef>
                <a:spcPts val="70"/>
              </a:spcBef>
              <a:spcAft>
                <a:spcPts val="0"/>
              </a:spcAft>
              <a:buNone/>
            </a:pPr>
            <a:r>
              <a:rPr lang="en-US" sz="2600">
                <a:solidFill>
                  <a:srgbClr val="C3250C"/>
                </a:solidFill>
                <a:latin typeface="Georgia"/>
                <a:ea typeface="Georgia"/>
                <a:cs typeface="Georgia"/>
                <a:sym typeface="Georgia"/>
              </a:rPr>
              <a:t>*</a:t>
            </a:r>
            <a:r>
              <a:rPr lang="en-US" sz="2000">
                <a:solidFill>
                  <a:srgbClr val="404040"/>
                </a:solidFill>
                <a:latin typeface="Trebuchet MS"/>
                <a:ea typeface="Trebuchet MS"/>
                <a:cs typeface="Trebuchet MS"/>
                <a:sym typeface="Trebuchet MS"/>
              </a:rPr>
              <a:t>Strategi Berdasarkan jaringan</a:t>
            </a:r>
            <a:endParaRPr sz="2000">
              <a:solidFill>
                <a:schemeClr val="dk1"/>
              </a:solidFill>
              <a:latin typeface="Trebuchet MS"/>
              <a:ea typeface="Trebuchet MS"/>
              <a:cs typeface="Trebuchet MS"/>
              <a:sym typeface="Trebuchet MS"/>
            </a:endParaRPr>
          </a:p>
          <a:p>
            <a:pPr indent="-182879" lvl="0" marL="515619" marR="5080" rtl="0" algn="just">
              <a:lnSpc>
                <a:spcPct val="97600"/>
              </a:lnSpc>
              <a:spcBef>
                <a:spcPts val="125"/>
              </a:spcBef>
              <a:spcAft>
                <a:spcPts val="0"/>
              </a:spcAft>
              <a:buNone/>
            </a:pPr>
            <a:r>
              <a:rPr lang="en-US" sz="2600">
                <a:solidFill>
                  <a:srgbClr val="C3250C"/>
                </a:solidFill>
                <a:latin typeface="Georgia"/>
                <a:ea typeface="Georgia"/>
                <a:cs typeface="Georgia"/>
                <a:sym typeface="Georgia"/>
              </a:rPr>
              <a:t>*</a:t>
            </a:r>
            <a:r>
              <a:rPr lang="en-US" sz="2000">
                <a:solidFill>
                  <a:srgbClr val="404040"/>
                </a:solidFill>
                <a:latin typeface="Trebuchet MS"/>
                <a:ea typeface="Trebuchet MS"/>
                <a:cs typeface="Trebuchet MS"/>
                <a:sym typeface="Trebuchet MS"/>
              </a:rPr>
              <a:t>Ketersediaan Internet dan Teknologi Jaringan telah memunculkan strategi  yang mengambil keuntungan dari kemampuan perusahaan menciptakan  jaringan satu sama lain.</a:t>
            </a:r>
            <a:endParaRPr sz="2000">
              <a:solidFill>
                <a:schemeClr val="dk1"/>
              </a:solidFill>
              <a:latin typeface="Trebuchet MS"/>
              <a:ea typeface="Trebuchet MS"/>
              <a:cs typeface="Trebuchet MS"/>
              <a:sym typeface="Trebuchet MS"/>
            </a:endParaRPr>
          </a:p>
          <a:p>
            <a:pPr indent="0" lvl="0" marL="607060" marR="0" rtl="0" algn="l">
              <a:lnSpc>
                <a:spcPct val="100000"/>
              </a:lnSpc>
              <a:spcBef>
                <a:spcPts val="195"/>
              </a:spcBef>
              <a:spcAft>
                <a:spcPts val="0"/>
              </a:spcAft>
              <a:buNone/>
            </a:pPr>
            <a:r>
              <a:rPr lang="en-US" sz="2600">
                <a:solidFill>
                  <a:srgbClr val="C3250C"/>
                </a:solidFill>
                <a:latin typeface="Georgia"/>
                <a:ea typeface="Georgia"/>
                <a:cs typeface="Georgia"/>
                <a:sym typeface="Georgia"/>
              </a:rPr>
              <a:t>*</a:t>
            </a:r>
            <a:r>
              <a:rPr lang="en-US" sz="2000">
                <a:solidFill>
                  <a:srgbClr val="404040"/>
                </a:solidFill>
                <a:latin typeface="Trebuchet MS"/>
                <a:ea typeface="Trebuchet MS"/>
                <a:cs typeface="Trebuchet MS"/>
                <a:sym typeface="Trebuchet MS"/>
              </a:rPr>
              <a:t>Penggunaan Ekonomi jaringan</a:t>
            </a:r>
            <a:endParaRPr sz="2000">
              <a:solidFill>
                <a:schemeClr val="dk1"/>
              </a:solidFill>
              <a:latin typeface="Trebuchet MS"/>
              <a:ea typeface="Trebuchet MS"/>
              <a:cs typeface="Trebuchet MS"/>
              <a:sym typeface="Trebuchet MS"/>
            </a:endParaRPr>
          </a:p>
          <a:p>
            <a:pPr indent="0" lvl="0" marL="607060" marR="0" rtl="0" algn="l">
              <a:lnSpc>
                <a:spcPct val="100000"/>
              </a:lnSpc>
              <a:spcBef>
                <a:spcPts val="50"/>
              </a:spcBef>
              <a:spcAft>
                <a:spcPts val="0"/>
              </a:spcAft>
              <a:buNone/>
            </a:pPr>
            <a:r>
              <a:rPr lang="en-US" sz="2600">
                <a:solidFill>
                  <a:srgbClr val="C3250C"/>
                </a:solidFill>
                <a:latin typeface="Georgia"/>
                <a:ea typeface="Georgia"/>
                <a:cs typeface="Georgia"/>
                <a:sym typeface="Georgia"/>
              </a:rPr>
              <a:t>*</a:t>
            </a:r>
            <a:r>
              <a:rPr lang="en-US" sz="2000">
                <a:solidFill>
                  <a:srgbClr val="404040"/>
                </a:solidFill>
                <a:latin typeface="Trebuchet MS"/>
                <a:ea typeface="Trebuchet MS"/>
                <a:cs typeface="Trebuchet MS"/>
                <a:sym typeface="Trebuchet MS"/>
              </a:rPr>
              <a:t>Model perusahaan Virtual</a:t>
            </a:r>
            <a:endParaRPr sz="2000">
              <a:solidFill>
                <a:schemeClr val="dk1"/>
              </a:solidFill>
              <a:latin typeface="Trebuchet MS"/>
              <a:ea typeface="Trebuchet MS"/>
              <a:cs typeface="Trebuchet MS"/>
              <a:sym typeface="Trebuchet MS"/>
            </a:endParaRPr>
          </a:p>
          <a:p>
            <a:pPr indent="0" lvl="0" marL="607060" marR="0" rtl="0" algn="l">
              <a:lnSpc>
                <a:spcPct val="100000"/>
              </a:lnSpc>
              <a:spcBef>
                <a:spcPts val="70"/>
              </a:spcBef>
              <a:spcAft>
                <a:spcPts val="0"/>
              </a:spcAft>
              <a:buNone/>
            </a:pPr>
            <a:r>
              <a:rPr lang="en-US" sz="2600">
                <a:solidFill>
                  <a:srgbClr val="C3250C"/>
                </a:solidFill>
                <a:latin typeface="Georgia"/>
                <a:ea typeface="Georgia"/>
                <a:cs typeface="Georgia"/>
                <a:sym typeface="Georgia"/>
              </a:rPr>
              <a:t>*</a:t>
            </a:r>
            <a:r>
              <a:rPr lang="en-US" sz="2000">
                <a:solidFill>
                  <a:srgbClr val="404040"/>
                </a:solidFill>
                <a:latin typeface="Trebuchet MS"/>
                <a:ea typeface="Trebuchet MS"/>
                <a:cs typeface="Trebuchet MS"/>
                <a:sym typeface="Trebuchet MS"/>
              </a:rPr>
              <a:t>Ekosistem Bisnis</a:t>
            </a:r>
            <a:endParaRPr sz="2000">
              <a:solidFill>
                <a:schemeClr val="dk1"/>
              </a:solidFill>
              <a:latin typeface="Trebuchet MS"/>
              <a:ea typeface="Trebuchet MS"/>
              <a:cs typeface="Trebuchet MS"/>
              <a:sym typeface="Trebuchet M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grpSp>
        <p:nvGrpSpPr>
          <p:cNvPr id="305" name="Google Shape;305;p16"/>
          <p:cNvGrpSpPr/>
          <p:nvPr/>
        </p:nvGrpSpPr>
        <p:grpSpPr>
          <a:xfrm>
            <a:off x="295656" y="289179"/>
            <a:ext cx="8540496" cy="1079373"/>
            <a:chOff x="295656" y="289179"/>
            <a:chExt cx="8540496" cy="1079373"/>
          </a:xfrm>
        </p:grpSpPr>
        <p:pic>
          <p:nvPicPr>
            <p:cNvPr id="306" name="Google Shape;306;p16"/>
            <p:cNvPicPr preferRelativeResize="0"/>
            <p:nvPr/>
          </p:nvPicPr>
          <p:blipFill rotWithShape="1">
            <a:blip r:embed="rId3">
              <a:alphaModFix/>
            </a:blip>
            <a:srcRect b="0" l="0" r="0" t="0"/>
            <a:stretch/>
          </p:blipFill>
          <p:spPr>
            <a:xfrm>
              <a:off x="295656" y="569976"/>
              <a:ext cx="8540496" cy="798576"/>
            </a:xfrm>
            <a:prstGeom prst="rect">
              <a:avLst/>
            </a:prstGeom>
            <a:noFill/>
            <a:ln>
              <a:noFill/>
            </a:ln>
          </p:spPr>
        </p:pic>
        <p:pic>
          <p:nvPicPr>
            <p:cNvPr id="307" name="Google Shape;307;p16"/>
            <p:cNvPicPr preferRelativeResize="0"/>
            <p:nvPr/>
          </p:nvPicPr>
          <p:blipFill rotWithShape="1">
            <a:blip r:embed="rId4">
              <a:alphaModFix/>
            </a:blip>
            <a:srcRect b="0" l="0" r="0" t="0"/>
            <a:stretch/>
          </p:blipFill>
          <p:spPr>
            <a:xfrm>
              <a:off x="636054" y="289179"/>
              <a:ext cx="7860245" cy="385445"/>
            </a:xfrm>
            <a:prstGeom prst="rect">
              <a:avLst/>
            </a:prstGeom>
            <a:noFill/>
            <a:ln>
              <a:noFill/>
            </a:ln>
          </p:spPr>
        </p:pic>
      </p:grpSp>
      <p:sp>
        <p:nvSpPr>
          <p:cNvPr id="308" name="Google Shape;308;p16"/>
          <p:cNvSpPr txBox="1"/>
          <p:nvPr>
            <p:ph type="title"/>
          </p:nvPr>
        </p:nvSpPr>
        <p:spPr>
          <a:xfrm>
            <a:off x="124460" y="1129741"/>
            <a:ext cx="8943975" cy="848994"/>
          </a:xfrm>
          <a:prstGeom prst="rect">
            <a:avLst/>
          </a:prstGeom>
          <a:noFill/>
          <a:ln>
            <a:noFill/>
          </a:ln>
        </p:spPr>
        <p:txBody>
          <a:bodyPr anchorCtr="0" anchor="ctr" bIns="0" lIns="0" spcFirstLastPara="1" rIns="0" wrap="square" tIns="36825">
            <a:spAutoFit/>
          </a:bodyPr>
          <a:lstStyle/>
          <a:p>
            <a:pPr indent="-182880" lvl="0" marL="194945" marR="5080" rtl="0" algn="l">
              <a:lnSpc>
                <a:spcPct val="95400"/>
              </a:lnSpc>
              <a:spcBef>
                <a:spcPts val="0"/>
              </a:spcBef>
              <a:spcAft>
                <a:spcPts val="0"/>
              </a:spcAft>
              <a:buClr>
                <a:srgbClr val="C3250C"/>
              </a:buClr>
              <a:buSzPts val="3100"/>
              <a:buFont typeface="Georgia"/>
              <a:buNone/>
            </a:pPr>
            <a:r>
              <a:rPr i="0" lang="en-US" sz="3100">
                <a:solidFill>
                  <a:srgbClr val="C3250C"/>
                </a:solidFill>
                <a:latin typeface="Georgia"/>
                <a:ea typeface="Georgia"/>
                <a:cs typeface="Georgia"/>
                <a:sym typeface="Georgia"/>
              </a:rPr>
              <a:t>*</a:t>
            </a:r>
            <a:r>
              <a:rPr i="0" lang="en-US" sz="2400">
                <a:latin typeface="Trebuchet MS"/>
                <a:ea typeface="Trebuchet MS"/>
                <a:cs typeface="Trebuchet MS"/>
                <a:sym typeface="Trebuchet MS"/>
              </a:rPr>
              <a:t>Perusahaan	Virtual	</a:t>
            </a:r>
            <a:r>
              <a:rPr lang="en-US" sz="2400"/>
              <a:t>(Virtual	Company)		</a:t>
            </a:r>
            <a:r>
              <a:rPr i="0" lang="en-US" sz="2400">
                <a:latin typeface="Trebuchet MS"/>
                <a:ea typeface="Trebuchet MS"/>
                <a:cs typeface="Trebuchet MS"/>
                <a:sym typeface="Trebuchet MS"/>
              </a:rPr>
              <a:t>merupakan	organisasi  virtual	yang	menggunakan	 jaringan	untuk	menghubungkan</a:t>
            </a:r>
            <a:endParaRPr sz="2400">
              <a:latin typeface="Trebuchet MS"/>
              <a:ea typeface="Trebuchet MS"/>
              <a:cs typeface="Trebuchet MS"/>
              <a:sym typeface="Trebuchet MS"/>
            </a:endParaRPr>
          </a:p>
        </p:txBody>
      </p:sp>
      <p:sp>
        <p:nvSpPr>
          <p:cNvPr id="309" name="Google Shape;309;p16"/>
          <p:cNvSpPr txBox="1"/>
          <p:nvPr/>
        </p:nvSpPr>
        <p:spPr>
          <a:xfrm>
            <a:off x="307340" y="2319273"/>
            <a:ext cx="4141470" cy="3911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2400">
                <a:solidFill>
                  <a:srgbClr val="404040"/>
                </a:solidFill>
                <a:latin typeface="Trebuchet MS"/>
                <a:ea typeface="Trebuchet MS"/>
                <a:cs typeface="Trebuchet MS"/>
                <a:sym typeface="Trebuchet MS"/>
              </a:rPr>
              <a:t>bersatu	dengan	perusahaan</a:t>
            </a:r>
            <a:endParaRPr sz="2400">
              <a:solidFill>
                <a:schemeClr val="dk1"/>
              </a:solidFill>
              <a:latin typeface="Trebuchet MS"/>
              <a:ea typeface="Trebuchet MS"/>
              <a:cs typeface="Trebuchet MS"/>
              <a:sym typeface="Trebuchet MS"/>
            </a:endParaRPr>
          </a:p>
        </p:txBody>
      </p:sp>
      <p:sp>
        <p:nvSpPr>
          <p:cNvPr id="310" name="Google Shape;310;p16"/>
          <p:cNvSpPr txBox="1"/>
          <p:nvPr/>
        </p:nvSpPr>
        <p:spPr>
          <a:xfrm>
            <a:off x="307340" y="1953209"/>
            <a:ext cx="8761095" cy="757555"/>
          </a:xfrm>
          <a:prstGeom prst="rect">
            <a:avLst/>
          </a:prstGeom>
          <a:noFill/>
          <a:ln>
            <a:noFill/>
          </a:ln>
        </p:spPr>
        <p:txBody>
          <a:bodyPr anchorCtr="0" anchor="t" bIns="0" lIns="0" spcFirstLastPara="1" rIns="0" wrap="square" tIns="12700">
            <a:spAutoFit/>
          </a:bodyPr>
          <a:lstStyle/>
          <a:p>
            <a:pPr indent="0" lvl="0" marL="0" marR="5080" rtl="0" algn="r">
              <a:lnSpc>
                <a:spcPct val="100000"/>
              </a:lnSpc>
              <a:spcBef>
                <a:spcPts val="0"/>
              </a:spcBef>
              <a:spcAft>
                <a:spcPts val="0"/>
              </a:spcAft>
              <a:buNone/>
            </a:pPr>
            <a:r>
              <a:rPr lang="en-US" sz="2400">
                <a:solidFill>
                  <a:srgbClr val="404040"/>
                </a:solidFill>
                <a:latin typeface="Trebuchet MS"/>
                <a:ea typeface="Trebuchet MS"/>
                <a:cs typeface="Trebuchet MS"/>
                <a:sym typeface="Trebuchet MS"/>
              </a:rPr>
              <a:t>orang-orang.	Aset	dan	ide	yang	memungkinkannya	untuk</a:t>
            </a:r>
            <a:endParaRPr sz="2400">
              <a:solidFill>
                <a:schemeClr val="dk1"/>
              </a:solidFill>
              <a:latin typeface="Trebuchet MS"/>
              <a:ea typeface="Trebuchet MS"/>
              <a:cs typeface="Trebuchet MS"/>
              <a:sym typeface="Trebuchet MS"/>
            </a:endParaRPr>
          </a:p>
          <a:p>
            <a:pPr indent="0" lvl="0" marL="0" marR="6350" rtl="0" algn="r">
              <a:lnSpc>
                <a:spcPct val="100000"/>
              </a:lnSpc>
              <a:spcBef>
                <a:spcPts val="0"/>
              </a:spcBef>
              <a:spcAft>
                <a:spcPts val="0"/>
              </a:spcAft>
              <a:buNone/>
            </a:pPr>
            <a:r>
              <a:rPr lang="en-US" sz="2400">
                <a:solidFill>
                  <a:srgbClr val="404040"/>
                </a:solidFill>
                <a:latin typeface="Trebuchet MS"/>
                <a:ea typeface="Trebuchet MS"/>
                <a:cs typeface="Trebuchet MS"/>
                <a:sym typeface="Trebuchet MS"/>
              </a:rPr>
              <a:t>lain	untuk	menciptakan	dan</a:t>
            </a:r>
            <a:endParaRPr sz="2400">
              <a:solidFill>
                <a:schemeClr val="dk1"/>
              </a:solidFill>
              <a:latin typeface="Trebuchet MS"/>
              <a:ea typeface="Trebuchet MS"/>
              <a:cs typeface="Trebuchet MS"/>
              <a:sym typeface="Trebuchet MS"/>
            </a:endParaRPr>
          </a:p>
        </p:txBody>
      </p:sp>
      <p:sp>
        <p:nvSpPr>
          <p:cNvPr id="311" name="Google Shape;311;p16"/>
          <p:cNvSpPr txBox="1"/>
          <p:nvPr/>
        </p:nvSpPr>
        <p:spPr>
          <a:xfrm>
            <a:off x="124460" y="2685110"/>
            <a:ext cx="8947150" cy="3907790"/>
          </a:xfrm>
          <a:prstGeom prst="rect">
            <a:avLst/>
          </a:prstGeom>
          <a:noFill/>
          <a:ln>
            <a:noFill/>
          </a:ln>
        </p:spPr>
        <p:txBody>
          <a:bodyPr anchorCtr="0" anchor="t" bIns="0" lIns="0" spcFirstLastPara="1" rIns="0" wrap="square" tIns="12700">
            <a:spAutoFit/>
          </a:bodyPr>
          <a:lstStyle/>
          <a:p>
            <a:pPr indent="0" lvl="0" marL="194945" marR="0" rtl="0" algn="just">
              <a:lnSpc>
                <a:spcPct val="100000"/>
              </a:lnSpc>
              <a:spcBef>
                <a:spcPts val="0"/>
              </a:spcBef>
              <a:spcAft>
                <a:spcPts val="0"/>
              </a:spcAft>
              <a:buNone/>
            </a:pPr>
            <a:r>
              <a:rPr lang="en-US" sz="2400">
                <a:solidFill>
                  <a:srgbClr val="404040"/>
                </a:solidFill>
                <a:latin typeface="Trebuchet MS"/>
                <a:ea typeface="Trebuchet MS"/>
                <a:cs typeface="Trebuchet MS"/>
                <a:sym typeface="Trebuchet MS"/>
              </a:rPr>
              <a:t>mendistribusikan produk dan jasa tanpa dibatasi oleh batasan</a:t>
            </a:r>
            <a:endParaRPr sz="2400">
              <a:solidFill>
                <a:schemeClr val="dk1"/>
              </a:solidFill>
              <a:latin typeface="Trebuchet MS"/>
              <a:ea typeface="Trebuchet MS"/>
              <a:cs typeface="Trebuchet MS"/>
              <a:sym typeface="Trebuchet MS"/>
            </a:endParaRPr>
          </a:p>
          <a:p>
            <a:pPr indent="0" lvl="0" marL="194945" marR="0" rtl="0" algn="just">
              <a:lnSpc>
                <a:spcPct val="100000"/>
              </a:lnSpc>
              <a:spcBef>
                <a:spcPts val="0"/>
              </a:spcBef>
              <a:spcAft>
                <a:spcPts val="0"/>
              </a:spcAft>
              <a:buNone/>
            </a:pPr>
            <a:r>
              <a:rPr lang="en-US" sz="2400">
                <a:solidFill>
                  <a:srgbClr val="404040"/>
                </a:solidFill>
                <a:latin typeface="Trebuchet MS"/>
                <a:ea typeface="Trebuchet MS"/>
                <a:cs typeface="Trebuchet MS"/>
                <a:sym typeface="Trebuchet MS"/>
              </a:rPr>
              <a:t>organisasi tradisional atau lokasi fisik.</a:t>
            </a:r>
            <a:endParaRPr sz="2400">
              <a:solidFill>
                <a:schemeClr val="dk1"/>
              </a:solidFill>
              <a:latin typeface="Trebuchet MS"/>
              <a:ea typeface="Trebuchet MS"/>
              <a:cs typeface="Trebuchet MS"/>
              <a:sym typeface="Trebuchet MS"/>
            </a:endParaRPr>
          </a:p>
          <a:p>
            <a:pPr indent="0" lvl="0" marL="12700" marR="0" rtl="0" algn="just">
              <a:lnSpc>
                <a:spcPct val="117741"/>
              </a:lnSpc>
              <a:spcBef>
                <a:spcPts val="190"/>
              </a:spcBef>
              <a:spcAft>
                <a:spcPts val="0"/>
              </a:spcAft>
              <a:buNone/>
            </a:pPr>
            <a:r>
              <a:rPr lang="en-US" sz="3100">
                <a:solidFill>
                  <a:srgbClr val="C3250C"/>
                </a:solidFill>
                <a:latin typeface="Georgia"/>
                <a:ea typeface="Georgia"/>
                <a:cs typeface="Georgia"/>
                <a:sym typeface="Georgia"/>
              </a:rPr>
              <a:t>*</a:t>
            </a:r>
            <a:r>
              <a:rPr lang="en-US" sz="2400">
                <a:solidFill>
                  <a:srgbClr val="404040"/>
                </a:solidFill>
                <a:latin typeface="Trebuchet MS"/>
                <a:ea typeface="Trebuchet MS"/>
                <a:cs typeface="Trebuchet MS"/>
                <a:sym typeface="Trebuchet MS"/>
              </a:rPr>
              <a:t>Satu perusahaan dapat menggunakan kemampuan perusahaan</a:t>
            </a:r>
            <a:endParaRPr sz="2400">
              <a:solidFill>
                <a:schemeClr val="dk1"/>
              </a:solidFill>
              <a:latin typeface="Trebuchet MS"/>
              <a:ea typeface="Trebuchet MS"/>
              <a:cs typeface="Trebuchet MS"/>
              <a:sym typeface="Trebuchet MS"/>
            </a:endParaRPr>
          </a:p>
          <a:p>
            <a:pPr indent="0" lvl="0" marL="194945" marR="0" rtl="0" algn="just">
              <a:lnSpc>
                <a:spcPct val="117083"/>
              </a:lnSpc>
              <a:spcBef>
                <a:spcPts val="0"/>
              </a:spcBef>
              <a:spcAft>
                <a:spcPts val="0"/>
              </a:spcAft>
              <a:buNone/>
            </a:pPr>
            <a:r>
              <a:rPr lang="en-US" sz="2400">
                <a:solidFill>
                  <a:srgbClr val="404040"/>
                </a:solidFill>
                <a:latin typeface="Trebuchet MS"/>
                <a:ea typeface="Trebuchet MS"/>
                <a:cs typeface="Trebuchet MS"/>
                <a:sym typeface="Trebuchet MS"/>
              </a:rPr>
              <a:t>lain tanpa terikat secara fisik kepada perusahaan itu.</a:t>
            </a:r>
            <a:endParaRPr sz="2400">
              <a:solidFill>
                <a:schemeClr val="dk1"/>
              </a:solidFill>
              <a:latin typeface="Trebuchet MS"/>
              <a:ea typeface="Trebuchet MS"/>
              <a:cs typeface="Trebuchet MS"/>
              <a:sym typeface="Trebuchet MS"/>
            </a:endParaRPr>
          </a:p>
          <a:p>
            <a:pPr indent="-182880" lvl="0" marL="194945" marR="5080" rtl="0" algn="just">
              <a:lnSpc>
                <a:spcPct val="99100"/>
              </a:lnSpc>
              <a:spcBef>
                <a:spcPts val="200"/>
              </a:spcBef>
              <a:spcAft>
                <a:spcPts val="0"/>
              </a:spcAft>
              <a:buNone/>
            </a:pPr>
            <a:r>
              <a:rPr lang="en-US" sz="3100">
                <a:solidFill>
                  <a:srgbClr val="C3250C"/>
                </a:solidFill>
                <a:latin typeface="Georgia"/>
                <a:ea typeface="Georgia"/>
                <a:cs typeface="Georgia"/>
                <a:sym typeface="Georgia"/>
              </a:rPr>
              <a:t>*</a:t>
            </a:r>
            <a:r>
              <a:rPr lang="en-US" sz="2400">
                <a:solidFill>
                  <a:srgbClr val="404040"/>
                </a:solidFill>
                <a:latin typeface="Trebuchet MS"/>
                <a:ea typeface="Trebuchet MS"/>
                <a:cs typeface="Trebuchet MS"/>
                <a:sym typeface="Trebuchet MS"/>
              </a:rPr>
              <a:t>Model perusahaan virtual berguna ketika perusahaan merasa  lebih mudah untuk memperoleh produk, jasa atau kemampuan  dari vendor eksternal atau ketika butuh untuk berpindah  dengan cepat untuk mengekploitasi kesempatan pasar yang  baru dan kekurangan waktu dan sumber daya untuk  menanggapinya sendiri.</a:t>
            </a:r>
            <a:endParaRPr sz="2400">
              <a:solidFill>
                <a:schemeClr val="dk1"/>
              </a:solidFill>
              <a:latin typeface="Trebuchet MS"/>
              <a:ea typeface="Trebuchet MS"/>
              <a:cs typeface="Trebuchet MS"/>
              <a:sym typeface="Trebuchet M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17"/>
          <p:cNvSpPr txBox="1"/>
          <p:nvPr>
            <p:ph type="title"/>
          </p:nvPr>
        </p:nvSpPr>
        <p:spPr>
          <a:xfrm>
            <a:off x="628650" y="1204467"/>
            <a:ext cx="7886700" cy="1325563"/>
          </a:xfrm>
          <a:prstGeom prst="rect">
            <a:avLst/>
          </a:prstGeom>
          <a:noFill/>
          <a:ln>
            <a:noFill/>
          </a:ln>
        </p:spPr>
        <p:txBody>
          <a:bodyPr anchorCtr="0" anchor="ctr" bIns="0" lIns="0" spcFirstLastPara="1" rIns="0" wrap="square" tIns="15225">
            <a:spAutoFit/>
          </a:bodyPr>
          <a:lstStyle/>
          <a:p>
            <a:pPr indent="0" lvl="0" marL="12700" rtl="0" algn="l">
              <a:lnSpc>
                <a:spcPct val="100000"/>
              </a:lnSpc>
              <a:spcBef>
                <a:spcPts val="0"/>
              </a:spcBef>
              <a:spcAft>
                <a:spcPts val="0"/>
              </a:spcAft>
              <a:buClr>
                <a:srgbClr val="C3250C"/>
              </a:buClr>
              <a:buSzPts val="3100"/>
              <a:buFont typeface="Georgia"/>
              <a:buNone/>
            </a:pPr>
            <a:r>
              <a:rPr lang="en-US" sz="3100">
                <a:solidFill>
                  <a:srgbClr val="C3250C"/>
                </a:solidFill>
                <a:latin typeface="Georgia"/>
                <a:ea typeface="Georgia"/>
                <a:cs typeface="Georgia"/>
                <a:sym typeface="Georgia"/>
              </a:rPr>
              <a:t>*</a:t>
            </a:r>
            <a:r>
              <a:rPr lang="en-US"/>
              <a:t>Merupakan</a:t>
            </a:r>
            <a:endParaRPr sz="3100">
              <a:latin typeface="Georgia"/>
              <a:ea typeface="Georgia"/>
              <a:cs typeface="Georgia"/>
              <a:sym typeface="Georgia"/>
            </a:endParaRPr>
          </a:p>
        </p:txBody>
      </p:sp>
      <p:sp>
        <p:nvSpPr>
          <p:cNvPr id="317" name="Google Shape;317;p17"/>
          <p:cNvSpPr txBox="1"/>
          <p:nvPr/>
        </p:nvSpPr>
        <p:spPr>
          <a:xfrm>
            <a:off x="2456179" y="1724914"/>
            <a:ext cx="6434455" cy="3911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2400">
                <a:solidFill>
                  <a:srgbClr val="404040"/>
                </a:solidFill>
                <a:latin typeface="Trebuchet MS"/>
                <a:ea typeface="Trebuchet MS"/>
                <a:cs typeface="Trebuchet MS"/>
                <a:sym typeface="Trebuchet MS"/>
              </a:rPr>
              <a:t>sistem	jaringan	yang	dapat	menyesuaikan</a:t>
            </a:r>
            <a:endParaRPr sz="2400">
              <a:solidFill>
                <a:schemeClr val="dk1"/>
              </a:solidFill>
              <a:latin typeface="Trebuchet MS"/>
              <a:ea typeface="Trebuchet MS"/>
              <a:cs typeface="Trebuchet MS"/>
              <a:sym typeface="Trebuchet MS"/>
            </a:endParaRPr>
          </a:p>
        </p:txBody>
      </p:sp>
      <p:sp>
        <p:nvSpPr>
          <p:cNvPr id="318" name="Google Shape;318;p17"/>
          <p:cNvSpPr txBox="1"/>
          <p:nvPr/>
        </p:nvSpPr>
        <p:spPr>
          <a:xfrm>
            <a:off x="702970" y="2090750"/>
            <a:ext cx="8187055" cy="1123315"/>
          </a:xfrm>
          <a:prstGeom prst="rect">
            <a:avLst/>
          </a:prstGeom>
          <a:noFill/>
          <a:ln>
            <a:noFill/>
          </a:ln>
        </p:spPr>
        <p:txBody>
          <a:bodyPr anchorCtr="0" anchor="t" bIns="0" lIns="0" spcFirstLastPara="1" rIns="0" wrap="square" tIns="12700">
            <a:spAutoFit/>
          </a:bodyPr>
          <a:lstStyle/>
          <a:p>
            <a:pPr indent="0" lvl="0" marL="12700" marR="5080" rtl="0" algn="just">
              <a:lnSpc>
                <a:spcPct val="100000"/>
              </a:lnSpc>
              <a:spcBef>
                <a:spcPts val="0"/>
              </a:spcBef>
              <a:spcAft>
                <a:spcPts val="0"/>
              </a:spcAft>
              <a:buNone/>
            </a:pPr>
            <a:r>
              <a:rPr lang="en-US" sz="2400">
                <a:solidFill>
                  <a:srgbClr val="404040"/>
                </a:solidFill>
                <a:latin typeface="Trebuchet MS"/>
                <a:ea typeface="Trebuchet MS"/>
                <a:cs typeface="Trebuchet MS"/>
                <a:sym typeface="Trebuchet MS"/>
              </a:rPr>
              <a:t>rantai nilai mitra bisnis dengan industri untuk menanggapi  perubahan dalam penawaran dan permintaan secara  cepat.</a:t>
            </a:r>
            <a:endParaRPr sz="2400">
              <a:solidFill>
                <a:schemeClr val="dk1"/>
              </a:solidFill>
              <a:latin typeface="Trebuchet MS"/>
              <a:ea typeface="Trebuchet MS"/>
              <a:cs typeface="Trebuchet MS"/>
              <a:sym typeface="Trebuchet M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grpSp>
        <p:nvGrpSpPr>
          <p:cNvPr id="323" name="Google Shape;323;p18"/>
          <p:cNvGrpSpPr/>
          <p:nvPr/>
        </p:nvGrpSpPr>
        <p:grpSpPr>
          <a:xfrm>
            <a:off x="0" y="0"/>
            <a:ext cx="9144000" cy="6857999"/>
            <a:chOff x="0" y="0"/>
            <a:chExt cx="9144000" cy="6857999"/>
          </a:xfrm>
        </p:grpSpPr>
        <p:pic>
          <p:nvPicPr>
            <p:cNvPr id="324" name="Google Shape;324;p18"/>
            <p:cNvPicPr preferRelativeResize="0"/>
            <p:nvPr/>
          </p:nvPicPr>
          <p:blipFill rotWithShape="1">
            <a:blip r:embed="rId3">
              <a:alphaModFix/>
            </a:blip>
            <a:srcRect b="0" l="0" r="0" t="0"/>
            <a:stretch/>
          </p:blipFill>
          <p:spPr>
            <a:xfrm>
              <a:off x="0" y="0"/>
              <a:ext cx="9144000" cy="6857999"/>
            </a:xfrm>
            <a:prstGeom prst="rect">
              <a:avLst/>
            </a:prstGeom>
            <a:noFill/>
            <a:ln>
              <a:noFill/>
            </a:ln>
          </p:spPr>
        </p:pic>
        <p:pic>
          <p:nvPicPr>
            <p:cNvPr id="325" name="Google Shape;325;p18"/>
            <p:cNvPicPr preferRelativeResize="0"/>
            <p:nvPr/>
          </p:nvPicPr>
          <p:blipFill rotWithShape="1">
            <a:blip r:embed="rId4">
              <a:alphaModFix/>
            </a:blip>
            <a:srcRect b="0" l="0" r="0" t="0"/>
            <a:stretch/>
          </p:blipFill>
          <p:spPr>
            <a:xfrm>
              <a:off x="0" y="1600212"/>
              <a:ext cx="9144000" cy="5105400"/>
            </a:xfrm>
            <a:prstGeom prst="rect">
              <a:avLst/>
            </a:prstGeom>
            <a:noFill/>
            <a:ln>
              <a:noFill/>
            </a:ln>
          </p:spPr>
        </p:pic>
        <p:pic>
          <p:nvPicPr>
            <p:cNvPr id="326" name="Google Shape;326;p18"/>
            <p:cNvPicPr preferRelativeResize="0"/>
            <p:nvPr/>
          </p:nvPicPr>
          <p:blipFill rotWithShape="1">
            <a:blip r:embed="rId5">
              <a:alphaModFix/>
            </a:blip>
            <a:srcRect b="0" l="0" r="0" t="0"/>
            <a:stretch/>
          </p:blipFill>
          <p:spPr>
            <a:xfrm>
              <a:off x="2843783" y="2499360"/>
              <a:ext cx="3325368" cy="1045463"/>
            </a:xfrm>
            <a:prstGeom prst="rect">
              <a:avLst/>
            </a:prstGeom>
            <a:noFill/>
            <a:ln>
              <a:noFill/>
            </a:ln>
          </p:spPr>
        </p:pic>
        <p:pic>
          <p:nvPicPr>
            <p:cNvPr id="327" name="Google Shape;327;p18"/>
            <p:cNvPicPr preferRelativeResize="0"/>
            <p:nvPr/>
          </p:nvPicPr>
          <p:blipFill rotWithShape="1">
            <a:blip r:embed="rId6">
              <a:alphaModFix/>
            </a:blip>
            <a:srcRect b="0" l="0" r="0" t="0"/>
            <a:stretch/>
          </p:blipFill>
          <p:spPr>
            <a:xfrm>
              <a:off x="3290316" y="2128011"/>
              <a:ext cx="2404237" cy="507364"/>
            </a:xfrm>
            <a:prstGeom prst="rect">
              <a:avLst/>
            </a:prstGeom>
            <a:noFill/>
            <a:ln>
              <a:noFill/>
            </a:ln>
          </p:spPr>
        </p:pic>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grpSp>
        <p:nvGrpSpPr>
          <p:cNvPr id="332" name="Google Shape;332;p19"/>
          <p:cNvGrpSpPr/>
          <p:nvPr/>
        </p:nvGrpSpPr>
        <p:grpSpPr>
          <a:xfrm>
            <a:off x="1865376" y="175387"/>
            <a:ext cx="5096255" cy="1220595"/>
            <a:chOff x="1865376" y="175387"/>
            <a:chExt cx="5096255" cy="1220595"/>
          </a:xfrm>
        </p:grpSpPr>
        <p:pic>
          <p:nvPicPr>
            <p:cNvPr id="333" name="Google Shape;333;p19"/>
            <p:cNvPicPr preferRelativeResize="0"/>
            <p:nvPr/>
          </p:nvPicPr>
          <p:blipFill rotWithShape="1">
            <a:blip r:embed="rId3">
              <a:alphaModFix/>
            </a:blip>
            <a:srcRect b="0" l="0" r="0" t="0"/>
            <a:stretch/>
          </p:blipFill>
          <p:spPr>
            <a:xfrm>
              <a:off x="1865376" y="502919"/>
              <a:ext cx="2225040" cy="893063"/>
            </a:xfrm>
            <a:prstGeom prst="rect">
              <a:avLst/>
            </a:prstGeom>
            <a:noFill/>
            <a:ln>
              <a:noFill/>
            </a:ln>
          </p:spPr>
        </p:pic>
        <p:pic>
          <p:nvPicPr>
            <p:cNvPr id="334" name="Google Shape;334;p19"/>
            <p:cNvPicPr preferRelativeResize="0"/>
            <p:nvPr/>
          </p:nvPicPr>
          <p:blipFill rotWithShape="1">
            <a:blip r:embed="rId4">
              <a:alphaModFix/>
            </a:blip>
            <a:srcRect b="0" l="0" r="0" t="0"/>
            <a:stretch/>
          </p:blipFill>
          <p:spPr>
            <a:xfrm>
              <a:off x="3541776" y="502919"/>
              <a:ext cx="3419855" cy="893063"/>
            </a:xfrm>
            <a:prstGeom prst="rect">
              <a:avLst/>
            </a:prstGeom>
            <a:noFill/>
            <a:ln>
              <a:noFill/>
            </a:ln>
          </p:spPr>
        </p:pic>
        <p:pic>
          <p:nvPicPr>
            <p:cNvPr id="335" name="Google Shape;335;p19"/>
            <p:cNvPicPr preferRelativeResize="0"/>
            <p:nvPr/>
          </p:nvPicPr>
          <p:blipFill rotWithShape="1">
            <a:blip r:embed="rId5">
              <a:alphaModFix/>
            </a:blip>
            <a:srcRect b="0" l="0" r="0" t="0"/>
            <a:stretch/>
          </p:blipFill>
          <p:spPr>
            <a:xfrm>
              <a:off x="2230374" y="194055"/>
              <a:ext cx="1480565" cy="538607"/>
            </a:xfrm>
            <a:prstGeom prst="rect">
              <a:avLst/>
            </a:prstGeom>
            <a:noFill/>
            <a:ln>
              <a:noFill/>
            </a:ln>
          </p:spPr>
        </p:pic>
        <p:pic>
          <p:nvPicPr>
            <p:cNvPr id="336" name="Google Shape;336;p19"/>
            <p:cNvPicPr preferRelativeResize="0"/>
            <p:nvPr/>
          </p:nvPicPr>
          <p:blipFill rotWithShape="1">
            <a:blip r:embed="rId6">
              <a:alphaModFix/>
            </a:blip>
            <a:srcRect b="0" l="0" r="0" t="0"/>
            <a:stretch/>
          </p:blipFill>
          <p:spPr>
            <a:xfrm>
              <a:off x="3943985" y="175387"/>
              <a:ext cx="2656840" cy="557276"/>
            </a:xfrm>
            <a:prstGeom prst="rect">
              <a:avLst/>
            </a:prstGeom>
            <a:noFill/>
            <a:ln>
              <a:noFill/>
            </a:ln>
          </p:spPr>
        </p:pic>
      </p:grpSp>
      <p:sp>
        <p:nvSpPr>
          <p:cNvPr id="337" name="Google Shape;337;p19"/>
          <p:cNvSpPr txBox="1"/>
          <p:nvPr>
            <p:ph type="title"/>
          </p:nvPr>
        </p:nvSpPr>
        <p:spPr>
          <a:xfrm>
            <a:off x="628650" y="1204467"/>
            <a:ext cx="7886700" cy="1325563"/>
          </a:xfrm>
          <a:prstGeom prst="rect">
            <a:avLst/>
          </a:prstGeom>
          <a:noFill/>
          <a:ln>
            <a:noFill/>
          </a:ln>
        </p:spPr>
        <p:txBody>
          <a:bodyPr anchorCtr="0" anchor="ctr" bIns="0" lIns="0" spcFirstLastPara="1" rIns="0" wrap="square" tIns="23475">
            <a:spAutoFit/>
          </a:bodyPr>
          <a:lstStyle/>
          <a:p>
            <a:pPr indent="-183515" lvl="0" marL="195580" marR="5080" rtl="0" algn="just">
              <a:lnSpc>
                <a:spcPct val="97600"/>
              </a:lnSpc>
              <a:spcBef>
                <a:spcPts val="0"/>
              </a:spcBef>
              <a:spcAft>
                <a:spcPts val="0"/>
              </a:spcAft>
              <a:buClr>
                <a:srgbClr val="C3250C"/>
              </a:buClr>
              <a:buSzPts val="2850"/>
              <a:buFont typeface="Georgia"/>
              <a:buNone/>
            </a:pPr>
            <a:r>
              <a:rPr i="0" lang="en-US" sz="2850">
                <a:solidFill>
                  <a:srgbClr val="C3250C"/>
                </a:solidFill>
                <a:latin typeface="Georgia"/>
                <a:ea typeface="Georgia"/>
                <a:cs typeface="Georgia"/>
                <a:sym typeface="Georgia"/>
              </a:rPr>
              <a:t>*</a:t>
            </a:r>
            <a:r>
              <a:rPr i="0" lang="en-US">
                <a:latin typeface="Trebuchet MS"/>
                <a:ea typeface="Trebuchet MS"/>
                <a:cs typeface="Trebuchet MS"/>
                <a:sym typeface="Trebuchet MS"/>
              </a:rPr>
              <a:t>Bentuk Kelompok Maksimal 5 orang. Cari informasi tentang  perusahaan (</a:t>
            </a:r>
            <a:r>
              <a:rPr lang="en-US"/>
              <a:t>contoh :Perbankan, Penerbangan, Toko buku, toko  elektronik, Telekomunikasi, Pemerintahan dsb)</a:t>
            </a:r>
            <a:endParaRPr sz="2850">
              <a:latin typeface="Trebuchet MS"/>
              <a:ea typeface="Trebuchet MS"/>
              <a:cs typeface="Trebuchet MS"/>
              <a:sym typeface="Trebuchet MS"/>
            </a:endParaRPr>
          </a:p>
          <a:p>
            <a:pPr indent="0" lvl="0" marL="332740" rtl="0" algn="just">
              <a:lnSpc>
                <a:spcPct val="100000"/>
              </a:lnSpc>
              <a:spcBef>
                <a:spcPts val="170"/>
              </a:spcBef>
              <a:spcAft>
                <a:spcPts val="0"/>
              </a:spcAft>
              <a:buClr>
                <a:srgbClr val="C3250C"/>
              </a:buClr>
              <a:buSzPts val="2850"/>
              <a:buFont typeface="Georgia"/>
              <a:buNone/>
            </a:pPr>
            <a:r>
              <a:rPr i="0" lang="en-US" sz="2850">
                <a:solidFill>
                  <a:srgbClr val="C3250C"/>
                </a:solidFill>
                <a:latin typeface="Georgia"/>
                <a:ea typeface="Georgia"/>
                <a:cs typeface="Georgia"/>
                <a:sym typeface="Georgia"/>
              </a:rPr>
              <a:t>*</a:t>
            </a:r>
            <a:r>
              <a:rPr i="0" lang="en-US">
                <a:latin typeface="Trebuchet MS"/>
                <a:ea typeface="Trebuchet MS"/>
                <a:cs typeface="Trebuchet MS"/>
                <a:sym typeface="Trebuchet MS"/>
              </a:rPr>
              <a:t>Siapkan deskripsi singkat atas bisnis yang dijalankannya.</a:t>
            </a:r>
            <a:endParaRPr sz="2850">
              <a:latin typeface="Trebuchet MS"/>
              <a:ea typeface="Trebuchet MS"/>
              <a:cs typeface="Trebuchet MS"/>
              <a:sym typeface="Trebuchet MS"/>
            </a:endParaRPr>
          </a:p>
        </p:txBody>
      </p:sp>
      <p:sp>
        <p:nvSpPr>
          <p:cNvPr id="338" name="Google Shape;338;p19"/>
          <p:cNvSpPr txBox="1"/>
          <p:nvPr>
            <p:ph idx="1" type="body"/>
          </p:nvPr>
        </p:nvSpPr>
        <p:spPr>
          <a:xfrm>
            <a:off x="375310" y="2546680"/>
            <a:ext cx="8350884" cy="3442335"/>
          </a:xfrm>
          <a:prstGeom prst="rect">
            <a:avLst/>
          </a:prstGeom>
          <a:noFill/>
          <a:ln>
            <a:noFill/>
          </a:ln>
        </p:spPr>
        <p:txBody>
          <a:bodyPr anchorCtr="0" anchor="t" bIns="0" lIns="0" spcFirstLastPara="1" rIns="0" wrap="square" tIns="34275">
            <a:spAutoFit/>
          </a:bodyPr>
          <a:lstStyle/>
          <a:p>
            <a:pPr indent="-180975" lvl="0" marL="515619" marR="6350" rtl="0" algn="just">
              <a:lnSpc>
                <a:spcPct val="95300"/>
              </a:lnSpc>
              <a:spcBef>
                <a:spcPts val="0"/>
              </a:spcBef>
              <a:spcAft>
                <a:spcPts val="0"/>
              </a:spcAft>
              <a:buClr>
                <a:srgbClr val="C3250C"/>
              </a:buClr>
              <a:buSzPts val="2850"/>
              <a:buChar char="•"/>
            </a:pPr>
            <a:r>
              <a:rPr lang="en-US" sz="2850">
                <a:solidFill>
                  <a:srgbClr val="C3250C"/>
                </a:solidFill>
                <a:latin typeface="Georgia"/>
                <a:ea typeface="Georgia"/>
                <a:cs typeface="Georgia"/>
                <a:sym typeface="Georgia"/>
              </a:rPr>
              <a:t>*</a:t>
            </a:r>
            <a:r>
              <a:rPr lang="en-US"/>
              <a:t>Jelaskan dimensi input, pemrosesan, output dan fitur  teknologi dari sistem informasi yang dimiliki.</a:t>
            </a:r>
            <a:endParaRPr sz="2850">
              <a:latin typeface="Georgia"/>
              <a:ea typeface="Georgia"/>
              <a:cs typeface="Georgia"/>
              <a:sym typeface="Georgia"/>
            </a:endParaRPr>
          </a:p>
          <a:p>
            <a:pPr indent="-180975" lvl="0" marL="332740" rtl="0" algn="just">
              <a:lnSpc>
                <a:spcPct val="117684"/>
              </a:lnSpc>
              <a:spcBef>
                <a:spcPts val="165"/>
              </a:spcBef>
              <a:spcAft>
                <a:spcPts val="0"/>
              </a:spcAft>
              <a:buClr>
                <a:srgbClr val="C3250C"/>
              </a:buClr>
              <a:buSzPts val="2850"/>
              <a:buChar char="•"/>
            </a:pPr>
            <a:r>
              <a:rPr lang="en-US" sz="2850">
                <a:solidFill>
                  <a:srgbClr val="C3250C"/>
                </a:solidFill>
                <a:latin typeface="Georgia"/>
                <a:ea typeface="Georgia"/>
                <a:cs typeface="Georgia"/>
                <a:sym typeface="Georgia"/>
              </a:rPr>
              <a:t>*</a:t>
            </a:r>
            <a:r>
              <a:rPr lang="en-US"/>
              <a:t>Gambarkan   bisnis proses dari salah satu proses yang</a:t>
            </a:r>
            <a:endParaRPr sz="2850">
              <a:latin typeface="Georgia"/>
              <a:ea typeface="Georgia"/>
              <a:cs typeface="Georgia"/>
              <a:sym typeface="Georgia"/>
            </a:endParaRPr>
          </a:p>
          <a:p>
            <a:pPr indent="-171450" lvl="0" marL="515619" rtl="0" algn="just">
              <a:lnSpc>
                <a:spcPct val="117045"/>
              </a:lnSpc>
              <a:spcBef>
                <a:spcPts val="750"/>
              </a:spcBef>
              <a:spcAft>
                <a:spcPts val="0"/>
              </a:spcAft>
              <a:buClr>
                <a:srgbClr val="404040"/>
              </a:buClr>
              <a:buSzPts val="2200"/>
              <a:buChar char="•"/>
            </a:pPr>
            <a:r>
              <a:rPr lang="en-US"/>
              <a:t>disediakan oleh sistem informasi perusahaan tersebut.</a:t>
            </a:r>
            <a:endParaRPr/>
          </a:p>
          <a:p>
            <a:pPr indent="-180975" lvl="0" marL="515619" marR="5080" rtl="0" algn="just">
              <a:lnSpc>
                <a:spcPct val="97600"/>
              </a:lnSpc>
              <a:spcBef>
                <a:spcPts val="275"/>
              </a:spcBef>
              <a:spcAft>
                <a:spcPts val="0"/>
              </a:spcAft>
              <a:buClr>
                <a:srgbClr val="C3250C"/>
              </a:buClr>
              <a:buSzPts val="2850"/>
              <a:buChar char="•"/>
            </a:pPr>
            <a:r>
              <a:rPr lang="en-US" sz="2850">
                <a:solidFill>
                  <a:srgbClr val="C3250C"/>
                </a:solidFill>
                <a:latin typeface="Georgia"/>
                <a:ea typeface="Georgia"/>
                <a:cs typeface="Georgia"/>
                <a:sym typeface="Georgia"/>
              </a:rPr>
              <a:t>*</a:t>
            </a:r>
            <a:r>
              <a:rPr lang="en-US"/>
              <a:t>sebutkan kelebihan yang dimiliki oleh sistem informasi  perusahaan tersebut dibandingkan dengan perusahaan yang  sejenis.</a:t>
            </a:r>
            <a:endParaRPr sz="2850">
              <a:latin typeface="Georgia"/>
              <a:ea typeface="Georgia"/>
              <a:cs typeface="Georgia"/>
              <a:sym typeface="Georgia"/>
            </a:endParaRPr>
          </a:p>
          <a:p>
            <a:pPr indent="-180975" lvl="0" marL="195580" marR="5080" rtl="0" algn="just">
              <a:lnSpc>
                <a:spcPct val="95300"/>
              </a:lnSpc>
              <a:spcBef>
                <a:spcPts val="330"/>
              </a:spcBef>
              <a:spcAft>
                <a:spcPts val="0"/>
              </a:spcAft>
              <a:buClr>
                <a:srgbClr val="C3250C"/>
              </a:buClr>
              <a:buSzPts val="2850"/>
              <a:buChar char="•"/>
            </a:pPr>
            <a:r>
              <a:rPr lang="en-US" sz="2850">
                <a:solidFill>
                  <a:srgbClr val="C3250C"/>
                </a:solidFill>
                <a:latin typeface="Georgia"/>
                <a:ea typeface="Georgia"/>
                <a:cs typeface="Georgia"/>
                <a:sym typeface="Georgia"/>
              </a:rPr>
              <a:t>*</a:t>
            </a:r>
            <a:r>
              <a:rPr lang="en-US"/>
              <a:t>Setiap kelompok tidak boleh mempresentasikan perusahaan  yang sama.</a:t>
            </a:r>
            <a:endParaRPr sz="2850">
              <a:latin typeface="Georgia"/>
              <a:ea typeface="Georgia"/>
              <a:cs typeface="Georgia"/>
              <a:sym typeface="Georgia"/>
            </a:endParaRPr>
          </a:p>
        </p:txBody>
      </p:sp>
      <p:sp>
        <p:nvSpPr>
          <p:cNvPr id="339" name="Google Shape;339;p19"/>
          <p:cNvSpPr txBox="1"/>
          <p:nvPr/>
        </p:nvSpPr>
        <p:spPr>
          <a:xfrm>
            <a:off x="2467101" y="6068669"/>
            <a:ext cx="6254750" cy="362585"/>
          </a:xfrm>
          <a:prstGeom prst="rect">
            <a:avLst/>
          </a:prstGeom>
          <a:noFill/>
          <a:ln>
            <a:noFill/>
          </a:ln>
        </p:spPr>
        <p:txBody>
          <a:bodyPr anchorCtr="0" anchor="t" bIns="0" lIns="0" spcFirstLastPara="1" rIns="0" wrap="square" tIns="13950">
            <a:spAutoFit/>
          </a:bodyPr>
          <a:lstStyle/>
          <a:p>
            <a:pPr indent="0" lvl="0" marL="12700" marR="0" rtl="0" algn="l">
              <a:lnSpc>
                <a:spcPct val="100000"/>
              </a:lnSpc>
              <a:spcBef>
                <a:spcPts val="0"/>
              </a:spcBef>
              <a:spcAft>
                <a:spcPts val="0"/>
              </a:spcAft>
              <a:buNone/>
            </a:pPr>
            <a:r>
              <a:rPr lang="en-US" sz="2200">
                <a:solidFill>
                  <a:srgbClr val="404040"/>
                </a:solidFill>
                <a:latin typeface="Trebuchet MS"/>
                <a:ea typeface="Trebuchet MS"/>
                <a:cs typeface="Trebuchet MS"/>
                <a:sym typeface="Trebuchet MS"/>
              </a:rPr>
              <a:t>dalam	bentuk	power	point	pada	tanggal	13</a:t>
            </a:r>
            <a:endParaRPr sz="2200">
              <a:solidFill>
                <a:schemeClr val="dk1"/>
              </a:solidFill>
              <a:latin typeface="Trebuchet MS"/>
              <a:ea typeface="Trebuchet MS"/>
              <a:cs typeface="Trebuchet MS"/>
              <a:sym typeface="Trebuchet MS"/>
            </a:endParaRPr>
          </a:p>
        </p:txBody>
      </p:sp>
      <p:sp>
        <p:nvSpPr>
          <p:cNvPr id="340" name="Google Shape;340;p19"/>
          <p:cNvSpPr txBox="1"/>
          <p:nvPr/>
        </p:nvSpPr>
        <p:spPr>
          <a:xfrm>
            <a:off x="375310" y="5986373"/>
            <a:ext cx="1920239" cy="779780"/>
          </a:xfrm>
          <a:prstGeom prst="rect">
            <a:avLst/>
          </a:prstGeom>
          <a:noFill/>
          <a:ln>
            <a:noFill/>
          </a:ln>
        </p:spPr>
        <p:txBody>
          <a:bodyPr anchorCtr="0" anchor="t" bIns="0" lIns="0" spcFirstLastPara="1" rIns="0" wrap="square" tIns="13325">
            <a:spAutoFit/>
          </a:bodyPr>
          <a:lstStyle/>
          <a:p>
            <a:pPr indent="0" lvl="0" marL="12700" marR="0" rtl="0" algn="l">
              <a:lnSpc>
                <a:spcPct val="117684"/>
              </a:lnSpc>
              <a:spcBef>
                <a:spcPts val="0"/>
              </a:spcBef>
              <a:spcAft>
                <a:spcPts val="0"/>
              </a:spcAft>
              <a:buNone/>
            </a:pPr>
            <a:r>
              <a:rPr lang="en-US" sz="2850">
                <a:solidFill>
                  <a:srgbClr val="C3250C"/>
                </a:solidFill>
                <a:latin typeface="Georgia"/>
                <a:ea typeface="Georgia"/>
                <a:cs typeface="Georgia"/>
                <a:sym typeface="Georgia"/>
              </a:rPr>
              <a:t>*</a:t>
            </a:r>
            <a:r>
              <a:rPr lang="en-US" sz="2200">
                <a:solidFill>
                  <a:srgbClr val="404040"/>
                </a:solidFill>
                <a:latin typeface="Trebuchet MS"/>
                <a:ea typeface="Trebuchet MS"/>
                <a:cs typeface="Trebuchet MS"/>
                <a:sym typeface="Trebuchet MS"/>
              </a:rPr>
              <a:t>Presentasikan</a:t>
            </a:r>
            <a:endParaRPr sz="2200">
              <a:solidFill>
                <a:schemeClr val="dk1"/>
              </a:solidFill>
              <a:latin typeface="Trebuchet MS"/>
              <a:ea typeface="Trebuchet MS"/>
              <a:cs typeface="Trebuchet MS"/>
              <a:sym typeface="Trebuchet MS"/>
            </a:endParaRPr>
          </a:p>
          <a:p>
            <a:pPr indent="0" lvl="0" marL="195580" marR="0" rtl="0" algn="l">
              <a:lnSpc>
                <a:spcPct val="117045"/>
              </a:lnSpc>
              <a:spcBef>
                <a:spcPts val="0"/>
              </a:spcBef>
              <a:spcAft>
                <a:spcPts val="0"/>
              </a:spcAft>
              <a:buNone/>
            </a:pPr>
            <a:r>
              <a:rPr lang="en-US" sz="2200">
                <a:solidFill>
                  <a:srgbClr val="404040"/>
                </a:solidFill>
                <a:latin typeface="Trebuchet MS"/>
                <a:ea typeface="Trebuchet MS"/>
                <a:cs typeface="Trebuchet MS"/>
                <a:sym typeface="Trebuchet MS"/>
              </a:rPr>
              <a:t>Agustus 2011</a:t>
            </a:r>
            <a:endParaRPr sz="2200">
              <a:solidFill>
                <a:schemeClr val="dk1"/>
              </a:solidFill>
              <a:latin typeface="Trebuchet MS"/>
              <a:ea typeface="Trebuchet MS"/>
              <a:cs typeface="Trebuchet MS"/>
              <a:sym typeface="Trebuchet M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20"/>
          <p:cNvSpPr txBox="1"/>
          <p:nvPr>
            <p:ph type="title"/>
          </p:nvPr>
        </p:nvSpPr>
        <p:spPr>
          <a:xfrm>
            <a:off x="628650" y="1204467"/>
            <a:ext cx="7886700" cy="1325563"/>
          </a:xfrm>
          <a:prstGeom prst="rect">
            <a:avLst/>
          </a:prstGeom>
          <a:noFill/>
          <a:ln>
            <a:noFill/>
          </a:ln>
        </p:spPr>
        <p:txBody>
          <a:bodyPr anchorCtr="0" anchor="ctr" bIns="0" lIns="0" spcFirstLastPara="1" rIns="0" wrap="square" tIns="0">
            <a:normAutofit/>
          </a:bodyPr>
          <a:lstStyle/>
          <a:p>
            <a:pPr indent="0" lvl="0" marL="0" rtl="0" algn="l">
              <a:lnSpc>
                <a:spcPct val="90000"/>
              </a:lnSpc>
              <a:spcBef>
                <a:spcPts val="0"/>
              </a:spcBef>
              <a:spcAft>
                <a:spcPts val="0"/>
              </a:spcAft>
              <a:buClr>
                <a:srgbClr val="404040"/>
              </a:buClr>
              <a:buSzPts val="2200"/>
              <a:buFont typeface="Trebuchet MS"/>
              <a:buNone/>
            </a:pPr>
            <a:r>
              <a:t/>
            </a:r>
            <a:endParaRPr/>
          </a:p>
        </p:txBody>
      </p:sp>
      <p:sp>
        <p:nvSpPr>
          <p:cNvPr id="346" name="Google Shape;346;p20"/>
          <p:cNvSpPr txBox="1"/>
          <p:nvPr>
            <p:ph idx="1" type="body"/>
          </p:nvPr>
        </p:nvSpPr>
        <p:spPr>
          <a:xfrm>
            <a:off x="375310" y="2546680"/>
            <a:ext cx="8350884" cy="3442335"/>
          </a:xfrm>
          <a:prstGeom prst="rect">
            <a:avLst/>
          </a:prstGeom>
          <a:noFill/>
          <a:ln>
            <a:noFill/>
          </a:ln>
        </p:spPr>
        <p:txBody>
          <a:bodyPr anchorCtr="0" anchor="t" bIns="0" lIns="0" spcFirstLastPara="1" rIns="0" wrap="square" tIns="0">
            <a:noAutofit/>
          </a:bodyPr>
          <a:lstStyle/>
          <a:p>
            <a:pPr indent="-31750" lvl="0" marL="171450" rtl="0" algn="l">
              <a:lnSpc>
                <a:spcPct val="90000"/>
              </a:lnSpc>
              <a:spcBef>
                <a:spcPts val="0"/>
              </a:spcBef>
              <a:spcAft>
                <a:spcPts val="0"/>
              </a:spcAft>
              <a:buClr>
                <a:srgbClr val="404040"/>
              </a:buClr>
              <a:buSzPts val="2200"/>
              <a:buNone/>
            </a:pPr>
            <a:r>
              <a:t/>
            </a:r>
            <a:endParaRPr/>
          </a:p>
        </p:txBody>
      </p:sp>
      <p:pic>
        <p:nvPicPr>
          <p:cNvPr id="347" name="Google Shape;347;p20"/>
          <p:cNvPicPr preferRelativeResize="0"/>
          <p:nvPr/>
        </p:nvPicPr>
        <p:blipFill rotWithShape="1">
          <a:blip r:embed="rId3">
            <a:alphaModFix/>
          </a:blip>
          <a:srcRect b="0" l="0" r="0" t="0"/>
          <a:stretch/>
        </p:blipFill>
        <p:spPr>
          <a:xfrm>
            <a:off x="0" y="0"/>
            <a:ext cx="9144000" cy="6858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3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4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7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2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5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2021-08-24T12:44:10Z</dcterms:created>
  <dc:creator>deni</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2016-09-18T00:00:00Z</vt:filetime>
  </property>
  <property fmtid="{D5CDD505-2E9C-101B-9397-08002B2CF9AE}" pid="3" name="Creator">
    <vt:lpwstr>Microsoft® Office PowerPoint® 2007</vt:lpwstr>
  </property>
  <property fmtid="{D5CDD505-2E9C-101B-9397-08002B2CF9AE}" pid="4" name="LastSaved">
    <vt:filetime>2021-08-24T00:00:00Z</vt:filetime>
  </property>
</Properties>
</file>